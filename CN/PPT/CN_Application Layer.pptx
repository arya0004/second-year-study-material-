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notesMasterIdLst>
    <p:notesMasterId r:id="rId98"/>
  </p:notesMasterIdLst>
  <p:sldIdLst>
    <p:sldId id="256" r:id="rId3"/>
    <p:sldId id="257" r:id="rId4"/>
    <p:sldId id="258" r:id="rId5"/>
    <p:sldId id="259" r:id="rId6"/>
    <p:sldId id="260" r:id="rId7"/>
    <p:sldId id="261" r:id="rId8"/>
    <p:sldId id="262" r:id="rId9"/>
    <p:sldId id="263" r:id="rId10"/>
    <p:sldId id="264" r:id="rId11"/>
    <p:sldId id="295" r:id="rId12"/>
    <p:sldId id="267" r:id="rId13"/>
    <p:sldId id="268" r:id="rId14"/>
    <p:sldId id="269" r:id="rId15"/>
    <p:sldId id="270" r:id="rId16"/>
    <p:sldId id="271" r:id="rId17"/>
    <p:sldId id="272" r:id="rId18"/>
    <p:sldId id="298" r:id="rId19"/>
    <p:sldId id="278" r:id="rId20"/>
    <p:sldId id="300" r:id="rId21"/>
    <p:sldId id="301" r:id="rId22"/>
    <p:sldId id="302" r:id="rId23"/>
    <p:sldId id="303" r:id="rId24"/>
    <p:sldId id="304" r:id="rId25"/>
    <p:sldId id="308" r:id="rId26"/>
    <p:sldId id="305" r:id="rId27"/>
    <p:sldId id="306" r:id="rId28"/>
    <p:sldId id="351" r:id="rId29"/>
    <p:sldId id="311" r:id="rId30"/>
    <p:sldId id="312" r:id="rId31"/>
    <p:sldId id="314" r:id="rId32"/>
    <p:sldId id="348" r:id="rId33"/>
    <p:sldId id="333" r:id="rId34"/>
    <p:sldId id="352" r:id="rId35"/>
    <p:sldId id="338" r:id="rId36"/>
    <p:sldId id="339" r:id="rId37"/>
    <p:sldId id="342" r:id="rId38"/>
    <p:sldId id="353" r:id="rId39"/>
    <p:sldId id="327" r:id="rId40"/>
    <p:sldId id="328" r:id="rId41"/>
    <p:sldId id="329" r:id="rId42"/>
    <p:sldId id="349" r:id="rId43"/>
    <p:sldId id="350" r:id="rId44"/>
    <p:sldId id="355" r:id="rId45"/>
    <p:sldId id="356" r:id="rId46"/>
    <p:sldId id="357" r:id="rId47"/>
    <p:sldId id="354" r:id="rId48"/>
    <p:sldId id="358" r:id="rId49"/>
    <p:sldId id="359" r:id="rId50"/>
    <p:sldId id="360" r:id="rId51"/>
    <p:sldId id="361" r:id="rId52"/>
    <p:sldId id="362" r:id="rId53"/>
    <p:sldId id="363" r:id="rId54"/>
    <p:sldId id="365" r:id="rId55"/>
    <p:sldId id="366" r:id="rId56"/>
    <p:sldId id="367" r:id="rId57"/>
    <p:sldId id="368" r:id="rId58"/>
    <p:sldId id="369" r:id="rId59"/>
    <p:sldId id="370" r:id="rId60"/>
    <p:sldId id="371" r:id="rId61"/>
    <p:sldId id="372" r:id="rId62"/>
    <p:sldId id="373" r:id="rId63"/>
    <p:sldId id="424" r:id="rId64"/>
    <p:sldId id="425" r:id="rId65"/>
    <p:sldId id="426" r:id="rId66"/>
    <p:sldId id="427" r:id="rId67"/>
    <p:sldId id="428" r:id="rId68"/>
    <p:sldId id="429" r:id="rId69"/>
    <p:sldId id="430" r:id="rId70"/>
    <p:sldId id="431" r:id="rId71"/>
    <p:sldId id="432" r:id="rId72"/>
    <p:sldId id="394" r:id="rId73"/>
    <p:sldId id="433" r:id="rId74"/>
    <p:sldId id="434" r:id="rId75"/>
    <p:sldId id="435" r:id="rId76"/>
    <p:sldId id="436" r:id="rId77"/>
    <p:sldId id="437" r:id="rId78"/>
    <p:sldId id="438" r:id="rId79"/>
    <p:sldId id="439" r:id="rId80"/>
    <p:sldId id="440" r:id="rId81"/>
    <p:sldId id="395" r:id="rId82"/>
    <p:sldId id="396" r:id="rId83"/>
    <p:sldId id="398" r:id="rId84"/>
    <p:sldId id="401" r:id="rId85"/>
    <p:sldId id="445" r:id="rId86"/>
    <p:sldId id="403" r:id="rId87"/>
    <p:sldId id="405" r:id="rId88"/>
    <p:sldId id="406" r:id="rId89"/>
    <p:sldId id="444" r:id="rId90"/>
    <p:sldId id="442" r:id="rId91"/>
    <p:sldId id="411" r:id="rId92"/>
    <p:sldId id="414" r:id="rId93"/>
    <p:sldId id="419" r:id="rId94"/>
    <p:sldId id="421" r:id="rId95"/>
    <p:sldId id="423" r:id="rId96"/>
    <p:sldId id="310" r:id="rId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47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s>
</file>

<file path=ppt/diagrams/_rels/drawing3.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75A220-1D2C-4F86-907C-FFA525A206CA}" type="doc">
      <dgm:prSet loTypeId="urn:microsoft.com/office/officeart/2005/8/layout/vList2" loCatId="list" qsTypeId="urn:microsoft.com/office/officeart/2005/8/quickstyle/simple2" qsCatId="simple" csTypeId="urn:microsoft.com/office/officeart/2005/8/colors/accent1_1" csCatId="accent1" phldr="1"/>
      <dgm:spPr/>
      <dgm:t>
        <a:bodyPr/>
        <a:lstStyle/>
        <a:p>
          <a:endParaRPr lang="en-US"/>
        </a:p>
      </dgm:t>
    </dgm:pt>
    <dgm:pt modelId="{810F3F48-66FF-49CD-8DAA-1823457CEC03}">
      <dgm:prSet/>
      <dgm:spPr/>
      <dgm:t>
        <a:bodyPr/>
        <a:lstStyle/>
        <a:p>
          <a:pPr rtl="0"/>
          <a:r>
            <a:rPr lang="en-US" b="1" dirty="0">
              <a:solidFill>
                <a:srgbClr val="FF0000"/>
              </a:solidFill>
            </a:rPr>
            <a:t>Hyper Text Transfer Protocol (HTTP), </a:t>
          </a:r>
        </a:p>
      </dgm:t>
    </dgm:pt>
    <dgm:pt modelId="{94E584A9-8091-43B6-9790-D1ABB7ECA314}" type="parTrans" cxnId="{541F0B4A-5425-4AB9-AD18-4B6EA553AD29}">
      <dgm:prSet/>
      <dgm:spPr/>
      <dgm:t>
        <a:bodyPr/>
        <a:lstStyle/>
        <a:p>
          <a:endParaRPr lang="en-US"/>
        </a:p>
      </dgm:t>
    </dgm:pt>
    <dgm:pt modelId="{1F6B4140-69BA-4F84-A294-1AEA20BF5D65}" type="sibTrans" cxnId="{541F0B4A-5425-4AB9-AD18-4B6EA553AD29}">
      <dgm:prSet/>
      <dgm:spPr/>
      <dgm:t>
        <a:bodyPr/>
        <a:lstStyle/>
        <a:p>
          <a:endParaRPr lang="en-US"/>
        </a:p>
      </dgm:t>
    </dgm:pt>
    <dgm:pt modelId="{4A57B75E-38D0-44F2-BAFD-5D323F84AABD}">
      <dgm:prSet/>
      <dgm:spPr/>
      <dgm:t>
        <a:bodyPr/>
        <a:lstStyle/>
        <a:p>
          <a:pPr rtl="0"/>
          <a:r>
            <a:rPr lang="en-US"/>
            <a:t>Email: SMTP, MIME, POP3, Webmail,</a:t>
          </a:r>
        </a:p>
      </dgm:t>
    </dgm:pt>
    <dgm:pt modelId="{C7CF776E-32C3-4944-A258-18B342D91B8F}" type="parTrans" cxnId="{9C1AFE77-1CE1-4854-A1CA-CDC119B58F46}">
      <dgm:prSet/>
      <dgm:spPr/>
      <dgm:t>
        <a:bodyPr/>
        <a:lstStyle/>
        <a:p>
          <a:endParaRPr lang="en-US"/>
        </a:p>
      </dgm:t>
    </dgm:pt>
    <dgm:pt modelId="{8512AD50-4FEA-41F4-927A-24F6AF80B943}" type="sibTrans" cxnId="{9C1AFE77-1CE1-4854-A1CA-CDC119B58F46}">
      <dgm:prSet/>
      <dgm:spPr/>
      <dgm:t>
        <a:bodyPr/>
        <a:lstStyle/>
        <a:p>
          <a:endParaRPr lang="en-US"/>
        </a:p>
      </dgm:t>
    </dgm:pt>
    <dgm:pt modelId="{DD4EC2C3-7955-4096-854C-AFD25C2BD4E2}">
      <dgm:prSet/>
      <dgm:spPr/>
      <dgm:t>
        <a:bodyPr/>
        <a:lstStyle/>
        <a:p>
          <a:pPr rtl="0"/>
          <a:r>
            <a:rPr lang="en-US"/>
            <a:t>TELNET, </a:t>
          </a:r>
        </a:p>
      </dgm:t>
    </dgm:pt>
    <dgm:pt modelId="{D6AF8E8B-169D-4247-9925-220AA8CEDEDD}" type="parTrans" cxnId="{6F1FB305-C4D2-4A6C-81BD-F692CB1156FD}">
      <dgm:prSet/>
      <dgm:spPr/>
      <dgm:t>
        <a:bodyPr/>
        <a:lstStyle/>
        <a:p>
          <a:endParaRPr lang="en-US"/>
        </a:p>
      </dgm:t>
    </dgm:pt>
    <dgm:pt modelId="{B421C451-60E0-4C93-9A14-10220235284D}" type="sibTrans" cxnId="{6F1FB305-C4D2-4A6C-81BD-F692CB1156FD}">
      <dgm:prSet/>
      <dgm:spPr/>
      <dgm:t>
        <a:bodyPr/>
        <a:lstStyle/>
        <a:p>
          <a:endParaRPr lang="en-US"/>
        </a:p>
      </dgm:t>
    </dgm:pt>
    <dgm:pt modelId="{AA560C6A-4103-4DDD-A74D-B7D92F38491C}">
      <dgm:prSet/>
      <dgm:spPr/>
      <dgm:t>
        <a:bodyPr/>
        <a:lstStyle/>
        <a:p>
          <a:pPr rtl="0"/>
          <a:r>
            <a:rPr lang="en-US"/>
            <a:t>Dynamic Host Control Protocol (DHCP), </a:t>
          </a:r>
        </a:p>
      </dgm:t>
    </dgm:pt>
    <dgm:pt modelId="{9CF6900C-0D0D-486F-85BA-B10AE4434F20}" type="parTrans" cxnId="{BD434B37-2C15-476B-B91D-3064061DEDD8}">
      <dgm:prSet/>
      <dgm:spPr/>
      <dgm:t>
        <a:bodyPr/>
        <a:lstStyle/>
        <a:p>
          <a:endParaRPr lang="en-US"/>
        </a:p>
      </dgm:t>
    </dgm:pt>
    <dgm:pt modelId="{F06774C2-5AAF-433B-A2BE-2D48032DCB97}" type="sibTrans" cxnId="{BD434B37-2C15-476B-B91D-3064061DEDD8}">
      <dgm:prSet/>
      <dgm:spPr/>
      <dgm:t>
        <a:bodyPr/>
        <a:lstStyle/>
        <a:p>
          <a:endParaRPr lang="en-US"/>
        </a:p>
      </dgm:t>
    </dgm:pt>
    <dgm:pt modelId="{9E60C330-70D0-456A-9DDA-FC0443B0D9C7}">
      <dgm:prSet/>
      <dgm:spPr/>
      <dgm:t>
        <a:bodyPr/>
        <a:lstStyle/>
        <a:p>
          <a:pPr rtl="0"/>
          <a:r>
            <a:rPr lang="en-US"/>
            <a:t>Simple Network Management Protocol (SNMP). </a:t>
          </a:r>
        </a:p>
      </dgm:t>
    </dgm:pt>
    <dgm:pt modelId="{BC92BF08-B3B1-4BA4-A0E6-02675D4E6A8A}" type="parTrans" cxnId="{687CA682-3C58-4A5C-BF4B-A6334D28EB7E}">
      <dgm:prSet/>
      <dgm:spPr/>
      <dgm:t>
        <a:bodyPr/>
        <a:lstStyle/>
        <a:p>
          <a:endParaRPr lang="en-US"/>
        </a:p>
      </dgm:t>
    </dgm:pt>
    <dgm:pt modelId="{36C02FF4-9BDA-4ED4-A0F0-62954E88C63C}" type="sibTrans" cxnId="{687CA682-3C58-4A5C-BF4B-A6334D28EB7E}">
      <dgm:prSet/>
      <dgm:spPr/>
      <dgm:t>
        <a:bodyPr/>
        <a:lstStyle/>
        <a:p>
          <a:endParaRPr lang="en-US"/>
        </a:p>
      </dgm:t>
    </dgm:pt>
    <dgm:pt modelId="{1A571728-6463-4867-ACD9-1399DAF2CFB2}">
      <dgm:prSet/>
      <dgm:spPr/>
      <dgm:t>
        <a:bodyPr/>
        <a:lstStyle/>
        <a:p>
          <a:pPr rtl="0"/>
          <a:r>
            <a:rPr lang="en-US"/>
            <a:t>FTP, </a:t>
          </a:r>
          <a:endParaRPr lang="en-US" dirty="0"/>
        </a:p>
      </dgm:t>
    </dgm:pt>
    <dgm:pt modelId="{56C34691-7DD7-4C88-8877-8C4E2FB49BB4}" type="sibTrans" cxnId="{53160DF3-9D35-4EFA-937B-B7B98C3B33D1}">
      <dgm:prSet/>
      <dgm:spPr/>
      <dgm:t>
        <a:bodyPr/>
        <a:lstStyle/>
        <a:p>
          <a:endParaRPr lang="en-US"/>
        </a:p>
      </dgm:t>
    </dgm:pt>
    <dgm:pt modelId="{B2E4F2C4-EBCB-41C5-8DA0-BB6E623EB0FD}" type="parTrans" cxnId="{53160DF3-9D35-4EFA-937B-B7B98C3B33D1}">
      <dgm:prSet/>
      <dgm:spPr/>
      <dgm:t>
        <a:bodyPr/>
        <a:lstStyle/>
        <a:p>
          <a:endParaRPr lang="en-US"/>
        </a:p>
      </dgm:t>
    </dgm:pt>
    <dgm:pt modelId="{D99213FD-EA02-4158-9A8B-48189E7C331F}">
      <dgm:prSet/>
      <dgm:spPr/>
      <dgm:t>
        <a:bodyPr/>
        <a:lstStyle/>
        <a:p>
          <a:r>
            <a:rPr lang="en-US"/>
            <a:t>Domain Name System (DNS), </a:t>
          </a:r>
        </a:p>
      </dgm:t>
    </dgm:pt>
    <dgm:pt modelId="{E4D8E108-4B2E-47D0-8122-93103D76F80E}" type="parTrans" cxnId="{5878F473-E4E3-4B61-89C3-5811AE0FEB7F}">
      <dgm:prSet/>
      <dgm:spPr/>
      <dgm:t>
        <a:bodyPr/>
        <a:lstStyle/>
        <a:p>
          <a:endParaRPr lang="en-US"/>
        </a:p>
      </dgm:t>
    </dgm:pt>
    <dgm:pt modelId="{A89D27DF-2D52-4E8B-93B6-1EE6D9A35C18}" type="sibTrans" cxnId="{5878F473-E4E3-4B61-89C3-5811AE0FEB7F}">
      <dgm:prSet/>
      <dgm:spPr/>
      <dgm:t>
        <a:bodyPr/>
        <a:lstStyle/>
        <a:p>
          <a:endParaRPr lang="en-US"/>
        </a:p>
      </dgm:t>
    </dgm:pt>
    <dgm:pt modelId="{763A7BF4-ECD5-4BFC-8138-A60947D0EFE5}" type="pres">
      <dgm:prSet presAssocID="{E075A220-1D2C-4F86-907C-FFA525A206CA}" presName="linear" presStyleCnt="0">
        <dgm:presLayoutVars>
          <dgm:animLvl val="lvl"/>
          <dgm:resizeHandles val="exact"/>
        </dgm:presLayoutVars>
      </dgm:prSet>
      <dgm:spPr/>
    </dgm:pt>
    <dgm:pt modelId="{2D9D1D3A-EF37-4E94-BB82-63F90F047EA1}" type="pres">
      <dgm:prSet presAssocID="{810F3F48-66FF-49CD-8DAA-1823457CEC03}" presName="parentText" presStyleLbl="node1" presStyleIdx="0" presStyleCnt="7">
        <dgm:presLayoutVars>
          <dgm:chMax val="0"/>
          <dgm:bulletEnabled val="1"/>
        </dgm:presLayoutVars>
      </dgm:prSet>
      <dgm:spPr/>
    </dgm:pt>
    <dgm:pt modelId="{6375FE5A-8276-43A1-958E-019EBBD85849}" type="pres">
      <dgm:prSet presAssocID="{1F6B4140-69BA-4F84-A294-1AEA20BF5D65}" presName="spacer" presStyleCnt="0"/>
      <dgm:spPr/>
    </dgm:pt>
    <dgm:pt modelId="{0DFC7B3F-6C74-488A-9688-6568BEF192A6}" type="pres">
      <dgm:prSet presAssocID="{1A571728-6463-4867-ACD9-1399DAF2CFB2}" presName="parentText" presStyleLbl="node1" presStyleIdx="1" presStyleCnt="7">
        <dgm:presLayoutVars>
          <dgm:chMax val="0"/>
          <dgm:bulletEnabled val="1"/>
        </dgm:presLayoutVars>
      </dgm:prSet>
      <dgm:spPr/>
    </dgm:pt>
    <dgm:pt modelId="{4D8EC412-1B35-4736-8CCC-3FDB20B6D329}" type="pres">
      <dgm:prSet presAssocID="{56C34691-7DD7-4C88-8877-8C4E2FB49BB4}" presName="spacer" presStyleCnt="0"/>
      <dgm:spPr/>
    </dgm:pt>
    <dgm:pt modelId="{809912B0-0A66-4FAB-95BA-2EFCC18BE0B0}" type="pres">
      <dgm:prSet presAssocID="{4A57B75E-38D0-44F2-BAFD-5D323F84AABD}" presName="parentText" presStyleLbl="node1" presStyleIdx="2" presStyleCnt="7">
        <dgm:presLayoutVars>
          <dgm:chMax val="0"/>
          <dgm:bulletEnabled val="1"/>
        </dgm:presLayoutVars>
      </dgm:prSet>
      <dgm:spPr/>
    </dgm:pt>
    <dgm:pt modelId="{DEBC916D-161E-48DA-A9EE-FC5B4EF1B45C}" type="pres">
      <dgm:prSet presAssocID="{8512AD50-4FEA-41F4-927A-24F6AF80B943}" presName="spacer" presStyleCnt="0"/>
      <dgm:spPr/>
    </dgm:pt>
    <dgm:pt modelId="{F44FB075-EA70-4836-8B81-64E9E8EFC90B}" type="pres">
      <dgm:prSet presAssocID="{D99213FD-EA02-4158-9A8B-48189E7C331F}" presName="parentText" presStyleLbl="node1" presStyleIdx="3" presStyleCnt="7">
        <dgm:presLayoutVars>
          <dgm:chMax val="0"/>
          <dgm:bulletEnabled val="1"/>
        </dgm:presLayoutVars>
      </dgm:prSet>
      <dgm:spPr/>
    </dgm:pt>
    <dgm:pt modelId="{88251D84-6548-4D15-A07D-46A29D029BD0}" type="pres">
      <dgm:prSet presAssocID="{A89D27DF-2D52-4E8B-93B6-1EE6D9A35C18}" presName="spacer" presStyleCnt="0"/>
      <dgm:spPr/>
    </dgm:pt>
    <dgm:pt modelId="{7A88E90F-3920-4B54-A6F8-D9C1648BA3E3}" type="pres">
      <dgm:prSet presAssocID="{DD4EC2C3-7955-4096-854C-AFD25C2BD4E2}" presName="parentText" presStyleLbl="node1" presStyleIdx="4" presStyleCnt="7">
        <dgm:presLayoutVars>
          <dgm:chMax val="0"/>
          <dgm:bulletEnabled val="1"/>
        </dgm:presLayoutVars>
      </dgm:prSet>
      <dgm:spPr/>
    </dgm:pt>
    <dgm:pt modelId="{D3F650FC-7ACF-4CAE-BAC0-F950105E3EB2}" type="pres">
      <dgm:prSet presAssocID="{B421C451-60E0-4C93-9A14-10220235284D}" presName="spacer" presStyleCnt="0"/>
      <dgm:spPr/>
    </dgm:pt>
    <dgm:pt modelId="{AB7FD01E-D5CF-4D58-ADF8-798E3459B418}" type="pres">
      <dgm:prSet presAssocID="{AA560C6A-4103-4DDD-A74D-B7D92F38491C}" presName="parentText" presStyleLbl="node1" presStyleIdx="5" presStyleCnt="7">
        <dgm:presLayoutVars>
          <dgm:chMax val="0"/>
          <dgm:bulletEnabled val="1"/>
        </dgm:presLayoutVars>
      </dgm:prSet>
      <dgm:spPr/>
    </dgm:pt>
    <dgm:pt modelId="{0287D08C-33E7-4BCB-B21C-36CEF466FAAD}" type="pres">
      <dgm:prSet presAssocID="{F06774C2-5AAF-433B-A2BE-2D48032DCB97}" presName="spacer" presStyleCnt="0"/>
      <dgm:spPr/>
    </dgm:pt>
    <dgm:pt modelId="{6D9AA556-3632-494E-AC7A-459D2F5650B2}" type="pres">
      <dgm:prSet presAssocID="{9E60C330-70D0-456A-9DDA-FC0443B0D9C7}" presName="parentText" presStyleLbl="node1" presStyleIdx="6" presStyleCnt="7">
        <dgm:presLayoutVars>
          <dgm:chMax val="0"/>
          <dgm:bulletEnabled val="1"/>
        </dgm:presLayoutVars>
      </dgm:prSet>
      <dgm:spPr/>
    </dgm:pt>
  </dgm:ptLst>
  <dgm:cxnLst>
    <dgm:cxn modelId="{6F1FB305-C4D2-4A6C-81BD-F692CB1156FD}" srcId="{E075A220-1D2C-4F86-907C-FFA525A206CA}" destId="{DD4EC2C3-7955-4096-854C-AFD25C2BD4E2}" srcOrd="4" destOrd="0" parTransId="{D6AF8E8B-169D-4247-9925-220AA8CEDEDD}" sibTransId="{B421C451-60E0-4C93-9A14-10220235284D}"/>
    <dgm:cxn modelId="{A71F0610-1885-421A-B243-F839F86BAE2D}" type="presOf" srcId="{810F3F48-66FF-49CD-8DAA-1823457CEC03}" destId="{2D9D1D3A-EF37-4E94-BB82-63F90F047EA1}" srcOrd="0" destOrd="0" presId="urn:microsoft.com/office/officeart/2005/8/layout/vList2"/>
    <dgm:cxn modelId="{BD434B37-2C15-476B-B91D-3064061DEDD8}" srcId="{E075A220-1D2C-4F86-907C-FFA525A206CA}" destId="{AA560C6A-4103-4DDD-A74D-B7D92F38491C}" srcOrd="5" destOrd="0" parTransId="{9CF6900C-0D0D-486F-85BA-B10AE4434F20}" sibTransId="{F06774C2-5AAF-433B-A2BE-2D48032DCB97}"/>
    <dgm:cxn modelId="{BD27FE5E-4D6C-4974-BB94-C362B04EC7D3}" type="presOf" srcId="{9E60C330-70D0-456A-9DDA-FC0443B0D9C7}" destId="{6D9AA556-3632-494E-AC7A-459D2F5650B2}" srcOrd="0" destOrd="0" presId="urn:microsoft.com/office/officeart/2005/8/layout/vList2"/>
    <dgm:cxn modelId="{CC8B1D42-1E50-4133-8C4B-19506E5AB6AB}" type="presOf" srcId="{4A57B75E-38D0-44F2-BAFD-5D323F84AABD}" destId="{809912B0-0A66-4FAB-95BA-2EFCC18BE0B0}" srcOrd="0" destOrd="0" presId="urn:microsoft.com/office/officeart/2005/8/layout/vList2"/>
    <dgm:cxn modelId="{541F0B4A-5425-4AB9-AD18-4B6EA553AD29}" srcId="{E075A220-1D2C-4F86-907C-FFA525A206CA}" destId="{810F3F48-66FF-49CD-8DAA-1823457CEC03}" srcOrd="0" destOrd="0" parTransId="{94E584A9-8091-43B6-9790-D1ABB7ECA314}" sibTransId="{1F6B4140-69BA-4F84-A294-1AEA20BF5D65}"/>
    <dgm:cxn modelId="{B5487F6C-FD6E-47B7-A7DC-32B969F3405F}" type="presOf" srcId="{E075A220-1D2C-4F86-907C-FFA525A206CA}" destId="{763A7BF4-ECD5-4BFC-8138-A60947D0EFE5}" srcOrd="0" destOrd="0" presId="urn:microsoft.com/office/officeart/2005/8/layout/vList2"/>
    <dgm:cxn modelId="{BF0A144F-909A-48FD-875D-C5FCD1B0E0A3}" type="presOf" srcId="{D99213FD-EA02-4158-9A8B-48189E7C331F}" destId="{F44FB075-EA70-4836-8B81-64E9E8EFC90B}" srcOrd="0" destOrd="0" presId="urn:microsoft.com/office/officeart/2005/8/layout/vList2"/>
    <dgm:cxn modelId="{5878F473-E4E3-4B61-89C3-5811AE0FEB7F}" srcId="{E075A220-1D2C-4F86-907C-FFA525A206CA}" destId="{D99213FD-EA02-4158-9A8B-48189E7C331F}" srcOrd="3" destOrd="0" parTransId="{E4D8E108-4B2E-47D0-8122-93103D76F80E}" sibTransId="{A89D27DF-2D52-4E8B-93B6-1EE6D9A35C18}"/>
    <dgm:cxn modelId="{D648A754-E534-4782-B0FA-C53998F2E97E}" type="presOf" srcId="{DD4EC2C3-7955-4096-854C-AFD25C2BD4E2}" destId="{7A88E90F-3920-4B54-A6F8-D9C1648BA3E3}" srcOrd="0" destOrd="0" presId="urn:microsoft.com/office/officeart/2005/8/layout/vList2"/>
    <dgm:cxn modelId="{9C1AFE77-1CE1-4854-A1CA-CDC119B58F46}" srcId="{E075A220-1D2C-4F86-907C-FFA525A206CA}" destId="{4A57B75E-38D0-44F2-BAFD-5D323F84AABD}" srcOrd="2" destOrd="0" parTransId="{C7CF776E-32C3-4944-A258-18B342D91B8F}" sibTransId="{8512AD50-4FEA-41F4-927A-24F6AF80B943}"/>
    <dgm:cxn modelId="{687CA682-3C58-4A5C-BF4B-A6334D28EB7E}" srcId="{E075A220-1D2C-4F86-907C-FFA525A206CA}" destId="{9E60C330-70D0-456A-9DDA-FC0443B0D9C7}" srcOrd="6" destOrd="0" parTransId="{BC92BF08-B3B1-4BA4-A0E6-02675D4E6A8A}" sibTransId="{36C02FF4-9BDA-4ED4-A0F0-62954E88C63C}"/>
    <dgm:cxn modelId="{0CA45EB0-BA61-4C2D-979D-A0AB8E6CDFA9}" type="presOf" srcId="{AA560C6A-4103-4DDD-A74D-B7D92F38491C}" destId="{AB7FD01E-D5CF-4D58-ADF8-798E3459B418}" srcOrd="0" destOrd="0" presId="urn:microsoft.com/office/officeart/2005/8/layout/vList2"/>
    <dgm:cxn modelId="{49C297DC-C43E-4464-B083-1BFA3030DEAE}" type="presOf" srcId="{1A571728-6463-4867-ACD9-1399DAF2CFB2}" destId="{0DFC7B3F-6C74-488A-9688-6568BEF192A6}" srcOrd="0" destOrd="0" presId="urn:microsoft.com/office/officeart/2005/8/layout/vList2"/>
    <dgm:cxn modelId="{53160DF3-9D35-4EFA-937B-B7B98C3B33D1}" srcId="{E075A220-1D2C-4F86-907C-FFA525A206CA}" destId="{1A571728-6463-4867-ACD9-1399DAF2CFB2}" srcOrd="1" destOrd="0" parTransId="{B2E4F2C4-EBCB-41C5-8DA0-BB6E623EB0FD}" sibTransId="{56C34691-7DD7-4C88-8877-8C4E2FB49BB4}"/>
    <dgm:cxn modelId="{925A52B7-7054-435C-962A-C5BB23A33F67}" type="presParOf" srcId="{763A7BF4-ECD5-4BFC-8138-A60947D0EFE5}" destId="{2D9D1D3A-EF37-4E94-BB82-63F90F047EA1}" srcOrd="0" destOrd="0" presId="urn:microsoft.com/office/officeart/2005/8/layout/vList2"/>
    <dgm:cxn modelId="{D83855E9-148A-4FF3-9DCC-811DFDB774DF}" type="presParOf" srcId="{763A7BF4-ECD5-4BFC-8138-A60947D0EFE5}" destId="{6375FE5A-8276-43A1-958E-019EBBD85849}" srcOrd="1" destOrd="0" presId="urn:microsoft.com/office/officeart/2005/8/layout/vList2"/>
    <dgm:cxn modelId="{E12C360A-7E68-4811-85C9-552E8214F070}" type="presParOf" srcId="{763A7BF4-ECD5-4BFC-8138-A60947D0EFE5}" destId="{0DFC7B3F-6C74-488A-9688-6568BEF192A6}" srcOrd="2" destOrd="0" presId="urn:microsoft.com/office/officeart/2005/8/layout/vList2"/>
    <dgm:cxn modelId="{31002E57-178A-492A-B9E8-CDD365BBAAA5}" type="presParOf" srcId="{763A7BF4-ECD5-4BFC-8138-A60947D0EFE5}" destId="{4D8EC412-1B35-4736-8CCC-3FDB20B6D329}" srcOrd="3" destOrd="0" presId="urn:microsoft.com/office/officeart/2005/8/layout/vList2"/>
    <dgm:cxn modelId="{2B092E9F-6735-416F-A2C3-C4DC21340B97}" type="presParOf" srcId="{763A7BF4-ECD5-4BFC-8138-A60947D0EFE5}" destId="{809912B0-0A66-4FAB-95BA-2EFCC18BE0B0}" srcOrd="4" destOrd="0" presId="urn:microsoft.com/office/officeart/2005/8/layout/vList2"/>
    <dgm:cxn modelId="{626BE118-A765-4671-B639-66C02CC763DE}" type="presParOf" srcId="{763A7BF4-ECD5-4BFC-8138-A60947D0EFE5}" destId="{DEBC916D-161E-48DA-A9EE-FC5B4EF1B45C}" srcOrd="5" destOrd="0" presId="urn:microsoft.com/office/officeart/2005/8/layout/vList2"/>
    <dgm:cxn modelId="{1117E034-51E3-42C5-A578-20021A54B2DC}" type="presParOf" srcId="{763A7BF4-ECD5-4BFC-8138-A60947D0EFE5}" destId="{F44FB075-EA70-4836-8B81-64E9E8EFC90B}" srcOrd="6" destOrd="0" presId="urn:microsoft.com/office/officeart/2005/8/layout/vList2"/>
    <dgm:cxn modelId="{9EC99C07-F753-4FFC-B088-C81E5FF568B5}" type="presParOf" srcId="{763A7BF4-ECD5-4BFC-8138-A60947D0EFE5}" destId="{88251D84-6548-4D15-A07D-46A29D029BD0}" srcOrd="7" destOrd="0" presId="urn:microsoft.com/office/officeart/2005/8/layout/vList2"/>
    <dgm:cxn modelId="{9E6C340A-577B-4E1C-83EB-68D1AD33B743}" type="presParOf" srcId="{763A7BF4-ECD5-4BFC-8138-A60947D0EFE5}" destId="{7A88E90F-3920-4B54-A6F8-D9C1648BA3E3}" srcOrd="8" destOrd="0" presId="urn:microsoft.com/office/officeart/2005/8/layout/vList2"/>
    <dgm:cxn modelId="{2935CB2F-5AB5-4659-9C00-19ABFAA8C57E}" type="presParOf" srcId="{763A7BF4-ECD5-4BFC-8138-A60947D0EFE5}" destId="{D3F650FC-7ACF-4CAE-BAC0-F950105E3EB2}" srcOrd="9" destOrd="0" presId="urn:microsoft.com/office/officeart/2005/8/layout/vList2"/>
    <dgm:cxn modelId="{CD56055D-08E5-4143-A365-469DD26C5D14}" type="presParOf" srcId="{763A7BF4-ECD5-4BFC-8138-A60947D0EFE5}" destId="{AB7FD01E-D5CF-4D58-ADF8-798E3459B418}" srcOrd="10" destOrd="0" presId="urn:microsoft.com/office/officeart/2005/8/layout/vList2"/>
    <dgm:cxn modelId="{A706A6BB-3BAC-4036-89BA-D9F3D025D331}" type="presParOf" srcId="{763A7BF4-ECD5-4BFC-8138-A60947D0EFE5}" destId="{0287D08C-33E7-4BCB-B21C-36CEF466FAAD}" srcOrd="11" destOrd="0" presId="urn:microsoft.com/office/officeart/2005/8/layout/vList2"/>
    <dgm:cxn modelId="{ED3F1FE4-0E9E-464D-B20E-D08DBB181F0F}" type="presParOf" srcId="{763A7BF4-ECD5-4BFC-8138-A60947D0EFE5}" destId="{6D9AA556-3632-494E-AC7A-459D2F5650B2}"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7312BA-5941-4D4F-A109-F97FF23EA038}" type="doc">
      <dgm:prSet loTypeId="urn:microsoft.com/office/officeart/2005/8/layout/hierarchy2" loCatId="hierarchy" qsTypeId="urn:microsoft.com/office/officeart/2005/8/quickstyle/simple2" qsCatId="simple" csTypeId="urn:microsoft.com/office/officeart/2005/8/colors/colorful2" csCatId="colorful" phldr="1"/>
      <dgm:spPr/>
      <dgm:t>
        <a:bodyPr/>
        <a:lstStyle/>
        <a:p>
          <a:endParaRPr lang="en-US"/>
        </a:p>
      </dgm:t>
    </dgm:pt>
    <dgm:pt modelId="{83E0B3DC-E56F-4088-BC97-2AFCB735B142}">
      <dgm:prSet/>
      <dgm:spPr/>
      <dgm:t>
        <a:bodyPr/>
        <a:lstStyle/>
        <a:p>
          <a:pPr rtl="0"/>
          <a:r>
            <a:rPr lang="en-US" dirty="0">
              <a:latin typeface="Lucida Bright" pitchFamily="18" charset="0"/>
            </a:rPr>
            <a:t>Two types of message </a:t>
          </a:r>
        </a:p>
      </dgm:t>
    </dgm:pt>
    <dgm:pt modelId="{3171DD95-EB19-4070-9179-63941739F185}" type="parTrans" cxnId="{3FEF2FB6-F1D9-4F0C-BC12-A7EC20D895F5}">
      <dgm:prSet/>
      <dgm:spPr/>
      <dgm:t>
        <a:bodyPr/>
        <a:lstStyle/>
        <a:p>
          <a:endParaRPr lang="en-US">
            <a:latin typeface="Lucida Bright" pitchFamily="18" charset="0"/>
          </a:endParaRPr>
        </a:p>
      </dgm:t>
    </dgm:pt>
    <dgm:pt modelId="{455F352A-AFB6-4BFD-9D9C-E6AEF970DE3B}" type="sibTrans" cxnId="{3FEF2FB6-F1D9-4F0C-BC12-A7EC20D895F5}">
      <dgm:prSet/>
      <dgm:spPr/>
      <dgm:t>
        <a:bodyPr/>
        <a:lstStyle/>
        <a:p>
          <a:endParaRPr lang="en-US">
            <a:latin typeface="Lucida Bright" pitchFamily="18" charset="0"/>
          </a:endParaRPr>
        </a:p>
      </dgm:t>
    </dgm:pt>
    <dgm:pt modelId="{0CE9320F-AFAD-4EBE-B582-AD63B93171EB}">
      <dgm:prSet/>
      <dgm:spPr/>
      <dgm:t>
        <a:bodyPr/>
        <a:lstStyle/>
        <a:p>
          <a:pPr rtl="0"/>
          <a:r>
            <a:rPr lang="en-US" dirty="0">
              <a:latin typeface="Lucida Bright" pitchFamily="18" charset="0"/>
            </a:rPr>
            <a:t>HTTP Request message</a:t>
          </a:r>
        </a:p>
      </dgm:t>
    </dgm:pt>
    <dgm:pt modelId="{1B3490CE-EFB6-4EE1-9233-9D53BA39B99F}" type="parTrans" cxnId="{9B8C61AA-7B44-4D7F-8CBF-169C8BFB9A36}">
      <dgm:prSet/>
      <dgm:spPr/>
      <dgm:t>
        <a:bodyPr/>
        <a:lstStyle/>
        <a:p>
          <a:endParaRPr lang="en-US">
            <a:latin typeface="Lucida Bright" pitchFamily="18" charset="0"/>
          </a:endParaRPr>
        </a:p>
      </dgm:t>
    </dgm:pt>
    <dgm:pt modelId="{60D32B0C-ED6A-4BE9-9175-841F9A662E57}" type="sibTrans" cxnId="{9B8C61AA-7B44-4D7F-8CBF-169C8BFB9A36}">
      <dgm:prSet/>
      <dgm:spPr/>
      <dgm:t>
        <a:bodyPr/>
        <a:lstStyle/>
        <a:p>
          <a:endParaRPr lang="en-US">
            <a:latin typeface="Lucida Bright" pitchFamily="18" charset="0"/>
          </a:endParaRPr>
        </a:p>
      </dgm:t>
    </dgm:pt>
    <dgm:pt modelId="{B4E2A3A6-E697-4680-A783-93D90B8359FF}">
      <dgm:prSet/>
      <dgm:spPr/>
      <dgm:t>
        <a:bodyPr/>
        <a:lstStyle/>
        <a:p>
          <a:pPr rtl="0"/>
          <a:r>
            <a:rPr lang="en-US" dirty="0">
              <a:latin typeface="Lucida Bright" pitchFamily="18" charset="0"/>
            </a:rPr>
            <a:t>HTTP Response Message</a:t>
          </a:r>
        </a:p>
      </dgm:t>
    </dgm:pt>
    <dgm:pt modelId="{9C9D3246-4E30-4279-BAE2-60011AF3DA25}" type="parTrans" cxnId="{57583B61-DD05-4DF2-A709-B4E564395CC9}">
      <dgm:prSet/>
      <dgm:spPr/>
      <dgm:t>
        <a:bodyPr/>
        <a:lstStyle/>
        <a:p>
          <a:endParaRPr lang="en-US">
            <a:latin typeface="Lucida Bright" pitchFamily="18" charset="0"/>
          </a:endParaRPr>
        </a:p>
      </dgm:t>
    </dgm:pt>
    <dgm:pt modelId="{586E4D2F-8974-4D23-A490-794CE0CF24C5}" type="sibTrans" cxnId="{57583B61-DD05-4DF2-A709-B4E564395CC9}">
      <dgm:prSet/>
      <dgm:spPr/>
      <dgm:t>
        <a:bodyPr/>
        <a:lstStyle/>
        <a:p>
          <a:endParaRPr lang="en-US">
            <a:latin typeface="Lucida Bright" pitchFamily="18" charset="0"/>
          </a:endParaRPr>
        </a:p>
      </dgm:t>
    </dgm:pt>
    <dgm:pt modelId="{7BBF0E24-C952-4F62-BDA3-6A23BB4D2703}" type="pres">
      <dgm:prSet presAssocID="{E07312BA-5941-4D4F-A109-F97FF23EA038}" presName="diagram" presStyleCnt="0">
        <dgm:presLayoutVars>
          <dgm:chPref val="1"/>
          <dgm:dir/>
          <dgm:animOne val="branch"/>
          <dgm:animLvl val="lvl"/>
          <dgm:resizeHandles val="exact"/>
        </dgm:presLayoutVars>
      </dgm:prSet>
      <dgm:spPr/>
    </dgm:pt>
    <dgm:pt modelId="{D275C5DF-13FA-4B92-A52E-6934765C557B}" type="pres">
      <dgm:prSet presAssocID="{83E0B3DC-E56F-4088-BC97-2AFCB735B142}" presName="root1" presStyleCnt="0"/>
      <dgm:spPr/>
    </dgm:pt>
    <dgm:pt modelId="{86C47E1F-B59D-4C6A-913F-76AF49BEEBB6}" type="pres">
      <dgm:prSet presAssocID="{83E0B3DC-E56F-4088-BC97-2AFCB735B142}" presName="LevelOneTextNode" presStyleLbl="node0" presStyleIdx="0" presStyleCnt="1">
        <dgm:presLayoutVars>
          <dgm:chPref val="3"/>
        </dgm:presLayoutVars>
      </dgm:prSet>
      <dgm:spPr/>
    </dgm:pt>
    <dgm:pt modelId="{4D88E8FC-4C51-45D1-A75F-0FF2FEB3BA68}" type="pres">
      <dgm:prSet presAssocID="{83E0B3DC-E56F-4088-BC97-2AFCB735B142}" presName="level2hierChild" presStyleCnt="0"/>
      <dgm:spPr/>
    </dgm:pt>
    <dgm:pt modelId="{E66ADE1E-C494-4763-9AF7-D3B1AC2222E8}" type="pres">
      <dgm:prSet presAssocID="{1B3490CE-EFB6-4EE1-9233-9D53BA39B99F}" presName="conn2-1" presStyleLbl="parChTrans1D2" presStyleIdx="0" presStyleCnt="2"/>
      <dgm:spPr/>
    </dgm:pt>
    <dgm:pt modelId="{87232B05-92B0-45E0-8736-43642A0627D1}" type="pres">
      <dgm:prSet presAssocID="{1B3490CE-EFB6-4EE1-9233-9D53BA39B99F}" presName="connTx" presStyleLbl="parChTrans1D2" presStyleIdx="0" presStyleCnt="2"/>
      <dgm:spPr/>
    </dgm:pt>
    <dgm:pt modelId="{B2FA9010-DCE4-45A3-BDED-3452F282C727}" type="pres">
      <dgm:prSet presAssocID="{0CE9320F-AFAD-4EBE-B582-AD63B93171EB}" presName="root2" presStyleCnt="0"/>
      <dgm:spPr/>
    </dgm:pt>
    <dgm:pt modelId="{F4F19F03-7414-4520-AA94-D70D263B273D}" type="pres">
      <dgm:prSet presAssocID="{0CE9320F-AFAD-4EBE-B582-AD63B93171EB}" presName="LevelTwoTextNode" presStyleLbl="node2" presStyleIdx="0" presStyleCnt="2">
        <dgm:presLayoutVars>
          <dgm:chPref val="3"/>
        </dgm:presLayoutVars>
      </dgm:prSet>
      <dgm:spPr/>
    </dgm:pt>
    <dgm:pt modelId="{37C7C4B3-F0C5-4E50-8793-6268D35C8B16}" type="pres">
      <dgm:prSet presAssocID="{0CE9320F-AFAD-4EBE-B582-AD63B93171EB}" presName="level3hierChild" presStyleCnt="0"/>
      <dgm:spPr/>
    </dgm:pt>
    <dgm:pt modelId="{B7D31C4F-CFDF-4ED2-9BBE-F88322E500DB}" type="pres">
      <dgm:prSet presAssocID="{9C9D3246-4E30-4279-BAE2-60011AF3DA25}" presName="conn2-1" presStyleLbl="parChTrans1D2" presStyleIdx="1" presStyleCnt="2"/>
      <dgm:spPr/>
    </dgm:pt>
    <dgm:pt modelId="{4E231847-53F2-42BB-BA3D-E7C0C6068828}" type="pres">
      <dgm:prSet presAssocID="{9C9D3246-4E30-4279-BAE2-60011AF3DA25}" presName="connTx" presStyleLbl="parChTrans1D2" presStyleIdx="1" presStyleCnt="2"/>
      <dgm:spPr/>
    </dgm:pt>
    <dgm:pt modelId="{61DC7741-81D7-4F4A-B6EE-9FA49A82169C}" type="pres">
      <dgm:prSet presAssocID="{B4E2A3A6-E697-4680-A783-93D90B8359FF}" presName="root2" presStyleCnt="0"/>
      <dgm:spPr/>
    </dgm:pt>
    <dgm:pt modelId="{56295161-E365-4E24-AFE6-2F671EC8B2B6}" type="pres">
      <dgm:prSet presAssocID="{B4E2A3A6-E697-4680-A783-93D90B8359FF}" presName="LevelTwoTextNode" presStyleLbl="node2" presStyleIdx="1" presStyleCnt="2">
        <dgm:presLayoutVars>
          <dgm:chPref val="3"/>
        </dgm:presLayoutVars>
      </dgm:prSet>
      <dgm:spPr/>
    </dgm:pt>
    <dgm:pt modelId="{A97ED382-14DE-45FC-BD75-FA59967323F3}" type="pres">
      <dgm:prSet presAssocID="{B4E2A3A6-E697-4680-A783-93D90B8359FF}" presName="level3hierChild" presStyleCnt="0"/>
      <dgm:spPr/>
    </dgm:pt>
  </dgm:ptLst>
  <dgm:cxnLst>
    <dgm:cxn modelId="{57583B61-DD05-4DF2-A709-B4E564395CC9}" srcId="{83E0B3DC-E56F-4088-BC97-2AFCB735B142}" destId="{B4E2A3A6-E697-4680-A783-93D90B8359FF}" srcOrd="1" destOrd="0" parTransId="{9C9D3246-4E30-4279-BAE2-60011AF3DA25}" sibTransId="{586E4D2F-8974-4D23-A490-794CE0CF24C5}"/>
    <dgm:cxn modelId="{A5AAC254-5BEB-4AB6-B67C-CE1E4E95ABF8}" type="presOf" srcId="{1B3490CE-EFB6-4EE1-9233-9D53BA39B99F}" destId="{87232B05-92B0-45E0-8736-43642A0627D1}" srcOrd="1" destOrd="0" presId="urn:microsoft.com/office/officeart/2005/8/layout/hierarchy2"/>
    <dgm:cxn modelId="{CB197176-2A3E-4F36-808D-92DD14CA443A}" type="presOf" srcId="{E07312BA-5941-4D4F-A109-F97FF23EA038}" destId="{7BBF0E24-C952-4F62-BDA3-6A23BB4D2703}" srcOrd="0" destOrd="0" presId="urn:microsoft.com/office/officeart/2005/8/layout/hierarchy2"/>
    <dgm:cxn modelId="{F23BE259-BBB1-477E-A3C8-7C54B4F4978C}" type="presOf" srcId="{9C9D3246-4E30-4279-BAE2-60011AF3DA25}" destId="{4E231847-53F2-42BB-BA3D-E7C0C6068828}" srcOrd="1" destOrd="0" presId="urn:microsoft.com/office/officeart/2005/8/layout/hierarchy2"/>
    <dgm:cxn modelId="{C2490F86-8D6B-4E39-971B-39211C49E182}" type="presOf" srcId="{B4E2A3A6-E697-4680-A783-93D90B8359FF}" destId="{56295161-E365-4E24-AFE6-2F671EC8B2B6}" srcOrd="0" destOrd="0" presId="urn:microsoft.com/office/officeart/2005/8/layout/hierarchy2"/>
    <dgm:cxn modelId="{4B5C3389-62E9-48D9-A73E-ED94C8B4E429}" type="presOf" srcId="{83E0B3DC-E56F-4088-BC97-2AFCB735B142}" destId="{86C47E1F-B59D-4C6A-913F-76AF49BEEBB6}" srcOrd="0" destOrd="0" presId="urn:microsoft.com/office/officeart/2005/8/layout/hierarchy2"/>
    <dgm:cxn modelId="{9B8C61AA-7B44-4D7F-8CBF-169C8BFB9A36}" srcId="{83E0B3DC-E56F-4088-BC97-2AFCB735B142}" destId="{0CE9320F-AFAD-4EBE-B582-AD63B93171EB}" srcOrd="0" destOrd="0" parTransId="{1B3490CE-EFB6-4EE1-9233-9D53BA39B99F}" sibTransId="{60D32B0C-ED6A-4BE9-9175-841F9A662E57}"/>
    <dgm:cxn modelId="{3FEF2FB6-F1D9-4F0C-BC12-A7EC20D895F5}" srcId="{E07312BA-5941-4D4F-A109-F97FF23EA038}" destId="{83E0B3DC-E56F-4088-BC97-2AFCB735B142}" srcOrd="0" destOrd="0" parTransId="{3171DD95-EB19-4070-9179-63941739F185}" sibTransId="{455F352A-AFB6-4BFD-9D9C-E6AEF970DE3B}"/>
    <dgm:cxn modelId="{BBFEA6C4-05F8-42CE-8B0B-4C1B1E4F6F90}" type="presOf" srcId="{1B3490CE-EFB6-4EE1-9233-9D53BA39B99F}" destId="{E66ADE1E-C494-4763-9AF7-D3B1AC2222E8}" srcOrd="0" destOrd="0" presId="urn:microsoft.com/office/officeart/2005/8/layout/hierarchy2"/>
    <dgm:cxn modelId="{605DBAE2-7802-4E42-B179-7393BF7C91E8}" type="presOf" srcId="{0CE9320F-AFAD-4EBE-B582-AD63B93171EB}" destId="{F4F19F03-7414-4520-AA94-D70D263B273D}" srcOrd="0" destOrd="0" presId="urn:microsoft.com/office/officeart/2005/8/layout/hierarchy2"/>
    <dgm:cxn modelId="{FA7513F0-C29F-4B78-96CD-9874E1466713}" type="presOf" srcId="{9C9D3246-4E30-4279-BAE2-60011AF3DA25}" destId="{B7D31C4F-CFDF-4ED2-9BBE-F88322E500DB}" srcOrd="0" destOrd="0" presId="urn:microsoft.com/office/officeart/2005/8/layout/hierarchy2"/>
    <dgm:cxn modelId="{89286389-9CF7-491E-928F-728DED77B13B}" type="presParOf" srcId="{7BBF0E24-C952-4F62-BDA3-6A23BB4D2703}" destId="{D275C5DF-13FA-4B92-A52E-6934765C557B}" srcOrd="0" destOrd="0" presId="urn:microsoft.com/office/officeart/2005/8/layout/hierarchy2"/>
    <dgm:cxn modelId="{286D1728-8E26-4847-B7EE-6F5144C6A73A}" type="presParOf" srcId="{D275C5DF-13FA-4B92-A52E-6934765C557B}" destId="{86C47E1F-B59D-4C6A-913F-76AF49BEEBB6}" srcOrd="0" destOrd="0" presId="urn:microsoft.com/office/officeart/2005/8/layout/hierarchy2"/>
    <dgm:cxn modelId="{4558A0C8-7F21-48E2-9589-301A8B0C0B59}" type="presParOf" srcId="{D275C5DF-13FA-4B92-A52E-6934765C557B}" destId="{4D88E8FC-4C51-45D1-A75F-0FF2FEB3BA68}" srcOrd="1" destOrd="0" presId="urn:microsoft.com/office/officeart/2005/8/layout/hierarchy2"/>
    <dgm:cxn modelId="{C5772A3B-0E9D-4CF5-92F2-43AAFEF08155}" type="presParOf" srcId="{4D88E8FC-4C51-45D1-A75F-0FF2FEB3BA68}" destId="{E66ADE1E-C494-4763-9AF7-D3B1AC2222E8}" srcOrd="0" destOrd="0" presId="urn:microsoft.com/office/officeart/2005/8/layout/hierarchy2"/>
    <dgm:cxn modelId="{6D844DDF-9735-47D5-A772-2FCF5A286EEA}" type="presParOf" srcId="{E66ADE1E-C494-4763-9AF7-D3B1AC2222E8}" destId="{87232B05-92B0-45E0-8736-43642A0627D1}" srcOrd="0" destOrd="0" presId="urn:microsoft.com/office/officeart/2005/8/layout/hierarchy2"/>
    <dgm:cxn modelId="{4185F947-8D67-45F8-932C-2066CDC7E495}" type="presParOf" srcId="{4D88E8FC-4C51-45D1-A75F-0FF2FEB3BA68}" destId="{B2FA9010-DCE4-45A3-BDED-3452F282C727}" srcOrd="1" destOrd="0" presId="urn:microsoft.com/office/officeart/2005/8/layout/hierarchy2"/>
    <dgm:cxn modelId="{79E0A623-7616-49AE-A764-1A0603B65229}" type="presParOf" srcId="{B2FA9010-DCE4-45A3-BDED-3452F282C727}" destId="{F4F19F03-7414-4520-AA94-D70D263B273D}" srcOrd="0" destOrd="0" presId="urn:microsoft.com/office/officeart/2005/8/layout/hierarchy2"/>
    <dgm:cxn modelId="{76019FA9-33AD-4C53-97D0-2D74312612F4}" type="presParOf" srcId="{B2FA9010-DCE4-45A3-BDED-3452F282C727}" destId="{37C7C4B3-F0C5-4E50-8793-6268D35C8B16}" srcOrd="1" destOrd="0" presId="urn:microsoft.com/office/officeart/2005/8/layout/hierarchy2"/>
    <dgm:cxn modelId="{AB741850-C14A-4749-A0FD-AFFA022D58F7}" type="presParOf" srcId="{4D88E8FC-4C51-45D1-A75F-0FF2FEB3BA68}" destId="{B7D31C4F-CFDF-4ED2-9BBE-F88322E500DB}" srcOrd="2" destOrd="0" presId="urn:microsoft.com/office/officeart/2005/8/layout/hierarchy2"/>
    <dgm:cxn modelId="{C78F3E9D-2080-41D0-8003-C68B53D07B17}" type="presParOf" srcId="{B7D31C4F-CFDF-4ED2-9BBE-F88322E500DB}" destId="{4E231847-53F2-42BB-BA3D-E7C0C6068828}" srcOrd="0" destOrd="0" presId="urn:microsoft.com/office/officeart/2005/8/layout/hierarchy2"/>
    <dgm:cxn modelId="{A9FEA586-349A-4819-B45A-E053AFD3181C}" type="presParOf" srcId="{4D88E8FC-4C51-45D1-A75F-0FF2FEB3BA68}" destId="{61DC7741-81D7-4F4A-B6EE-9FA49A82169C}" srcOrd="3" destOrd="0" presId="urn:microsoft.com/office/officeart/2005/8/layout/hierarchy2"/>
    <dgm:cxn modelId="{E62AD840-4D95-400B-A5D1-B8C06E8555A4}" type="presParOf" srcId="{61DC7741-81D7-4F4A-B6EE-9FA49A82169C}" destId="{56295161-E365-4E24-AFE6-2F671EC8B2B6}" srcOrd="0" destOrd="0" presId="urn:microsoft.com/office/officeart/2005/8/layout/hierarchy2"/>
    <dgm:cxn modelId="{2D5154B1-4551-437D-98F1-90D9F84A82B9}" type="presParOf" srcId="{61DC7741-81D7-4F4A-B6EE-9FA49A82169C}" destId="{A97ED382-14DE-45FC-BD75-FA59967323F3}"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E06D83-A3D7-4402-8252-37143526A23F}" type="doc">
      <dgm:prSet loTypeId="urn:microsoft.com/office/officeart/2005/8/layout/vList2" loCatId="list" qsTypeId="urn:microsoft.com/office/officeart/2005/8/quickstyle/simple3" qsCatId="simple" csTypeId="urn:microsoft.com/office/officeart/2005/8/colors/accent0_2" csCatId="mainScheme"/>
      <dgm:spPr/>
      <dgm:t>
        <a:bodyPr/>
        <a:lstStyle/>
        <a:p>
          <a:endParaRPr lang="en-US"/>
        </a:p>
      </dgm:t>
    </dgm:pt>
    <dgm:pt modelId="{3B0BF5A6-489C-4811-9F36-C9005EE0E260}">
      <dgm:prSet custT="1"/>
      <dgm:spPr/>
      <dgm:t>
        <a:bodyPr/>
        <a:lstStyle/>
        <a:p>
          <a:pPr algn="ctr" rtl="0"/>
          <a:r>
            <a:rPr lang="en-US" sz="2800" b="1" u="sng" dirty="0"/>
            <a:t>HTTP/1.0</a:t>
          </a:r>
          <a:endParaRPr lang="en-US" sz="2800" b="1" dirty="0"/>
        </a:p>
      </dgm:t>
    </dgm:pt>
    <dgm:pt modelId="{F05D3826-B679-4206-B68D-2380E738D49B}" type="parTrans" cxnId="{7BE091E8-A621-4601-8477-310D19687F38}">
      <dgm:prSet/>
      <dgm:spPr/>
      <dgm:t>
        <a:bodyPr/>
        <a:lstStyle/>
        <a:p>
          <a:endParaRPr lang="en-US"/>
        </a:p>
      </dgm:t>
    </dgm:pt>
    <dgm:pt modelId="{71A62034-9803-49B6-9469-6E8B5AE49AD6}" type="sibTrans" cxnId="{7BE091E8-A621-4601-8477-310D19687F38}">
      <dgm:prSet/>
      <dgm:spPr/>
      <dgm:t>
        <a:bodyPr/>
        <a:lstStyle/>
        <a:p>
          <a:endParaRPr lang="en-US"/>
        </a:p>
      </dgm:t>
    </dgm:pt>
    <dgm:pt modelId="{2C69E102-9615-4EC1-B341-5E586C475F66}">
      <dgm:prSet/>
      <dgm:spPr/>
      <dgm:t>
        <a:bodyPr/>
        <a:lstStyle/>
        <a:p>
          <a:pPr rtl="0"/>
          <a:r>
            <a:rPr lang="en-US" b="1" dirty="0"/>
            <a:t>Have only 16 status codes</a:t>
          </a:r>
        </a:p>
      </dgm:t>
    </dgm:pt>
    <dgm:pt modelId="{88281ACB-15EF-47FA-A180-779A8E81704D}" type="parTrans" cxnId="{55A9DD5C-24B6-4AC4-A67D-EA22392ACC20}">
      <dgm:prSet/>
      <dgm:spPr/>
      <dgm:t>
        <a:bodyPr/>
        <a:lstStyle/>
        <a:p>
          <a:endParaRPr lang="en-US"/>
        </a:p>
      </dgm:t>
    </dgm:pt>
    <dgm:pt modelId="{43978AFB-4B7F-4AB9-A4F5-056C4F616900}" type="sibTrans" cxnId="{55A9DD5C-24B6-4AC4-A67D-EA22392ACC20}">
      <dgm:prSet/>
      <dgm:spPr/>
      <dgm:t>
        <a:bodyPr/>
        <a:lstStyle/>
        <a:p>
          <a:endParaRPr lang="en-US"/>
        </a:p>
      </dgm:t>
    </dgm:pt>
    <dgm:pt modelId="{574767A9-480F-47B4-A26A-8FAA6B989D42}">
      <dgm:prSet/>
      <dgm:spPr/>
      <dgm:t>
        <a:bodyPr/>
        <a:lstStyle/>
        <a:p>
          <a:pPr rtl="0"/>
          <a:r>
            <a:rPr lang="en-US" b="1" dirty="0"/>
            <a:t>Provides only basic authentication</a:t>
          </a:r>
        </a:p>
      </dgm:t>
    </dgm:pt>
    <dgm:pt modelId="{1AF7BED4-8471-4E8A-AD55-1600515BB9CD}" type="parTrans" cxnId="{1C1C09A1-4AA3-4160-A419-04A7932DB106}">
      <dgm:prSet/>
      <dgm:spPr/>
      <dgm:t>
        <a:bodyPr/>
        <a:lstStyle/>
        <a:p>
          <a:endParaRPr lang="en-US"/>
        </a:p>
      </dgm:t>
    </dgm:pt>
    <dgm:pt modelId="{4AF27A51-5BBC-4A3A-BA31-4ABBDE11BFCA}" type="sibTrans" cxnId="{1C1C09A1-4AA3-4160-A419-04A7932DB106}">
      <dgm:prSet/>
      <dgm:spPr/>
      <dgm:t>
        <a:bodyPr/>
        <a:lstStyle/>
        <a:p>
          <a:endParaRPr lang="en-US"/>
        </a:p>
      </dgm:t>
    </dgm:pt>
    <dgm:pt modelId="{601FC999-D29D-4672-B168-6F1DD00F8DF0}">
      <dgm:prSet/>
      <dgm:spPr/>
      <dgm:t>
        <a:bodyPr/>
        <a:lstStyle/>
        <a:p>
          <a:pPr rtl="0"/>
          <a:r>
            <a:rPr lang="en-US" b="1" dirty="0"/>
            <a:t>Uses Non persistent connection</a:t>
          </a:r>
        </a:p>
      </dgm:t>
    </dgm:pt>
    <dgm:pt modelId="{006E1936-F98A-45BA-BE0E-D14766A573D1}" type="parTrans" cxnId="{4A142CD3-CC71-436F-AD4D-81D3BE1D2A72}">
      <dgm:prSet/>
      <dgm:spPr/>
      <dgm:t>
        <a:bodyPr/>
        <a:lstStyle/>
        <a:p>
          <a:endParaRPr lang="en-US"/>
        </a:p>
      </dgm:t>
    </dgm:pt>
    <dgm:pt modelId="{2941CC10-A181-4C40-93C8-E0CD15386973}" type="sibTrans" cxnId="{4A142CD3-CC71-436F-AD4D-81D3BE1D2A72}">
      <dgm:prSet/>
      <dgm:spPr/>
      <dgm:t>
        <a:bodyPr/>
        <a:lstStyle/>
        <a:p>
          <a:endParaRPr lang="en-US"/>
        </a:p>
      </dgm:t>
    </dgm:pt>
    <dgm:pt modelId="{29E15320-3208-4A41-A658-18D82062DE76}">
      <dgm:prSet/>
      <dgm:spPr/>
      <dgm:t>
        <a:bodyPr/>
        <a:lstStyle/>
        <a:p>
          <a:pPr rtl="0"/>
          <a:r>
            <a:rPr lang="en-US" b="1" dirty="0"/>
            <a:t>RTT is more so bandwidth waste is vast</a:t>
          </a:r>
        </a:p>
      </dgm:t>
    </dgm:pt>
    <dgm:pt modelId="{E378EA0D-C645-49F2-A173-524F95A7A08B}" type="parTrans" cxnId="{5212A49D-3405-48BA-8DAF-0F992F3617B4}">
      <dgm:prSet/>
      <dgm:spPr/>
      <dgm:t>
        <a:bodyPr/>
        <a:lstStyle/>
        <a:p>
          <a:endParaRPr lang="en-US"/>
        </a:p>
      </dgm:t>
    </dgm:pt>
    <dgm:pt modelId="{FC149B5B-7D3E-4613-B04B-0F5EE29D0687}" type="sibTrans" cxnId="{5212A49D-3405-48BA-8DAF-0F992F3617B4}">
      <dgm:prSet/>
      <dgm:spPr/>
      <dgm:t>
        <a:bodyPr/>
        <a:lstStyle/>
        <a:p>
          <a:endParaRPr lang="en-US"/>
        </a:p>
      </dgm:t>
    </dgm:pt>
    <dgm:pt modelId="{8581236B-101D-4083-93E5-4DB1DA0D9E1D}">
      <dgm:prSet/>
      <dgm:spPr/>
      <dgm:t>
        <a:bodyPr/>
        <a:lstStyle/>
        <a:p>
          <a:pPr rtl="0"/>
          <a:r>
            <a:rPr lang="en-US" b="1" dirty="0"/>
            <a:t>Stateless</a:t>
          </a:r>
        </a:p>
      </dgm:t>
    </dgm:pt>
    <dgm:pt modelId="{F4BA5963-ADB1-4BB0-B624-12D83ABCEEDC}" type="parTrans" cxnId="{5C861C44-73B0-4C8D-965E-35969181CA1B}">
      <dgm:prSet/>
      <dgm:spPr/>
      <dgm:t>
        <a:bodyPr/>
        <a:lstStyle/>
        <a:p>
          <a:endParaRPr lang="en-US"/>
        </a:p>
      </dgm:t>
    </dgm:pt>
    <dgm:pt modelId="{81C8F337-C9EF-4D97-A0E9-D4A1DD820AF5}" type="sibTrans" cxnId="{5C861C44-73B0-4C8D-965E-35969181CA1B}">
      <dgm:prSet/>
      <dgm:spPr/>
      <dgm:t>
        <a:bodyPr/>
        <a:lstStyle/>
        <a:p>
          <a:endParaRPr lang="en-US"/>
        </a:p>
      </dgm:t>
    </dgm:pt>
    <dgm:pt modelId="{84CA7842-1756-41BF-9E0C-288B2A15D147}">
      <dgm:prSet/>
      <dgm:spPr/>
      <dgm:t>
        <a:bodyPr/>
        <a:lstStyle/>
        <a:p>
          <a:pPr rtl="0"/>
          <a:r>
            <a:rPr lang="en-US" b="1" dirty="0"/>
            <a:t>Supports only GET POST and HEAD method</a:t>
          </a:r>
        </a:p>
      </dgm:t>
    </dgm:pt>
    <dgm:pt modelId="{C2EDDDFA-B275-4F9F-8583-A81A9A29E258}" type="parTrans" cxnId="{040B11E2-D633-47B1-A840-F8EEC34DB194}">
      <dgm:prSet/>
      <dgm:spPr/>
      <dgm:t>
        <a:bodyPr/>
        <a:lstStyle/>
        <a:p>
          <a:endParaRPr lang="en-US"/>
        </a:p>
      </dgm:t>
    </dgm:pt>
    <dgm:pt modelId="{8947FDDD-BBAA-4374-AB46-B7D38C4CF8FD}" type="sibTrans" cxnId="{040B11E2-D633-47B1-A840-F8EEC34DB194}">
      <dgm:prSet/>
      <dgm:spPr/>
      <dgm:t>
        <a:bodyPr/>
        <a:lstStyle/>
        <a:p>
          <a:endParaRPr lang="en-US"/>
        </a:p>
      </dgm:t>
    </dgm:pt>
    <dgm:pt modelId="{1FA27FE6-F44A-4960-96FB-A5F06E961E35}" type="pres">
      <dgm:prSet presAssocID="{92E06D83-A3D7-4402-8252-37143526A23F}" presName="linear" presStyleCnt="0">
        <dgm:presLayoutVars>
          <dgm:animLvl val="lvl"/>
          <dgm:resizeHandles val="exact"/>
        </dgm:presLayoutVars>
      </dgm:prSet>
      <dgm:spPr/>
    </dgm:pt>
    <dgm:pt modelId="{61B6591B-984A-4E81-83DF-4ABD13C759F2}" type="pres">
      <dgm:prSet presAssocID="{3B0BF5A6-489C-4811-9F36-C9005EE0E260}" presName="parentText" presStyleLbl="node1" presStyleIdx="0" presStyleCnt="7">
        <dgm:presLayoutVars>
          <dgm:chMax val="0"/>
          <dgm:bulletEnabled val="1"/>
        </dgm:presLayoutVars>
      </dgm:prSet>
      <dgm:spPr/>
    </dgm:pt>
    <dgm:pt modelId="{A4917136-5F1D-4B79-8E12-276D91610A60}" type="pres">
      <dgm:prSet presAssocID="{71A62034-9803-49B6-9469-6E8B5AE49AD6}" presName="spacer" presStyleCnt="0"/>
      <dgm:spPr/>
    </dgm:pt>
    <dgm:pt modelId="{6E5573D6-1EA6-4A1B-9C77-F2E534E3BC32}" type="pres">
      <dgm:prSet presAssocID="{2C69E102-9615-4EC1-B341-5E586C475F66}" presName="parentText" presStyleLbl="node1" presStyleIdx="1" presStyleCnt="7">
        <dgm:presLayoutVars>
          <dgm:chMax val="0"/>
          <dgm:bulletEnabled val="1"/>
        </dgm:presLayoutVars>
      </dgm:prSet>
      <dgm:spPr/>
    </dgm:pt>
    <dgm:pt modelId="{7E2E2BC9-D59B-4C37-874F-CFE1DD0DB6EA}" type="pres">
      <dgm:prSet presAssocID="{43978AFB-4B7F-4AB9-A4F5-056C4F616900}" presName="spacer" presStyleCnt="0"/>
      <dgm:spPr/>
    </dgm:pt>
    <dgm:pt modelId="{EDCA5F0A-F5AC-4ED0-94E1-14A15937E3D9}" type="pres">
      <dgm:prSet presAssocID="{574767A9-480F-47B4-A26A-8FAA6B989D42}" presName="parentText" presStyleLbl="node1" presStyleIdx="2" presStyleCnt="7">
        <dgm:presLayoutVars>
          <dgm:chMax val="0"/>
          <dgm:bulletEnabled val="1"/>
        </dgm:presLayoutVars>
      </dgm:prSet>
      <dgm:spPr/>
    </dgm:pt>
    <dgm:pt modelId="{6B89134D-0468-4509-A3AA-E94E10FA434E}" type="pres">
      <dgm:prSet presAssocID="{4AF27A51-5BBC-4A3A-BA31-4ABBDE11BFCA}" presName="spacer" presStyleCnt="0"/>
      <dgm:spPr/>
    </dgm:pt>
    <dgm:pt modelId="{25A97034-0D8E-402F-B311-DCB558EC165D}" type="pres">
      <dgm:prSet presAssocID="{601FC999-D29D-4672-B168-6F1DD00F8DF0}" presName="parentText" presStyleLbl="node1" presStyleIdx="3" presStyleCnt="7">
        <dgm:presLayoutVars>
          <dgm:chMax val="0"/>
          <dgm:bulletEnabled val="1"/>
        </dgm:presLayoutVars>
      </dgm:prSet>
      <dgm:spPr/>
    </dgm:pt>
    <dgm:pt modelId="{43EAF9CF-0DF5-4C93-823C-DB3440B52E32}" type="pres">
      <dgm:prSet presAssocID="{2941CC10-A181-4C40-93C8-E0CD15386973}" presName="spacer" presStyleCnt="0"/>
      <dgm:spPr/>
    </dgm:pt>
    <dgm:pt modelId="{49AD58EC-AE75-4324-A5C9-185768BBF59E}" type="pres">
      <dgm:prSet presAssocID="{29E15320-3208-4A41-A658-18D82062DE76}" presName="parentText" presStyleLbl="node1" presStyleIdx="4" presStyleCnt="7">
        <dgm:presLayoutVars>
          <dgm:chMax val="0"/>
          <dgm:bulletEnabled val="1"/>
        </dgm:presLayoutVars>
      </dgm:prSet>
      <dgm:spPr/>
    </dgm:pt>
    <dgm:pt modelId="{04180C55-89C7-413B-B9F9-5D788D00EC42}" type="pres">
      <dgm:prSet presAssocID="{FC149B5B-7D3E-4613-B04B-0F5EE29D0687}" presName="spacer" presStyleCnt="0"/>
      <dgm:spPr/>
    </dgm:pt>
    <dgm:pt modelId="{109A8D1B-B599-43A9-9545-EB77C774630A}" type="pres">
      <dgm:prSet presAssocID="{8581236B-101D-4083-93E5-4DB1DA0D9E1D}" presName="parentText" presStyleLbl="node1" presStyleIdx="5" presStyleCnt="7">
        <dgm:presLayoutVars>
          <dgm:chMax val="0"/>
          <dgm:bulletEnabled val="1"/>
        </dgm:presLayoutVars>
      </dgm:prSet>
      <dgm:spPr/>
    </dgm:pt>
    <dgm:pt modelId="{45A6B346-6A55-4CE2-8041-A826674ACFDB}" type="pres">
      <dgm:prSet presAssocID="{81C8F337-C9EF-4D97-A0E9-D4A1DD820AF5}" presName="spacer" presStyleCnt="0"/>
      <dgm:spPr/>
    </dgm:pt>
    <dgm:pt modelId="{475D4E7C-7BB9-4E28-A17E-7AD756B3E277}" type="pres">
      <dgm:prSet presAssocID="{84CA7842-1756-41BF-9E0C-288B2A15D147}" presName="parentText" presStyleLbl="node1" presStyleIdx="6" presStyleCnt="7">
        <dgm:presLayoutVars>
          <dgm:chMax val="0"/>
          <dgm:bulletEnabled val="1"/>
        </dgm:presLayoutVars>
      </dgm:prSet>
      <dgm:spPr/>
    </dgm:pt>
  </dgm:ptLst>
  <dgm:cxnLst>
    <dgm:cxn modelId="{D41D3125-26E2-4C85-8892-BB52422D838C}" type="presOf" srcId="{92E06D83-A3D7-4402-8252-37143526A23F}" destId="{1FA27FE6-F44A-4960-96FB-A5F06E961E35}" srcOrd="0" destOrd="0" presId="urn:microsoft.com/office/officeart/2005/8/layout/vList2"/>
    <dgm:cxn modelId="{7EE18E26-21EE-4338-882E-1C2F7384266E}" type="presOf" srcId="{8581236B-101D-4083-93E5-4DB1DA0D9E1D}" destId="{109A8D1B-B599-43A9-9545-EB77C774630A}" srcOrd="0" destOrd="0" presId="urn:microsoft.com/office/officeart/2005/8/layout/vList2"/>
    <dgm:cxn modelId="{55A9DD5C-24B6-4AC4-A67D-EA22392ACC20}" srcId="{92E06D83-A3D7-4402-8252-37143526A23F}" destId="{2C69E102-9615-4EC1-B341-5E586C475F66}" srcOrd="1" destOrd="0" parTransId="{88281ACB-15EF-47FA-A180-779A8E81704D}" sibTransId="{43978AFB-4B7F-4AB9-A4F5-056C4F616900}"/>
    <dgm:cxn modelId="{5C861C44-73B0-4C8D-965E-35969181CA1B}" srcId="{92E06D83-A3D7-4402-8252-37143526A23F}" destId="{8581236B-101D-4083-93E5-4DB1DA0D9E1D}" srcOrd="5" destOrd="0" parTransId="{F4BA5963-ADB1-4BB0-B624-12D83ABCEEDC}" sibTransId="{81C8F337-C9EF-4D97-A0E9-D4A1DD820AF5}"/>
    <dgm:cxn modelId="{FD40B76D-FD46-4382-8160-27735C86E5AB}" type="presOf" srcId="{2C69E102-9615-4EC1-B341-5E586C475F66}" destId="{6E5573D6-1EA6-4A1B-9C77-F2E534E3BC32}" srcOrd="0" destOrd="0" presId="urn:microsoft.com/office/officeart/2005/8/layout/vList2"/>
    <dgm:cxn modelId="{52E08355-B173-41C4-A107-336EB2628761}" type="presOf" srcId="{574767A9-480F-47B4-A26A-8FAA6B989D42}" destId="{EDCA5F0A-F5AC-4ED0-94E1-14A15937E3D9}" srcOrd="0" destOrd="0" presId="urn:microsoft.com/office/officeart/2005/8/layout/vList2"/>
    <dgm:cxn modelId="{0113BD7D-C3F2-472D-B875-3DF94AB675BD}" type="presOf" srcId="{601FC999-D29D-4672-B168-6F1DD00F8DF0}" destId="{25A97034-0D8E-402F-B311-DCB558EC165D}" srcOrd="0" destOrd="0" presId="urn:microsoft.com/office/officeart/2005/8/layout/vList2"/>
    <dgm:cxn modelId="{E70BE889-11E7-412C-B3C9-A5A8AB450D66}" type="presOf" srcId="{29E15320-3208-4A41-A658-18D82062DE76}" destId="{49AD58EC-AE75-4324-A5C9-185768BBF59E}" srcOrd="0" destOrd="0" presId="urn:microsoft.com/office/officeart/2005/8/layout/vList2"/>
    <dgm:cxn modelId="{CCE73D94-C9DB-4E0B-BEC8-454CF47BF225}" type="presOf" srcId="{84CA7842-1756-41BF-9E0C-288B2A15D147}" destId="{475D4E7C-7BB9-4E28-A17E-7AD756B3E277}" srcOrd="0" destOrd="0" presId="urn:microsoft.com/office/officeart/2005/8/layout/vList2"/>
    <dgm:cxn modelId="{5212A49D-3405-48BA-8DAF-0F992F3617B4}" srcId="{92E06D83-A3D7-4402-8252-37143526A23F}" destId="{29E15320-3208-4A41-A658-18D82062DE76}" srcOrd="4" destOrd="0" parTransId="{E378EA0D-C645-49F2-A173-524F95A7A08B}" sibTransId="{FC149B5B-7D3E-4613-B04B-0F5EE29D0687}"/>
    <dgm:cxn modelId="{1C1C09A1-4AA3-4160-A419-04A7932DB106}" srcId="{92E06D83-A3D7-4402-8252-37143526A23F}" destId="{574767A9-480F-47B4-A26A-8FAA6B989D42}" srcOrd="2" destOrd="0" parTransId="{1AF7BED4-8471-4E8A-AD55-1600515BB9CD}" sibTransId="{4AF27A51-5BBC-4A3A-BA31-4ABBDE11BFCA}"/>
    <dgm:cxn modelId="{4A142CD3-CC71-436F-AD4D-81D3BE1D2A72}" srcId="{92E06D83-A3D7-4402-8252-37143526A23F}" destId="{601FC999-D29D-4672-B168-6F1DD00F8DF0}" srcOrd="3" destOrd="0" parTransId="{006E1936-F98A-45BA-BE0E-D14766A573D1}" sibTransId="{2941CC10-A181-4C40-93C8-E0CD15386973}"/>
    <dgm:cxn modelId="{040B11E2-D633-47B1-A840-F8EEC34DB194}" srcId="{92E06D83-A3D7-4402-8252-37143526A23F}" destId="{84CA7842-1756-41BF-9E0C-288B2A15D147}" srcOrd="6" destOrd="0" parTransId="{C2EDDDFA-B275-4F9F-8583-A81A9A29E258}" sibTransId="{8947FDDD-BBAA-4374-AB46-B7D38C4CF8FD}"/>
    <dgm:cxn modelId="{7BE091E8-A621-4601-8477-310D19687F38}" srcId="{92E06D83-A3D7-4402-8252-37143526A23F}" destId="{3B0BF5A6-489C-4811-9F36-C9005EE0E260}" srcOrd="0" destOrd="0" parTransId="{F05D3826-B679-4206-B68D-2380E738D49B}" sibTransId="{71A62034-9803-49B6-9469-6E8B5AE49AD6}"/>
    <dgm:cxn modelId="{11EC05FE-39F9-41B0-AC84-0551F4E19F0C}" type="presOf" srcId="{3B0BF5A6-489C-4811-9F36-C9005EE0E260}" destId="{61B6591B-984A-4E81-83DF-4ABD13C759F2}" srcOrd="0" destOrd="0" presId="urn:microsoft.com/office/officeart/2005/8/layout/vList2"/>
    <dgm:cxn modelId="{F8B8636E-ED57-4683-B679-69C952F6C91F}" type="presParOf" srcId="{1FA27FE6-F44A-4960-96FB-A5F06E961E35}" destId="{61B6591B-984A-4E81-83DF-4ABD13C759F2}" srcOrd="0" destOrd="0" presId="urn:microsoft.com/office/officeart/2005/8/layout/vList2"/>
    <dgm:cxn modelId="{76C55533-B1A9-4DF5-B2E1-316F001F9E1A}" type="presParOf" srcId="{1FA27FE6-F44A-4960-96FB-A5F06E961E35}" destId="{A4917136-5F1D-4B79-8E12-276D91610A60}" srcOrd="1" destOrd="0" presId="urn:microsoft.com/office/officeart/2005/8/layout/vList2"/>
    <dgm:cxn modelId="{72CFC6E8-4DEF-46C7-80D4-37621AC6BAAB}" type="presParOf" srcId="{1FA27FE6-F44A-4960-96FB-A5F06E961E35}" destId="{6E5573D6-1EA6-4A1B-9C77-F2E534E3BC32}" srcOrd="2" destOrd="0" presId="urn:microsoft.com/office/officeart/2005/8/layout/vList2"/>
    <dgm:cxn modelId="{DA1E29C3-3E68-4488-A84D-36793F3EB8E7}" type="presParOf" srcId="{1FA27FE6-F44A-4960-96FB-A5F06E961E35}" destId="{7E2E2BC9-D59B-4C37-874F-CFE1DD0DB6EA}" srcOrd="3" destOrd="0" presId="urn:microsoft.com/office/officeart/2005/8/layout/vList2"/>
    <dgm:cxn modelId="{B18FD9E1-AAE7-4507-B57A-BC928CD31BBA}" type="presParOf" srcId="{1FA27FE6-F44A-4960-96FB-A5F06E961E35}" destId="{EDCA5F0A-F5AC-4ED0-94E1-14A15937E3D9}" srcOrd="4" destOrd="0" presId="urn:microsoft.com/office/officeart/2005/8/layout/vList2"/>
    <dgm:cxn modelId="{DAD82062-68C3-43AD-9B05-74CA810B2261}" type="presParOf" srcId="{1FA27FE6-F44A-4960-96FB-A5F06E961E35}" destId="{6B89134D-0468-4509-A3AA-E94E10FA434E}" srcOrd="5" destOrd="0" presId="urn:microsoft.com/office/officeart/2005/8/layout/vList2"/>
    <dgm:cxn modelId="{447E7739-4DCC-4465-9C6A-1F61F8799B61}" type="presParOf" srcId="{1FA27FE6-F44A-4960-96FB-A5F06E961E35}" destId="{25A97034-0D8E-402F-B311-DCB558EC165D}" srcOrd="6" destOrd="0" presId="urn:microsoft.com/office/officeart/2005/8/layout/vList2"/>
    <dgm:cxn modelId="{C523F506-A335-4EDD-8E58-A3B13BD5FDC5}" type="presParOf" srcId="{1FA27FE6-F44A-4960-96FB-A5F06E961E35}" destId="{43EAF9CF-0DF5-4C93-823C-DB3440B52E32}" srcOrd="7" destOrd="0" presId="urn:microsoft.com/office/officeart/2005/8/layout/vList2"/>
    <dgm:cxn modelId="{98735CF9-337F-4EC1-8238-4583542AF35F}" type="presParOf" srcId="{1FA27FE6-F44A-4960-96FB-A5F06E961E35}" destId="{49AD58EC-AE75-4324-A5C9-185768BBF59E}" srcOrd="8" destOrd="0" presId="urn:microsoft.com/office/officeart/2005/8/layout/vList2"/>
    <dgm:cxn modelId="{1D2C15D2-FAAC-4DA4-8F69-58D0CED7D93B}" type="presParOf" srcId="{1FA27FE6-F44A-4960-96FB-A5F06E961E35}" destId="{04180C55-89C7-413B-B9F9-5D788D00EC42}" srcOrd="9" destOrd="0" presId="urn:microsoft.com/office/officeart/2005/8/layout/vList2"/>
    <dgm:cxn modelId="{1CEB0082-98B3-46C8-9255-CE27A07B73D1}" type="presParOf" srcId="{1FA27FE6-F44A-4960-96FB-A5F06E961E35}" destId="{109A8D1B-B599-43A9-9545-EB77C774630A}" srcOrd="10" destOrd="0" presId="urn:microsoft.com/office/officeart/2005/8/layout/vList2"/>
    <dgm:cxn modelId="{9BE096AC-A35D-4D86-A6A0-B23B5709ADFC}" type="presParOf" srcId="{1FA27FE6-F44A-4960-96FB-A5F06E961E35}" destId="{45A6B346-6A55-4CE2-8041-A826674ACFDB}" srcOrd="11" destOrd="0" presId="urn:microsoft.com/office/officeart/2005/8/layout/vList2"/>
    <dgm:cxn modelId="{20124449-A7F6-42C8-AFCB-3A14D646B512}" type="presParOf" srcId="{1FA27FE6-F44A-4960-96FB-A5F06E961E35}" destId="{475D4E7C-7BB9-4E28-A17E-7AD756B3E277}"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FFA5F7-547A-4580-923F-3A8A433250F3}" type="doc">
      <dgm:prSet loTypeId="urn:microsoft.com/office/officeart/2005/8/layout/vList2" loCatId="list" qsTypeId="urn:microsoft.com/office/officeart/2005/8/quickstyle/simple3" qsCatId="simple" csTypeId="urn:microsoft.com/office/officeart/2005/8/colors/accent0_2" csCatId="mainScheme"/>
      <dgm:spPr/>
      <dgm:t>
        <a:bodyPr/>
        <a:lstStyle/>
        <a:p>
          <a:endParaRPr lang="en-US"/>
        </a:p>
      </dgm:t>
    </dgm:pt>
    <dgm:pt modelId="{401FFC86-A7A1-4638-A197-D5EA9C053009}">
      <dgm:prSet custT="1"/>
      <dgm:spPr/>
      <dgm:t>
        <a:bodyPr/>
        <a:lstStyle/>
        <a:p>
          <a:pPr algn="ctr" rtl="0"/>
          <a:r>
            <a:rPr lang="en-US" sz="2800" b="1" u="sng" dirty="0"/>
            <a:t>HTTP/1.1</a:t>
          </a:r>
          <a:endParaRPr lang="en-US" sz="2800" b="1" dirty="0"/>
        </a:p>
      </dgm:t>
    </dgm:pt>
    <dgm:pt modelId="{377424CF-B00E-4C90-9272-6DE4921EA991}" type="parTrans" cxnId="{B3311AA4-693D-45C4-A592-415A87CF89E8}">
      <dgm:prSet/>
      <dgm:spPr/>
      <dgm:t>
        <a:bodyPr/>
        <a:lstStyle/>
        <a:p>
          <a:endParaRPr lang="en-US"/>
        </a:p>
      </dgm:t>
    </dgm:pt>
    <dgm:pt modelId="{3388F270-E395-4A08-BCAE-EB53664DBD9F}" type="sibTrans" cxnId="{B3311AA4-693D-45C4-A592-415A87CF89E8}">
      <dgm:prSet/>
      <dgm:spPr/>
      <dgm:t>
        <a:bodyPr/>
        <a:lstStyle/>
        <a:p>
          <a:endParaRPr lang="en-US"/>
        </a:p>
      </dgm:t>
    </dgm:pt>
    <dgm:pt modelId="{16D837C0-81FE-4F93-88AF-698BED69C495}">
      <dgm:prSet/>
      <dgm:spPr/>
      <dgm:t>
        <a:bodyPr/>
        <a:lstStyle/>
        <a:p>
          <a:pPr rtl="0"/>
          <a:r>
            <a:rPr lang="en-US" b="1" dirty="0"/>
            <a:t>Have introduced new 24 status code</a:t>
          </a:r>
        </a:p>
      </dgm:t>
    </dgm:pt>
    <dgm:pt modelId="{4F8B5474-BC2B-4D41-84D4-6BD84582D4C3}" type="parTrans" cxnId="{1D6DFD31-0469-4EB0-8D09-CE81DE2B2ECB}">
      <dgm:prSet/>
      <dgm:spPr/>
      <dgm:t>
        <a:bodyPr/>
        <a:lstStyle/>
        <a:p>
          <a:endParaRPr lang="en-US"/>
        </a:p>
      </dgm:t>
    </dgm:pt>
    <dgm:pt modelId="{2E8F3515-D682-4FCB-A101-67C7338D6857}" type="sibTrans" cxnId="{1D6DFD31-0469-4EB0-8D09-CE81DE2B2ECB}">
      <dgm:prSet/>
      <dgm:spPr/>
      <dgm:t>
        <a:bodyPr/>
        <a:lstStyle/>
        <a:p>
          <a:endParaRPr lang="en-US"/>
        </a:p>
      </dgm:t>
    </dgm:pt>
    <dgm:pt modelId="{D7527503-35A3-409D-A992-FF8A77EE49F4}">
      <dgm:prSet/>
      <dgm:spPr/>
      <dgm:t>
        <a:bodyPr/>
        <a:lstStyle/>
        <a:p>
          <a:pPr rtl="0"/>
          <a:r>
            <a:rPr lang="en-US" b="1" dirty="0"/>
            <a:t>Provides strong authentication</a:t>
          </a:r>
        </a:p>
      </dgm:t>
    </dgm:pt>
    <dgm:pt modelId="{0FEEA270-5E74-453A-994F-8A2E51369B62}" type="parTrans" cxnId="{B3DC7FFE-2EBB-48FE-A9D1-F441189C9361}">
      <dgm:prSet/>
      <dgm:spPr/>
      <dgm:t>
        <a:bodyPr/>
        <a:lstStyle/>
        <a:p>
          <a:endParaRPr lang="en-US"/>
        </a:p>
      </dgm:t>
    </dgm:pt>
    <dgm:pt modelId="{9E65783D-8F85-429F-8F23-CB9092AF8A45}" type="sibTrans" cxnId="{B3DC7FFE-2EBB-48FE-A9D1-F441189C9361}">
      <dgm:prSet/>
      <dgm:spPr/>
      <dgm:t>
        <a:bodyPr/>
        <a:lstStyle/>
        <a:p>
          <a:endParaRPr lang="en-US"/>
        </a:p>
      </dgm:t>
    </dgm:pt>
    <dgm:pt modelId="{C77901D3-F2A2-4531-97E2-A7A2EA68D1E9}">
      <dgm:prSet/>
      <dgm:spPr/>
      <dgm:t>
        <a:bodyPr/>
        <a:lstStyle/>
        <a:p>
          <a:pPr rtl="0"/>
          <a:r>
            <a:rPr lang="en-US" b="1" dirty="0"/>
            <a:t>Uses Persistent connection</a:t>
          </a:r>
        </a:p>
      </dgm:t>
    </dgm:pt>
    <dgm:pt modelId="{3EDED8D5-D7D4-4067-8C71-44B144AE9429}" type="parTrans" cxnId="{1585C501-6DC7-416B-8749-34F1DDAE434D}">
      <dgm:prSet/>
      <dgm:spPr/>
      <dgm:t>
        <a:bodyPr/>
        <a:lstStyle/>
        <a:p>
          <a:endParaRPr lang="en-US"/>
        </a:p>
      </dgm:t>
    </dgm:pt>
    <dgm:pt modelId="{F9107142-310B-4490-B0B2-D04DC7A36B87}" type="sibTrans" cxnId="{1585C501-6DC7-416B-8749-34F1DDAE434D}">
      <dgm:prSet/>
      <dgm:spPr/>
      <dgm:t>
        <a:bodyPr/>
        <a:lstStyle/>
        <a:p>
          <a:endParaRPr lang="en-US"/>
        </a:p>
      </dgm:t>
    </dgm:pt>
    <dgm:pt modelId="{D2D2DA58-89E9-4FEC-8E52-EFB0A32FB24B}">
      <dgm:prSet/>
      <dgm:spPr/>
      <dgm:t>
        <a:bodyPr/>
        <a:lstStyle/>
        <a:p>
          <a:pPr rtl="0"/>
          <a:r>
            <a:rPr lang="en-US" b="1" dirty="0"/>
            <a:t>RTT is less so bandwidth utilization is good</a:t>
          </a:r>
        </a:p>
      </dgm:t>
    </dgm:pt>
    <dgm:pt modelId="{7602D89C-37D4-41EA-B263-C35FA4B79969}" type="parTrans" cxnId="{46F9F57E-4579-481D-8540-65DE8C045DA0}">
      <dgm:prSet/>
      <dgm:spPr/>
      <dgm:t>
        <a:bodyPr/>
        <a:lstStyle/>
        <a:p>
          <a:endParaRPr lang="en-US"/>
        </a:p>
      </dgm:t>
    </dgm:pt>
    <dgm:pt modelId="{FAD58444-F8F3-426F-B1A8-14C925C46344}" type="sibTrans" cxnId="{46F9F57E-4579-481D-8540-65DE8C045DA0}">
      <dgm:prSet/>
      <dgm:spPr/>
      <dgm:t>
        <a:bodyPr/>
        <a:lstStyle/>
        <a:p>
          <a:endParaRPr lang="en-US"/>
        </a:p>
      </dgm:t>
    </dgm:pt>
    <dgm:pt modelId="{A34AE0E1-C9BE-4B02-B0D2-46B123896B54}">
      <dgm:prSet/>
      <dgm:spPr/>
      <dgm:t>
        <a:bodyPr/>
        <a:lstStyle/>
        <a:p>
          <a:pPr rtl="0"/>
          <a:r>
            <a:rPr lang="en-US" b="1" dirty="0"/>
            <a:t>Uses cookies as state management mechanism</a:t>
          </a:r>
        </a:p>
      </dgm:t>
    </dgm:pt>
    <dgm:pt modelId="{5FCFFCD2-8A91-4C1E-B16A-0926F373F26D}" type="parTrans" cxnId="{FEF77F89-B9A3-46B8-9DAF-DC8F81AD0619}">
      <dgm:prSet/>
      <dgm:spPr/>
      <dgm:t>
        <a:bodyPr/>
        <a:lstStyle/>
        <a:p>
          <a:endParaRPr lang="en-US"/>
        </a:p>
      </dgm:t>
    </dgm:pt>
    <dgm:pt modelId="{FA9AAA66-ACCA-4C63-8C32-E66E4462481F}" type="sibTrans" cxnId="{FEF77F89-B9A3-46B8-9DAF-DC8F81AD0619}">
      <dgm:prSet/>
      <dgm:spPr/>
      <dgm:t>
        <a:bodyPr/>
        <a:lstStyle/>
        <a:p>
          <a:endParaRPr lang="en-US"/>
        </a:p>
      </dgm:t>
    </dgm:pt>
    <dgm:pt modelId="{5FC5CA2B-4782-46FE-B513-615C5286A812}">
      <dgm:prSet/>
      <dgm:spPr/>
      <dgm:t>
        <a:bodyPr/>
        <a:lstStyle/>
        <a:p>
          <a:pPr rtl="0"/>
          <a:r>
            <a:rPr lang="en-US" b="1" dirty="0"/>
            <a:t>Supports GET, POST, HEAD,PUT and DELETE</a:t>
          </a:r>
        </a:p>
      </dgm:t>
    </dgm:pt>
    <dgm:pt modelId="{6317CA8F-2380-4C7C-AA2D-0568D970FA4B}" type="parTrans" cxnId="{54A1EEB9-8BC2-471E-9804-9D09AF2DB251}">
      <dgm:prSet/>
      <dgm:spPr/>
      <dgm:t>
        <a:bodyPr/>
        <a:lstStyle/>
        <a:p>
          <a:endParaRPr lang="en-US"/>
        </a:p>
      </dgm:t>
    </dgm:pt>
    <dgm:pt modelId="{622D91A1-7B14-4265-A2B3-CC2C33D24733}" type="sibTrans" cxnId="{54A1EEB9-8BC2-471E-9804-9D09AF2DB251}">
      <dgm:prSet/>
      <dgm:spPr/>
      <dgm:t>
        <a:bodyPr/>
        <a:lstStyle/>
        <a:p>
          <a:endParaRPr lang="en-US"/>
        </a:p>
      </dgm:t>
    </dgm:pt>
    <dgm:pt modelId="{109FE0B5-0929-4939-B79E-2F4B6989798C}" type="pres">
      <dgm:prSet presAssocID="{C2FFA5F7-547A-4580-923F-3A8A433250F3}" presName="linear" presStyleCnt="0">
        <dgm:presLayoutVars>
          <dgm:animLvl val="lvl"/>
          <dgm:resizeHandles val="exact"/>
        </dgm:presLayoutVars>
      </dgm:prSet>
      <dgm:spPr/>
    </dgm:pt>
    <dgm:pt modelId="{DECA9FB3-BDA7-4BEF-A2BA-641E7986876A}" type="pres">
      <dgm:prSet presAssocID="{401FFC86-A7A1-4638-A197-D5EA9C053009}" presName="parentText" presStyleLbl="node1" presStyleIdx="0" presStyleCnt="7">
        <dgm:presLayoutVars>
          <dgm:chMax val="0"/>
          <dgm:bulletEnabled val="1"/>
        </dgm:presLayoutVars>
      </dgm:prSet>
      <dgm:spPr/>
    </dgm:pt>
    <dgm:pt modelId="{34E2EF6E-1542-410D-9810-2058CBE56EB7}" type="pres">
      <dgm:prSet presAssocID="{3388F270-E395-4A08-BCAE-EB53664DBD9F}" presName="spacer" presStyleCnt="0"/>
      <dgm:spPr/>
    </dgm:pt>
    <dgm:pt modelId="{2ED99546-4258-46A8-9CC3-7BE2B5B91CBE}" type="pres">
      <dgm:prSet presAssocID="{16D837C0-81FE-4F93-88AF-698BED69C495}" presName="parentText" presStyleLbl="node1" presStyleIdx="1" presStyleCnt="7">
        <dgm:presLayoutVars>
          <dgm:chMax val="0"/>
          <dgm:bulletEnabled val="1"/>
        </dgm:presLayoutVars>
      </dgm:prSet>
      <dgm:spPr/>
    </dgm:pt>
    <dgm:pt modelId="{FB6E62F8-EDF6-4AE2-ADAA-F905A0D3A324}" type="pres">
      <dgm:prSet presAssocID="{2E8F3515-D682-4FCB-A101-67C7338D6857}" presName="spacer" presStyleCnt="0"/>
      <dgm:spPr/>
    </dgm:pt>
    <dgm:pt modelId="{0BB5AE0B-DF8E-4108-A3C0-CABB6B8E8FF4}" type="pres">
      <dgm:prSet presAssocID="{D7527503-35A3-409D-A992-FF8A77EE49F4}" presName="parentText" presStyleLbl="node1" presStyleIdx="2" presStyleCnt="7">
        <dgm:presLayoutVars>
          <dgm:chMax val="0"/>
          <dgm:bulletEnabled val="1"/>
        </dgm:presLayoutVars>
      </dgm:prSet>
      <dgm:spPr/>
    </dgm:pt>
    <dgm:pt modelId="{3D775D05-ABE0-401E-9D48-D6B0D58654D9}" type="pres">
      <dgm:prSet presAssocID="{9E65783D-8F85-429F-8F23-CB9092AF8A45}" presName="spacer" presStyleCnt="0"/>
      <dgm:spPr/>
    </dgm:pt>
    <dgm:pt modelId="{BE457915-AD6C-43B7-A5E5-EF8EE35CD83F}" type="pres">
      <dgm:prSet presAssocID="{C77901D3-F2A2-4531-97E2-A7A2EA68D1E9}" presName="parentText" presStyleLbl="node1" presStyleIdx="3" presStyleCnt="7">
        <dgm:presLayoutVars>
          <dgm:chMax val="0"/>
          <dgm:bulletEnabled val="1"/>
        </dgm:presLayoutVars>
      </dgm:prSet>
      <dgm:spPr/>
    </dgm:pt>
    <dgm:pt modelId="{3F906ED4-8227-4361-8E5E-390EF6D97903}" type="pres">
      <dgm:prSet presAssocID="{F9107142-310B-4490-B0B2-D04DC7A36B87}" presName="spacer" presStyleCnt="0"/>
      <dgm:spPr/>
    </dgm:pt>
    <dgm:pt modelId="{44BFAE7A-C892-407C-967E-DF5722B0AC14}" type="pres">
      <dgm:prSet presAssocID="{D2D2DA58-89E9-4FEC-8E52-EFB0A32FB24B}" presName="parentText" presStyleLbl="node1" presStyleIdx="4" presStyleCnt="7">
        <dgm:presLayoutVars>
          <dgm:chMax val="0"/>
          <dgm:bulletEnabled val="1"/>
        </dgm:presLayoutVars>
      </dgm:prSet>
      <dgm:spPr/>
    </dgm:pt>
    <dgm:pt modelId="{4FC75A54-D374-47D6-AD0A-754FF2853862}" type="pres">
      <dgm:prSet presAssocID="{FAD58444-F8F3-426F-B1A8-14C925C46344}" presName="spacer" presStyleCnt="0"/>
      <dgm:spPr/>
    </dgm:pt>
    <dgm:pt modelId="{93C055F6-6921-40CA-8ED2-72E63EF606B5}" type="pres">
      <dgm:prSet presAssocID="{A34AE0E1-C9BE-4B02-B0D2-46B123896B54}" presName="parentText" presStyleLbl="node1" presStyleIdx="5" presStyleCnt="7">
        <dgm:presLayoutVars>
          <dgm:chMax val="0"/>
          <dgm:bulletEnabled val="1"/>
        </dgm:presLayoutVars>
      </dgm:prSet>
      <dgm:spPr/>
    </dgm:pt>
    <dgm:pt modelId="{11C1B4C5-9501-46D4-A3F1-0456744FF671}" type="pres">
      <dgm:prSet presAssocID="{FA9AAA66-ACCA-4C63-8C32-E66E4462481F}" presName="spacer" presStyleCnt="0"/>
      <dgm:spPr/>
    </dgm:pt>
    <dgm:pt modelId="{3B9082B2-9514-46B9-AA47-FFF9DA79D63B}" type="pres">
      <dgm:prSet presAssocID="{5FC5CA2B-4782-46FE-B513-615C5286A812}" presName="parentText" presStyleLbl="node1" presStyleIdx="6" presStyleCnt="7">
        <dgm:presLayoutVars>
          <dgm:chMax val="0"/>
          <dgm:bulletEnabled val="1"/>
        </dgm:presLayoutVars>
      </dgm:prSet>
      <dgm:spPr/>
    </dgm:pt>
  </dgm:ptLst>
  <dgm:cxnLst>
    <dgm:cxn modelId="{1585C501-6DC7-416B-8749-34F1DDAE434D}" srcId="{C2FFA5F7-547A-4580-923F-3A8A433250F3}" destId="{C77901D3-F2A2-4531-97E2-A7A2EA68D1E9}" srcOrd="3" destOrd="0" parTransId="{3EDED8D5-D7D4-4067-8C71-44B144AE9429}" sibTransId="{F9107142-310B-4490-B0B2-D04DC7A36B87}"/>
    <dgm:cxn modelId="{2FC28E16-1219-44E6-94B2-950439E5EE59}" type="presOf" srcId="{C77901D3-F2A2-4531-97E2-A7A2EA68D1E9}" destId="{BE457915-AD6C-43B7-A5E5-EF8EE35CD83F}" srcOrd="0" destOrd="0" presId="urn:microsoft.com/office/officeart/2005/8/layout/vList2"/>
    <dgm:cxn modelId="{1D6DFD31-0469-4EB0-8D09-CE81DE2B2ECB}" srcId="{C2FFA5F7-547A-4580-923F-3A8A433250F3}" destId="{16D837C0-81FE-4F93-88AF-698BED69C495}" srcOrd="1" destOrd="0" parTransId="{4F8B5474-BC2B-4D41-84D4-6BD84582D4C3}" sibTransId="{2E8F3515-D682-4FCB-A101-67C7338D6857}"/>
    <dgm:cxn modelId="{1C26A537-932B-4573-8D40-C1A0EBCA759F}" type="presOf" srcId="{C2FFA5F7-547A-4580-923F-3A8A433250F3}" destId="{109FE0B5-0929-4939-B79E-2F4B6989798C}" srcOrd="0" destOrd="0" presId="urn:microsoft.com/office/officeart/2005/8/layout/vList2"/>
    <dgm:cxn modelId="{999F593C-68CC-4DCA-A1E1-52137A8A7C0A}" type="presOf" srcId="{D7527503-35A3-409D-A992-FF8A77EE49F4}" destId="{0BB5AE0B-DF8E-4108-A3C0-CABB6B8E8FF4}" srcOrd="0" destOrd="0" presId="urn:microsoft.com/office/officeart/2005/8/layout/vList2"/>
    <dgm:cxn modelId="{1806904B-6F4B-4DB5-A342-DDF907435877}" type="presOf" srcId="{5FC5CA2B-4782-46FE-B513-615C5286A812}" destId="{3B9082B2-9514-46B9-AA47-FFF9DA79D63B}" srcOrd="0" destOrd="0" presId="urn:microsoft.com/office/officeart/2005/8/layout/vList2"/>
    <dgm:cxn modelId="{FF900A7C-4A47-4BD1-93E9-62ED0CA80A17}" type="presOf" srcId="{A34AE0E1-C9BE-4B02-B0D2-46B123896B54}" destId="{93C055F6-6921-40CA-8ED2-72E63EF606B5}" srcOrd="0" destOrd="0" presId="urn:microsoft.com/office/officeart/2005/8/layout/vList2"/>
    <dgm:cxn modelId="{46F9F57E-4579-481D-8540-65DE8C045DA0}" srcId="{C2FFA5F7-547A-4580-923F-3A8A433250F3}" destId="{D2D2DA58-89E9-4FEC-8E52-EFB0A32FB24B}" srcOrd="4" destOrd="0" parTransId="{7602D89C-37D4-41EA-B263-C35FA4B79969}" sibTransId="{FAD58444-F8F3-426F-B1A8-14C925C46344}"/>
    <dgm:cxn modelId="{B5ACA780-FB3F-4E2A-85F5-3E20193B2903}" type="presOf" srcId="{D2D2DA58-89E9-4FEC-8E52-EFB0A32FB24B}" destId="{44BFAE7A-C892-407C-967E-DF5722B0AC14}" srcOrd="0" destOrd="0" presId="urn:microsoft.com/office/officeart/2005/8/layout/vList2"/>
    <dgm:cxn modelId="{FEF77F89-B9A3-46B8-9DAF-DC8F81AD0619}" srcId="{C2FFA5F7-547A-4580-923F-3A8A433250F3}" destId="{A34AE0E1-C9BE-4B02-B0D2-46B123896B54}" srcOrd="5" destOrd="0" parTransId="{5FCFFCD2-8A91-4C1E-B16A-0926F373F26D}" sibTransId="{FA9AAA66-ACCA-4C63-8C32-E66E4462481F}"/>
    <dgm:cxn modelId="{B3311AA4-693D-45C4-A592-415A87CF89E8}" srcId="{C2FFA5F7-547A-4580-923F-3A8A433250F3}" destId="{401FFC86-A7A1-4638-A197-D5EA9C053009}" srcOrd="0" destOrd="0" parTransId="{377424CF-B00E-4C90-9272-6DE4921EA991}" sibTransId="{3388F270-E395-4A08-BCAE-EB53664DBD9F}"/>
    <dgm:cxn modelId="{54A1EEB9-8BC2-471E-9804-9D09AF2DB251}" srcId="{C2FFA5F7-547A-4580-923F-3A8A433250F3}" destId="{5FC5CA2B-4782-46FE-B513-615C5286A812}" srcOrd="6" destOrd="0" parTransId="{6317CA8F-2380-4C7C-AA2D-0568D970FA4B}" sibTransId="{622D91A1-7B14-4265-A2B3-CC2C33D24733}"/>
    <dgm:cxn modelId="{3FC2E7BA-32A5-45AE-9F98-B2EA08E60C30}" type="presOf" srcId="{401FFC86-A7A1-4638-A197-D5EA9C053009}" destId="{DECA9FB3-BDA7-4BEF-A2BA-641E7986876A}" srcOrd="0" destOrd="0" presId="urn:microsoft.com/office/officeart/2005/8/layout/vList2"/>
    <dgm:cxn modelId="{D2AECDBC-43F3-40A6-ACBC-807E36A11118}" type="presOf" srcId="{16D837C0-81FE-4F93-88AF-698BED69C495}" destId="{2ED99546-4258-46A8-9CC3-7BE2B5B91CBE}" srcOrd="0" destOrd="0" presId="urn:microsoft.com/office/officeart/2005/8/layout/vList2"/>
    <dgm:cxn modelId="{B3DC7FFE-2EBB-48FE-A9D1-F441189C9361}" srcId="{C2FFA5F7-547A-4580-923F-3A8A433250F3}" destId="{D7527503-35A3-409D-A992-FF8A77EE49F4}" srcOrd="2" destOrd="0" parTransId="{0FEEA270-5E74-453A-994F-8A2E51369B62}" sibTransId="{9E65783D-8F85-429F-8F23-CB9092AF8A45}"/>
    <dgm:cxn modelId="{503F89AC-F548-4F8D-BEB6-08F52BF8E4A8}" type="presParOf" srcId="{109FE0B5-0929-4939-B79E-2F4B6989798C}" destId="{DECA9FB3-BDA7-4BEF-A2BA-641E7986876A}" srcOrd="0" destOrd="0" presId="urn:microsoft.com/office/officeart/2005/8/layout/vList2"/>
    <dgm:cxn modelId="{AEE2DE76-210C-4210-BEC7-C72A2B7A5008}" type="presParOf" srcId="{109FE0B5-0929-4939-B79E-2F4B6989798C}" destId="{34E2EF6E-1542-410D-9810-2058CBE56EB7}" srcOrd="1" destOrd="0" presId="urn:microsoft.com/office/officeart/2005/8/layout/vList2"/>
    <dgm:cxn modelId="{63F109F2-8A00-4833-B15D-E16A3A5C7F6E}" type="presParOf" srcId="{109FE0B5-0929-4939-B79E-2F4B6989798C}" destId="{2ED99546-4258-46A8-9CC3-7BE2B5B91CBE}" srcOrd="2" destOrd="0" presId="urn:microsoft.com/office/officeart/2005/8/layout/vList2"/>
    <dgm:cxn modelId="{EB15BCC8-CAB3-407E-9DB9-57D7BD54215B}" type="presParOf" srcId="{109FE0B5-0929-4939-B79E-2F4B6989798C}" destId="{FB6E62F8-EDF6-4AE2-ADAA-F905A0D3A324}" srcOrd="3" destOrd="0" presId="urn:microsoft.com/office/officeart/2005/8/layout/vList2"/>
    <dgm:cxn modelId="{7B9FEF50-9F0E-483A-81DD-088F17875D4C}" type="presParOf" srcId="{109FE0B5-0929-4939-B79E-2F4B6989798C}" destId="{0BB5AE0B-DF8E-4108-A3C0-CABB6B8E8FF4}" srcOrd="4" destOrd="0" presId="urn:microsoft.com/office/officeart/2005/8/layout/vList2"/>
    <dgm:cxn modelId="{AB1B01FA-9B43-4CF9-85FF-9B91E7F76236}" type="presParOf" srcId="{109FE0B5-0929-4939-B79E-2F4B6989798C}" destId="{3D775D05-ABE0-401E-9D48-D6B0D58654D9}" srcOrd="5" destOrd="0" presId="urn:microsoft.com/office/officeart/2005/8/layout/vList2"/>
    <dgm:cxn modelId="{8596ABD2-4A74-4ED8-82CC-CE9FCDF8B27D}" type="presParOf" srcId="{109FE0B5-0929-4939-B79E-2F4B6989798C}" destId="{BE457915-AD6C-43B7-A5E5-EF8EE35CD83F}" srcOrd="6" destOrd="0" presId="urn:microsoft.com/office/officeart/2005/8/layout/vList2"/>
    <dgm:cxn modelId="{65853879-0005-4AD9-8D08-778423EAF192}" type="presParOf" srcId="{109FE0B5-0929-4939-B79E-2F4B6989798C}" destId="{3F906ED4-8227-4361-8E5E-390EF6D97903}" srcOrd="7" destOrd="0" presId="urn:microsoft.com/office/officeart/2005/8/layout/vList2"/>
    <dgm:cxn modelId="{B47CAA6D-C081-47D2-9D65-04164A7A51B0}" type="presParOf" srcId="{109FE0B5-0929-4939-B79E-2F4B6989798C}" destId="{44BFAE7A-C892-407C-967E-DF5722B0AC14}" srcOrd="8" destOrd="0" presId="urn:microsoft.com/office/officeart/2005/8/layout/vList2"/>
    <dgm:cxn modelId="{FE2BE1C9-DF5D-423F-9F31-1E47E2710AA8}" type="presParOf" srcId="{109FE0B5-0929-4939-B79E-2F4B6989798C}" destId="{4FC75A54-D374-47D6-AD0A-754FF2853862}" srcOrd="9" destOrd="0" presId="urn:microsoft.com/office/officeart/2005/8/layout/vList2"/>
    <dgm:cxn modelId="{B55AA67D-BC51-4F8B-B141-2C06A6FCE2FD}" type="presParOf" srcId="{109FE0B5-0929-4939-B79E-2F4B6989798C}" destId="{93C055F6-6921-40CA-8ED2-72E63EF606B5}" srcOrd="10" destOrd="0" presId="urn:microsoft.com/office/officeart/2005/8/layout/vList2"/>
    <dgm:cxn modelId="{A6B42103-FEF0-4F08-B7D1-3AE21DE15316}" type="presParOf" srcId="{109FE0B5-0929-4939-B79E-2F4B6989798C}" destId="{11C1B4C5-9501-46D4-A3F1-0456744FF671}" srcOrd="11" destOrd="0" presId="urn:microsoft.com/office/officeart/2005/8/layout/vList2"/>
    <dgm:cxn modelId="{906025EC-415B-474F-A998-E780B09EE250}" type="presParOf" srcId="{109FE0B5-0929-4939-B79E-2F4B6989798C}" destId="{3B9082B2-9514-46B9-AA47-FFF9DA79D63B}" srcOrd="1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075A220-1D2C-4F86-907C-FFA525A206CA}" type="doc">
      <dgm:prSet loTypeId="urn:microsoft.com/office/officeart/2005/8/layout/vList2" loCatId="list" qsTypeId="urn:microsoft.com/office/officeart/2005/8/quickstyle/simple2" qsCatId="simple" csTypeId="urn:microsoft.com/office/officeart/2005/8/colors/accent1_1" csCatId="accent1" phldr="1"/>
      <dgm:spPr/>
      <dgm:t>
        <a:bodyPr/>
        <a:lstStyle/>
        <a:p>
          <a:endParaRPr lang="en-US"/>
        </a:p>
      </dgm:t>
    </dgm:pt>
    <dgm:pt modelId="{810F3F48-66FF-49CD-8DAA-1823457CEC03}">
      <dgm:prSet/>
      <dgm:spPr/>
      <dgm:t>
        <a:bodyPr/>
        <a:lstStyle/>
        <a:p>
          <a:pPr rtl="0"/>
          <a:r>
            <a:rPr lang="en-US" b="0" dirty="0">
              <a:solidFill>
                <a:schemeClr val="bg1">
                  <a:lumMod val="65000"/>
                </a:schemeClr>
              </a:solidFill>
            </a:rPr>
            <a:t>Hyper Text Transfer Protocol (HTTP), </a:t>
          </a:r>
        </a:p>
      </dgm:t>
    </dgm:pt>
    <dgm:pt modelId="{94E584A9-8091-43B6-9790-D1ABB7ECA314}" type="parTrans" cxnId="{541F0B4A-5425-4AB9-AD18-4B6EA553AD29}">
      <dgm:prSet/>
      <dgm:spPr/>
      <dgm:t>
        <a:bodyPr/>
        <a:lstStyle/>
        <a:p>
          <a:endParaRPr lang="en-US"/>
        </a:p>
      </dgm:t>
    </dgm:pt>
    <dgm:pt modelId="{1F6B4140-69BA-4F84-A294-1AEA20BF5D65}" type="sibTrans" cxnId="{541F0B4A-5425-4AB9-AD18-4B6EA553AD29}">
      <dgm:prSet/>
      <dgm:spPr/>
      <dgm:t>
        <a:bodyPr/>
        <a:lstStyle/>
        <a:p>
          <a:endParaRPr lang="en-US"/>
        </a:p>
      </dgm:t>
    </dgm:pt>
    <dgm:pt modelId="{4A57B75E-38D0-44F2-BAFD-5D323F84AABD}">
      <dgm:prSet/>
      <dgm:spPr/>
      <dgm:t>
        <a:bodyPr/>
        <a:lstStyle/>
        <a:p>
          <a:pPr rtl="0"/>
          <a:r>
            <a:rPr lang="en-US"/>
            <a:t>Email: SMTP, MIME, POP3, Webmail,</a:t>
          </a:r>
        </a:p>
      </dgm:t>
    </dgm:pt>
    <dgm:pt modelId="{C7CF776E-32C3-4944-A258-18B342D91B8F}" type="parTrans" cxnId="{9C1AFE77-1CE1-4854-A1CA-CDC119B58F46}">
      <dgm:prSet/>
      <dgm:spPr/>
      <dgm:t>
        <a:bodyPr/>
        <a:lstStyle/>
        <a:p>
          <a:endParaRPr lang="en-US"/>
        </a:p>
      </dgm:t>
    </dgm:pt>
    <dgm:pt modelId="{8512AD50-4FEA-41F4-927A-24F6AF80B943}" type="sibTrans" cxnId="{9C1AFE77-1CE1-4854-A1CA-CDC119B58F46}">
      <dgm:prSet/>
      <dgm:spPr/>
      <dgm:t>
        <a:bodyPr/>
        <a:lstStyle/>
        <a:p>
          <a:endParaRPr lang="en-US"/>
        </a:p>
      </dgm:t>
    </dgm:pt>
    <dgm:pt modelId="{DD4EC2C3-7955-4096-854C-AFD25C2BD4E2}">
      <dgm:prSet/>
      <dgm:spPr/>
      <dgm:t>
        <a:bodyPr/>
        <a:lstStyle/>
        <a:p>
          <a:pPr rtl="0"/>
          <a:r>
            <a:rPr lang="en-US"/>
            <a:t>TELNET, </a:t>
          </a:r>
        </a:p>
      </dgm:t>
    </dgm:pt>
    <dgm:pt modelId="{D6AF8E8B-169D-4247-9925-220AA8CEDEDD}" type="parTrans" cxnId="{6F1FB305-C4D2-4A6C-81BD-F692CB1156FD}">
      <dgm:prSet/>
      <dgm:spPr/>
      <dgm:t>
        <a:bodyPr/>
        <a:lstStyle/>
        <a:p>
          <a:endParaRPr lang="en-US"/>
        </a:p>
      </dgm:t>
    </dgm:pt>
    <dgm:pt modelId="{B421C451-60E0-4C93-9A14-10220235284D}" type="sibTrans" cxnId="{6F1FB305-C4D2-4A6C-81BD-F692CB1156FD}">
      <dgm:prSet/>
      <dgm:spPr/>
      <dgm:t>
        <a:bodyPr/>
        <a:lstStyle/>
        <a:p>
          <a:endParaRPr lang="en-US"/>
        </a:p>
      </dgm:t>
    </dgm:pt>
    <dgm:pt modelId="{AA560C6A-4103-4DDD-A74D-B7D92F38491C}">
      <dgm:prSet/>
      <dgm:spPr/>
      <dgm:t>
        <a:bodyPr/>
        <a:lstStyle/>
        <a:p>
          <a:pPr rtl="0"/>
          <a:r>
            <a:rPr lang="en-US"/>
            <a:t>Dynamic Host Control Protocol (DHCP), </a:t>
          </a:r>
        </a:p>
      </dgm:t>
    </dgm:pt>
    <dgm:pt modelId="{9CF6900C-0D0D-486F-85BA-B10AE4434F20}" type="parTrans" cxnId="{BD434B37-2C15-476B-B91D-3064061DEDD8}">
      <dgm:prSet/>
      <dgm:spPr/>
      <dgm:t>
        <a:bodyPr/>
        <a:lstStyle/>
        <a:p>
          <a:endParaRPr lang="en-US"/>
        </a:p>
      </dgm:t>
    </dgm:pt>
    <dgm:pt modelId="{F06774C2-5AAF-433B-A2BE-2D48032DCB97}" type="sibTrans" cxnId="{BD434B37-2C15-476B-B91D-3064061DEDD8}">
      <dgm:prSet/>
      <dgm:spPr/>
      <dgm:t>
        <a:bodyPr/>
        <a:lstStyle/>
        <a:p>
          <a:endParaRPr lang="en-US"/>
        </a:p>
      </dgm:t>
    </dgm:pt>
    <dgm:pt modelId="{9E60C330-70D0-456A-9DDA-FC0443B0D9C7}">
      <dgm:prSet/>
      <dgm:spPr/>
      <dgm:t>
        <a:bodyPr/>
        <a:lstStyle/>
        <a:p>
          <a:pPr rtl="0"/>
          <a:r>
            <a:rPr lang="en-US"/>
            <a:t>Simple Network Management Protocol (SNMP). </a:t>
          </a:r>
        </a:p>
      </dgm:t>
    </dgm:pt>
    <dgm:pt modelId="{BC92BF08-B3B1-4BA4-A0E6-02675D4E6A8A}" type="parTrans" cxnId="{687CA682-3C58-4A5C-BF4B-A6334D28EB7E}">
      <dgm:prSet/>
      <dgm:spPr/>
      <dgm:t>
        <a:bodyPr/>
        <a:lstStyle/>
        <a:p>
          <a:endParaRPr lang="en-US"/>
        </a:p>
      </dgm:t>
    </dgm:pt>
    <dgm:pt modelId="{36C02FF4-9BDA-4ED4-A0F0-62954E88C63C}" type="sibTrans" cxnId="{687CA682-3C58-4A5C-BF4B-A6334D28EB7E}">
      <dgm:prSet/>
      <dgm:spPr/>
      <dgm:t>
        <a:bodyPr/>
        <a:lstStyle/>
        <a:p>
          <a:endParaRPr lang="en-US"/>
        </a:p>
      </dgm:t>
    </dgm:pt>
    <dgm:pt modelId="{1A571728-6463-4867-ACD9-1399DAF2CFB2}">
      <dgm:prSet/>
      <dgm:spPr/>
      <dgm:t>
        <a:bodyPr/>
        <a:lstStyle/>
        <a:p>
          <a:pPr rtl="0"/>
          <a:r>
            <a:rPr lang="en-US" b="1" dirty="0">
              <a:solidFill>
                <a:srgbClr val="FF0000"/>
              </a:solidFill>
            </a:rPr>
            <a:t>FTP, </a:t>
          </a:r>
        </a:p>
      </dgm:t>
    </dgm:pt>
    <dgm:pt modelId="{56C34691-7DD7-4C88-8877-8C4E2FB49BB4}" type="sibTrans" cxnId="{53160DF3-9D35-4EFA-937B-B7B98C3B33D1}">
      <dgm:prSet/>
      <dgm:spPr/>
      <dgm:t>
        <a:bodyPr/>
        <a:lstStyle/>
        <a:p>
          <a:endParaRPr lang="en-US"/>
        </a:p>
      </dgm:t>
    </dgm:pt>
    <dgm:pt modelId="{B2E4F2C4-EBCB-41C5-8DA0-BB6E623EB0FD}" type="parTrans" cxnId="{53160DF3-9D35-4EFA-937B-B7B98C3B33D1}">
      <dgm:prSet/>
      <dgm:spPr/>
      <dgm:t>
        <a:bodyPr/>
        <a:lstStyle/>
        <a:p>
          <a:endParaRPr lang="en-US"/>
        </a:p>
      </dgm:t>
    </dgm:pt>
    <dgm:pt modelId="{D99213FD-EA02-4158-9A8B-48189E7C331F}">
      <dgm:prSet/>
      <dgm:spPr/>
      <dgm:t>
        <a:bodyPr/>
        <a:lstStyle/>
        <a:p>
          <a:r>
            <a:rPr lang="en-US"/>
            <a:t>Domain Name System (DNS), </a:t>
          </a:r>
        </a:p>
      </dgm:t>
    </dgm:pt>
    <dgm:pt modelId="{E4D8E108-4B2E-47D0-8122-93103D76F80E}" type="parTrans" cxnId="{5878F473-E4E3-4B61-89C3-5811AE0FEB7F}">
      <dgm:prSet/>
      <dgm:spPr/>
      <dgm:t>
        <a:bodyPr/>
        <a:lstStyle/>
        <a:p>
          <a:endParaRPr lang="en-US"/>
        </a:p>
      </dgm:t>
    </dgm:pt>
    <dgm:pt modelId="{A89D27DF-2D52-4E8B-93B6-1EE6D9A35C18}" type="sibTrans" cxnId="{5878F473-E4E3-4B61-89C3-5811AE0FEB7F}">
      <dgm:prSet/>
      <dgm:spPr/>
      <dgm:t>
        <a:bodyPr/>
        <a:lstStyle/>
        <a:p>
          <a:endParaRPr lang="en-US"/>
        </a:p>
      </dgm:t>
    </dgm:pt>
    <dgm:pt modelId="{763A7BF4-ECD5-4BFC-8138-A60947D0EFE5}" type="pres">
      <dgm:prSet presAssocID="{E075A220-1D2C-4F86-907C-FFA525A206CA}" presName="linear" presStyleCnt="0">
        <dgm:presLayoutVars>
          <dgm:animLvl val="lvl"/>
          <dgm:resizeHandles val="exact"/>
        </dgm:presLayoutVars>
      </dgm:prSet>
      <dgm:spPr/>
    </dgm:pt>
    <dgm:pt modelId="{2D9D1D3A-EF37-4E94-BB82-63F90F047EA1}" type="pres">
      <dgm:prSet presAssocID="{810F3F48-66FF-49CD-8DAA-1823457CEC03}" presName="parentText" presStyleLbl="node1" presStyleIdx="0" presStyleCnt="7">
        <dgm:presLayoutVars>
          <dgm:chMax val="0"/>
          <dgm:bulletEnabled val="1"/>
        </dgm:presLayoutVars>
      </dgm:prSet>
      <dgm:spPr/>
    </dgm:pt>
    <dgm:pt modelId="{6375FE5A-8276-43A1-958E-019EBBD85849}" type="pres">
      <dgm:prSet presAssocID="{1F6B4140-69BA-4F84-A294-1AEA20BF5D65}" presName="spacer" presStyleCnt="0"/>
      <dgm:spPr/>
    </dgm:pt>
    <dgm:pt modelId="{0DFC7B3F-6C74-488A-9688-6568BEF192A6}" type="pres">
      <dgm:prSet presAssocID="{1A571728-6463-4867-ACD9-1399DAF2CFB2}" presName="parentText" presStyleLbl="node1" presStyleIdx="1" presStyleCnt="7">
        <dgm:presLayoutVars>
          <dgm:chMax val="0"/>
          <dgm:bulletEnabled val="1"/>
        </dgm:presLayoutVars>
      </dgm:prSet>
      <dgm:spPr/>
    </dgm:pt>
    <dgm:pt modelId="{4D8EC412-1B35-4736-8CCC-3FDB20B6D329}" type="pres">
      <dgm:prSet presAssocID="{56C34691-7DD7-4C88-8877-8C4E2FB49BB4}" presName="spacer" presStyleCnt="0"/>
      <dgm:spPr/>
    </dgm:pt>
    <dgm:pt modelId="{809912B0-0A66-4FAB-95BA-2EFCC18BE0B0}" type="pres">
      <dgm:prSet presAssocID="{4A57B75E-38D0-44F2-BAFD-5D323F84AABD}" presName="parentText" presStyleLbl="node1" presStyleIdx="2" presStyleCnt="7">
        <dgm:presLayoutVars>
          <dgm:chMax val="0"/>
          <dgm:bulletEnabled val="1"/>
        </dgm:presLayoutVars>
      </dgm:prSet>
      <dgm:spPr/>
    </dgm:pt>
    <dgm:pt modelId="{DEBC916D-161E-48DA-A9EE-FC5B4EF1B45C}" type="pres">
      <dgm:prSet presAssocID="{8512AD50-4FEA-41F4-927A-24F6AF80B943}" presName="spacer" presStyleCnt="0"/>
      <dgm:spPr/>
    </dgm:pt>
    <dgm:pt modelId="{F44FB075-EA70-4836-8B81-64E9E8EFC90B}" type="pres">
      <dgm:prSet presAssocID="{D99213FD-EA02-4158-9A8B-48189E7C331F}" presName="parentText" presStyleLbl="node1" presStyleIdx="3" presStyleCnt="7">
        <dgm:presLayoutVars>
          <dgm:chMax val="0"/>
          <dgm:bulletEnabled val="1"/>
        </dgm:presLayoutVars>
      </dgm:prSet>
      <dgm:spPr/>
    </dgm:pt>
    <dgm:pt modelId="{88251D84-6548-4D15-A07D-46A29D029BD0}" type="pres">
      <dgm:prSet presAssocID="{A89D27DF-2D52-4E8B-93B6-1EE6D9A35C18}" presName="spacer" presStyleCnt="0"/>
      <dgm:spPr/>
    </dgm:pt>
    <dgm:pt modelId="{7A88E90F-3920-4B54-A6F8-D9C1648BA3E3}" type="pres">
      <dgm:prSet presAssocID="{DD4EC2C3-7955-4096-854C-AFD25C2BD4E2}" presName="parentText" presStyleLbl="node1" presStyleIdx="4" presStyleCnt="7">
        <dgm:presLayoutVars>
          <dgm:chMax val="0"/>
          <dgm:bulletEnabled val="1"/>
        </dgm:presLayoutVars>
      </dgm:prSet>
      <dgm:spPr/>
    </dgm:pt>
    <dgm:pt modelId="{D3F650FC-7ACF-4CAE-BAC0-F950105E3EB2}" type="pres">
      <dgm:prSet presAssocID="{B421C451-60E0-4C93-9A14-10220235284D}" presName="spacer" presStyleCnt="0"/>
      <dgm:spPr/>
    </dgm:pt>
    <dgm:pt modelId="{AB7FD01E-D5CF-4D58-ADF8-798E3459B418}" type="pres">
      <dgm:prSet presAssocID="{AA560C6A-4103-4DDD-A74D-B7D92F38491C}" presName="parentText" presStyleLbl="node1" presStyleIdx="5" presStyleCnt="7">
        <dgm:presLayoutVars>
          <dgm:chMax val="0"/>
          <dgm:bulletEnabled val="1"/>
        </dgm:presLayoutVars>
      </dgm:prSet>
      <dgm:spPr/>
    </dgm:pt>
    <dgm:pt modelId="{0287D08C-33E7-4BCB-B21C-36CEF466FAAD}" type="pres">
      <dgm:prSet presAssocID="{F06774C2-5AAF-433B-A2BE-2D48032DCB97}" presName="spacer" presStyleCnt="0"/>
      <dgm:spPr/>
    </dgm:pt>
    <dgm:pt modelId="{6D9AA556-3632-494E-AC7A-459D2F5650B2}" type="pres">
      <dgm:prSet presAssocID="{9E60C330-70D0-456A-9DDA-FC0443B0D9C7}" presName="parentText" presStyleLbl="node1" presStyleIdx="6" presStyleCnt="7">
        <dgm:presLayoutVars>
          <dgm:chMax val="0"/>
          <dgm:bulletEnabled val="1"/>
        </dgm:presLayoutVars>
      </dgm:prSet>
      <dgm:spPr/>
    </dgm:pt>
  </dgm:ptLst>
  <dgm:cxnLst>
    <dgm:cxn modelId="{6F1FB305-C4D2-4A6C-81BD-F692CB1156FD}" srcId="{E075A220-1D2C-4F86-907C-FFA525A206CA}" destId="{DD4EC2C3-7955-4096-854C-AFD25C2BD4E2}" srcOrd="4" destOrd="0" parTransId="{D6AF8E8B-169D-4247-9925-220AA8CEDEDD}" sibTransId="{B421C451-60E0-4C93-9A14-10220235284D}"/>
    <dgm:cxn modelId="{B82F4128-F2FE-4070-B26B-9AE5F6065747}" type="presOf" srcId="{DD4EC2C3-7955-4096-854C-AFD25C2BD4E2}" destId="{7A88E90F-3920-4B54-A6F8-D9C1648BA3E3}" srcOrd="0" destOrd="0" presId="urn:microsoft.com/office/officeart/2005/8/layout/vList2"/>
    <dgm:cxn modelId="{BD434B37-2C15-476B-B91D-3064061DEDD8}" srcId="{E075A220-1D2C-4F86-907C-FFA525A206CA}" destId="{AA560C6A-4103-4DDD-A74D-B7D92F38491C}" srcOrd="5" destOrd="0" parTransId="{9CF6900C-0D0D-486F-85BA-B10AE4434F20}" sibTransId="{F06774C2-5AAF-433B-A2BE-2D48032DCB97}"/>
    <dgm:cxn modelId="{0D026539-0DBD-436B-BFA7-6186B7BA4DE5}" type="presOf" srcId="{4A57B75E-38D0-44F2-BAFD-5D323F84AABD}" destId="{809912B0-0A66-4FAB-95BA-2EFCC18BE0B0}" srcOrd="0" destOrd="0" presId="urn:microsoft.com/office/officeart/2005/8/layout/vList2"/>
    <dgm:cxn modelId="{476AF740-21D2-40B5-8D86-DB1E4F7DD1E3}" type="presOf" srcId="{E075A220-1D2C-4F86-907C-FFA525A206CA}" destId="{763A7BF4-ECD5-4BFC-8138-A60947D0EFE5}" srcOrd="0" destOrd="0" presId="urn:microsoft.com/office/officeart/2005/8/layout/vList2"/>
    <dgm:cxn modelId="{8CFF3C44-63B8-46CB-84A8-03415DD7C54A}" type="presOf" srcId="{D99213FD-EA02-4158-9A8B-48189E7C331F}" destId="{F44FB075-EA70-4836-8B81-64E9E8EFC90B}" srcOrd="0" destOrd="0" presId="urn:microsoft.com/office/officeart/2005/8/layout/vList2"/>
    <dgm:cxn modelId="{541F0B4A-5425-4AB9-AD18-4B6EA553AD29}" srcId="{E075A220-1D2C-4F86-907C-FFA525A206CA}" destId="{810F3F48-66FF-49CD-8DAA-1823457CEC03}" srcOrd="0" destOrd="0" parTransId="{94E584A9-8091-43B6-9790-D1ABB7ECA314}" sibTransId="{1F6B4140-69BA-4F84-A294-1AEA20BF5D65}"/>
    <dgm:cxn modelId="{5878F473-E4E3-4B61-89C3-5811AE0FEB7F}" srcId="{E075A220-1D2C-4F86-907C-FFA525A206CA}" destId="{D99213FD-EA02-4158-9A8B-48189E7C331F}" srcOrd="3" destOrd="0" parTransId="{E4D8E108-4B2E-47D0-8122-93103D76F80E}" sibTransId="{A89D27DF-2D52-4E8B-93B6-1EE6D9A35C18}"/>
    <dgm:cxn modelId="{9C1AFE77-1CE1-4854-A1CA-CDC119B58F46}" srcId="{E075A220-1D2C-4F86-907C-FFA525A206CA}" destId="{4A57B75E-38D0-44F2-BAFD-5D323F84AABD}" srcOrd="2" destOrd="0" parTransId="{C7CF776E-32C3-4944-A258-18B342D91B8F}" sibTransId="{8512AD50-4FEA-41F4-927A-24F6AF80B943}"/>
    <dgm:cxn modelId="{687CA682-3C58-4A5C-BF4B-A6334D28EB7E}" srcId="{E075A220-1D2C-4F86-907C-FFA525A206CA}" destId="{9E60C330-70D0-456A-9DDA-FC0443B0D9C7}" srcOrd="6" destOrd="0" parTransId="{BC92BF08-B3B1-4BA4-A0E6-02675D4E6A8A}" sibTransId="{36C02FF4-9BDA-4ED4-A0F0-62954E88C63C}"/>
    <dgm:cxn modelId="{BE1E37AB-384F-4072-8AD3-F7424F7138EA}" type="presOf" srcId="{1A571728-6463-4867-ACD9-1399DAF2CFB2}" destId="{0DFC7B3F-6C74-488A-9688-6568BEF192A6}" srcOrd="0" destOrd="0" presId="urn:microsoft.com/office/officeart/2005/8/layout/vList2"/>
    <dgm:cxn modelId="{4AFA3BD9-2606-40A9-AD63-2B8CC51E8BAB}" type="presOf" srcId="{810F3F48-66FF-49CD-8DAA-1823457CEC03}" destId="{2D9D1D3A-EF37-4E94-BB82-63F90F047EA1}" srcOrd="0" destOrd="0" presId="urn:microsoft.com/office/officeart/2005/8/layout/vList2"/>
    <dgm:cxn modelId="{7E70E8DF-38CF-43F9-B8C6-FAE05D9BE10A}" type="presOf" srcId="{9E60C330-70D0-456A-9DDA-FC0443B0D9C7}" destId="{6D9AA556-3632-494E-AC7A-459D2F5650B2}" srcOrd="0" destOrd="0" presId="urn:microsoft.com/office/officeart/2005/8/layout/vList2"/>
    <dgm:cxn modelId="{6EFF6DEF-AB09-4DA5-8484-DAFC42395D20}" type="presOf" srcId="{AA560C6A-4103-4DDD-A74D-B7D92F38491C}" destId="{AB7FD01E-D5CF-4D58-ADF8-798E3459B418}" srcOrd="0" destOrd="0" presId="urn:microsoft.com/office/officeart/2005/8/layout/vList2"/>
    <dgm:cxn modelId="{53160DF3-9D35-4EFA-937B-B7B98C3B33D1}" srcId="{E075A220-1D2C-4F86-907C-FFA525A206CA}" destId="{1A571728-6463-4867-ACD9-1399DAF2CFB2}" srcOrd="1" destOrd="0" parTransId="{B2E4F2C4-EBCB-41C5-8DA0-BB6E623EB0FD}" sibTransId="{56C34691-7DD7-4C88-8877-8C4E2FB49BB4}"/>
    <dgm:cxn modelId="{3ACD01AF-D7A0-4DE1-A75B-D21FC0DFBF34}" type="presParOf" srcId="{763A7BF4-ECD5-4BFC-8138-A60947D0EFE5}" destId="{2D9D1D3A-EF37-4E94-BB82-63F90F047EA1}" srcOrd="0" destOrd="0" presId="urn:microsoft.com/office/officeart/2005/8/layout/vList2"/>
    <dgm:cxn modelId="{19D66A49-2AD5-493F-B9E2-85C04BB9AC09}" type="presParOf" srcId="{763A7BF4-ECD5-4BFC-8138-A60947D0EFE5}" destId="{6375FE5A-8276-43A1-958E-019EBBD85849}" srcOrd="1" destOrd="0" presId="urn:microsoft.com/office/officeart/2005/8/layout/vList2"/>
    <dgm:cxn modelId="{11AA2614-78B7-4CAE-B2B2-0423B0493861}" type="presParOf" srcId="{763A7BF4-ECD5-4BFC-8138-A60947D0EFE5}" destId="{0DFC7B3F-6C74-488A-9688-6568BEF192A6}" srcOrd="2" destOrd="0" presId="urn:microsoft.com/office/officeart/2005/8/layout/vList2"/>
    <dgm:cxn modelId="{46B534B7-737D-4522-98D0-9D07D6BBDDA6}" type="presParOf" srcId="{763A7BF4-ECD5-4BFC-8138-A60947D0EFE5}" destId="{4D8EC412-1B35-4736-8CCC-3FDB20B6D329}" srcOrd="3" destOrd="0" presId="urn:microsoft.com/office/officeart/2005/8/layout/vList2"/>
    <dgm:cxn modelId="{EFFB6A88-3EBE-488C-B588-025222480C85}" type="presParOf" srcId="{763A7BF4-ECD5-4BFC-8138-A60947D0EFE5}" destId="{809912B0-0A66-4FAB-95BA-2EFCC18BE0B0}" srcOrd="4" destOrd="0" presId="urn:microsoft.com/office/officeart/2005/8/layout/vList2"/>
    <dgm:cxn modelId="{CBE41645-B634-4494-8E20-11B0833C1A8C}" type="presParOf" srcId="{763A7BF4-ECD5-4BFC-8138-A60947D0EFE5}" destId="{DEBC916D-161E-48DA-A9EE-FC5B4EF1B45C}" srcOrd="5" destOrd="0" presId="urn:microsoft.com/office/officeart/2005/8/layout/vList2"/>
    <dgm:cxn modelId="{7D29C5AF-CFAE-434F-9ADB-35D3BE2CB704}" type="presParOf" srcId="{763A7BF4-ECD5-4BFC-8138-A60947D0EFE5}" destId="{F44FB075-EA70-4836-8B81-64E9E8EFC90B}" srcOrd="6" destOrd="0" presId="urn:microsoft.com/office/officeart/2005/8/layout/vList2"/>
    <dgm:cxn modelId="{2F379ACF-E0D0-40BD-98EC-84819EEFDC50}" type="presParOf" srcId="{763A7BF4-ECD5-4BFC-8138-A60947D0EFE5}" destId="{88251D84-6548-4D15-A07D-46A29D029BD0}" srcOrd="7" destOrd="0" presId="urn:microsoft.com/office/officeart/2005/8/layout/vList2"/>
    <dgm:cxn modelId="{2FE14584-66E0-4A0B-9AC5-7691F5DA6D7B}" type="presParOf" srcId="{763A7BF4-ECD5-4BFC-8138-A60947D0EFE5}" destId="{7A88E90F-3920-4B54-A6F8-D9C1648BA3E3}" srcOrd="8" destOrd="0" presId="urn:microsoft.com/office/officeart/2005/8/layout/vList2"/>
    <dgm:cxn modelId="{9E8E9064-55AC-4D35-889B-08AB758202E0}" type="presParOf" srcId="{763A7BF4-ECD5-4BFC-8138-A60947D0EFE5}" destId="{D3F650FC-7ACF-4CAE-BAC0-F950105E3EB2}" srcOrd="9" destOrd="0" presId="urn:microsoft.com/office/officeart/2005/8/layout/vList2"/>
    <dgm:cxn modelId="{34804837-019E-4CFE-9EEA-15D7EDB3DF75}" type="presParOf" srcId="{763A7BF4-ECD5-4BFC-8138-A60947D0EFE5}" destId="{AB7FD01E-D5CF-4D58-ADF8-798E3459B418}" srcOrd="10" destOrd="0" presId="urn:microsoft.com/office/officeart/2005/8/layout/vList2"/>
    <dgm:cxn modelId="{F2D77E3B-650F-4104-B078-70595F4E114C}" type="presParOf" srcId="{763A7BF4-ECD5-4BFC-8138-A60947D0EFE5}" destId="{0287D08C-33E7-4BCB-B21C-36CEF466FAAD}" srcOrd="11" destOrd="0" presId="urn:microsoft.com/office/officeart/2005/8/layout/vList2"/>
    <dgm:cxn modelId="{04DB8E38-0A82-40D4-8ABC-4C8032A4BC9D}" type="presParOf" srcId="{763A7BF4-ECD5-4BFC-8138-A60947D0EFE5}" destId="{6D9AA556-3632-494E-AC7A-459D2F5650B2}"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075A220-1D2C-4F86-907C-FFA525A206CA}" type="doc">
      <dgm:prSet loTypeId="urn:microsoft.com/office/officeart/2005/8/layout/vList2" loCatId="list" qsTypeId="urn:microsoft.com/office/officeart/2005/8/quickstyle/simple2" qsCatId="simple" csTypeId="urn:microsoft.com/office/officeart/2005/8/colors/accent1_1" csCatId="accent1" phldr="1"/>
      <dgm:spPr/>
      <dgm:t>
        <a:bodyPr/>
        <a:lstStyle/>
        <a:p>
          <a:endParaRPr lang="en-US"/>
        </a:p>
      </dgm:t>
    </dgm:pt>
    <dgm:pt modelId="{810F3F48-66FF-49CD-8DAA-1823457CEC03}">
      <dgm:prSet/>
      <dgm:spPr/>
      <dgm:t>
        <a:bodyPr/>
        <a:lstStyle/>
        <a:p>
          <a:pPr rtl="0"/>
          <a:r>
            <a:rPr lang="en-US" b="0" dirty="0">
              <a:solidFill>
                <a:schemeClr val="bg1">
                  <a:lumMod val="65000"/>
                </a:schemeClr>
              </a:solidFill>
            </a:rPr>
            <a:t>Hyper Text Transfer Protocol (HTTP), </a:t>
          </a:r>
        </a:p>
      </dgm:t>
    </dgm:pt>
    <dgm:pt modelId="{94E584A9-8091-43B6-9790-D1ABB7ECA314}" type="parTrans" cxnId="{541F0B4A-5425-4AB9-AD18-4B6EA553AD29}">
      <dgm:prSet/>
      <dgm:spPr/>
      <dgm:t>
        <a:bodyPr/>
        <a:lstStyle/>
        <a:p>
          <a:endParaRPr lang="en-US"/>
        </a:p>
      </dgm:t>
    </dgm:pt>
    <dgm:pt modelId="{1F6B4140-69BA-4F84-A294-1AEA20BF5D65}" type="sibTrans" cxnId="{541F0B4A-5425-4AB9-AD18-4B6EA553AD29}">
      <dgm:prSet/>
      <dgm:spPr/>
      <dgm:t>
        <a:bodyPr/>
        <a:lstStyle/>
        <a:p>
          <a:endParaRPr lang="en-US"/>
        </a:p>
      </dgm:t>
    </dgm:pt>
    <dgm:pt modelId="{4A57B75E-38D0-44F2-BAFD-5D323F84AABD}">
      <dgm:prSet/>
      <dgm:spPr/>
      <dgm:t>
        <a:bodyPr/>
        <a:lstStyle/>
        <a:p>
          <a:pPr rtl="0"/>
          <a:r>
            <a:rPr lang="en-US" b="1" dirty="0">
              <a:solidFill>
                <a:srgbClr val="FF0000"/>
              </a:solidFill>
            </a:rPr>
            <a:t>Email: SMTP, MIME, POP3, Webmail,</a:t>
          </a:r>
        </a:p>
      </dgm:t>
    </dgm:pt>
    <dgm:pt modelId="{C7CF776E-32C3-4944-A258-18B342D91B8F}" type="parTrans" cxnId="{9C1AFE77-1CE1-4854-A1CA-CDC119B58F46}">
      <dgm:prSet/>
      <dgm:spPr/>
      <dgm:t>
        <a:bodyPr/>
        <a:lstStyle/>
        <a:p>
          <a:endParaRPr lang="en-US"/>
        </a:p>
      </dgm:t>
    </dgm:pt>
    <dgm:pt modelId="{8512AD50-4FEA-41F4-927A-24F6AF80B943}" type="sibTrans" cxnId="{9C1AFE77-1CE1-4854-A1CA-CDC119B58F46}">
      <dgm:prSet/>
      <dgm:spPr/>
      <dgm:t>
        <a:bodyPr/>
        <a:lstStyle/>
        <a:p>
          <a:endParaRPr lang="en-US"/>
        </a:p>
      </dgm:t>
    </dgm:pt>
    <dgm:pt modelId="{DD4EC2C3-7955-4096-854C-AFD25C2BD4E2}">
      <dgm:prSet/>
      <dgm:spPr/>
      <dgm:t>
        <a:bodyPr/>
        <a:lstStyle/>
        <a:p>
          <a:pPr rtl="0"/>
          <a:r>
            <a:rPr lang="en-US"/>
            <a:t>TELNET, </a:t>
          </a:r>
        </a:p>
      </dgm:t>
    </dgm:pt>
    <dgm:pt modelId="{D6AF8E8B-169D-4247-9925-220AA8CEDEDD}" type="parTrans" cxnId="{6F1FB305-C4D2-4A6C-81BD-F692CB1156FD}">
      <dgm:prSet/>
      <dgm:spPr/>
      <dgm:t>
        <a:bodyPr/>
        <a:lstStyle/>
        <a:p>
          <a:endParaRPr lang="en-US"/>
        </a:p>
      </dgm:t>
    </dgm:pt>
    <dgm:pt modelId="{B421C451-60E0-4C93-9A14-10220235284D}" type="sibTrans" cxnId="{6F1FB305-C4D2-4A6C-81BD-F692CB1156FD}">
      <dgm:prSet/>
      <dgm:spPr/>
      <dgm:t>
        <a:bodyPr/>
        <a:lstStyle/>
        <a:p>
          <a:endParaRPr lang="en-US"/>
        </a:p>
      </dgm:t>
    </dgm:pt>
    <dgm:pt modelId="{AA560C6A-4103-4DDD-A74D-B7D92F38491C}">
      <dgm:prSet/>
      <dgm:spPr/>
      <dgm:t>
        <a:bodyPr/>
        <a:lstStyle/>
        <a:p>
          <a:pPr rtl="0"/>
          <a:r>
            <a:rPr lang="en-US"/>
            <a:t>Dynamic Host Control Protocol (DHCP), </a:t>
          </a:r>
        </a:p>
      </dgm:t>
    </dgm:pt>
    <dgm:pt modelId="{9CF6900C-0D0D-486F-85BA-B10AE4434F20}" type="parTrans" cxnId="{BD434B37-2C15-476B-B91D-3064061DEDD8}">
      <dgm:prSet/>
      <dgm:spPr/>
      <dgm:t>
        <a:bodyPr/>
        <a:lstStyle/>
        <a:p>
          <a:endParaRPr lang="en-US"/>
        </a:p>
      </dgm:t>
    </dgm:pt>
    <dgm:pt modelId="{F06774C2-5AAF-433B-A2BE-2D48032DCB97}" type="sibTrans" cxnId="{BD434B37-2C15-476B-B91D-3064061DEDD8}">
      <dgm:prSet/>
      <dgm:spPr/>
      <dgm:t>
        <a:bodyPr/>
        <a:lstStyle/>
        <a:p>
          <a:endParaRPr lang="en-US"/>
        </a:p>
      </dgm:t>
    </dgm:pt>
    <dgm:pt modelId="{9E60C330-70D0-456A-9DDA-FC0443B0D9C7}">
      <dgm:prSet/>
      <dgm:spPr/>
      <dgm:t>
        <a:bodyPr/>
        <a:lstStyle/>
        <a:p>
          <a:pPr rtl="0"/>
          <a:r>
            <a:rPr lang="en-US"/>
            <a:t>Simple Network Management Protocol (SNMP). </a:t>
          </a:r>
        </a:p>
      </dgm:t>
    </dgm:pt>
    <dgm:pt modelId="{BC92BF08-B3B1-4BA4-A0E6-02675D4E6A8A}" type="parTrans" cxnId="{687CA682-3C58-4A5C-BF4B-A6334D28EB7E}">
      <dgm:prSet/>
      <dgm:spPr/>
      <dgm:t>
        <a:bodyPr/>
        <a:lstStyle/>
        <a:p>
          <a:endParaRPr lang="en-US"/>
        </a:p>
      </dgm:t>
    </dgm:pt>
    <dgm:pt modelId="{36C02FF4-9BDA-4ED4-A0F0-62954E88C63C}" type="sibTrans" cxnId="{687CA682-3C58-4A5C-BF4B-A6334D28EB7E}">
      <dgm:prSet/>
      <dgm:spPr/>
      <dgm:t>
        <a:bodyPr/>
        <a:lstStyle/>
        <a:p>
          <a:endParaRPr lang="en-US"/>
        </a:p>
      </dgm:t>
    </dgm:pt>
    <dgm:pt modelId="{1A571728-6463-4867-ACD9-1399DAF2CFB2}">
      <dgm:prSet/>
      <dgm:spPr/>
      <dgm:t>
        <a:bodyPr/>
        <a:lstStyle/>
        <a:p>
          <a:pPr rtl="0"/>
          <a:r>
            <a:rPr lang="en-US" b="0" dirty="0">
              <a:solidFill>
                <a:schemeClr val="bg1">
                  <a:lumMod val="65000"/>
                </a:schemeClr>
              </a:solidFill>
            </a:rPr>
            <a:t>FTP, </a:t>
          </a:r>
        </a:p>
      </dgm:t>
    </dgm:pt>
    <dgm:pt modelId="{56C34691-7DD7-4C88-8877-8C4E2FB49BB4}" type="sibTrans" cxnId="{53160DF3-9D35-4EFA-937B-B7B98C3B33D1}">
      <dgm:prSet/>
      <dgm:spPr/>
      <dgm:t>
        <a:bodyPr/>
        <a:lstStyle/>
        <a:p>
          <a:endParaRPr lang="en-US"/>
        </a:p>
      </dgm:t>
    </dgm:pt>
    <dgm:pt modelId="{B2E4F2C4-EBCB-41C5-8DA0-BB6E623EB0FD}" type="parTrans" cxnId="{53160DF3-9D35-4EFA-937B-B7B98C3B33D1}">
      <dgm:prSet/>
      <dgm:spPr/>
      <dgm:t>
        <a:bodyPr/>
        <a:lstStyle/>
        <a:p>
          <a:endParaRPr lang="en-US"/>
        </a:p>
      </dgm:t>
    </dgm:pt>
    <dgm:pt modelId="{D99213FD-EA02-4158-9A8B-48189E7C331F}">
      <dgm:prSet/>
      <dgm:spPr/>
      <dgm:t>
        <a:bodyPr/>
        <a:lstStyle/>
        <a:p>
          <a:r>
            <a:rPr lang="en-US"/>
            <a:t>Domain Name System (DNS), </a:t>
          </a:r>
        </a:p>
      </dgm:t>
    </dgm:pt>
    <dgm:pt modelId="{E4D8E108-4B2E-47D0-8122-93103D76F80E}" type="parTrans" cxnId="{5878F473-E4E3-4B61-89C3-5811AE0FEB7F}">
      <dgm:prSet/>
      <dgm:spPr/>
      <dgm:t>
        <a:bodyPr/>
        <a:lstStyle/>
        <a:p>
          <a:endParaRPr lang="en-US"/>
        </a:p>
      </dgm:t>
    </dgm:pt>
    <dgm:pt modelId="{A89D27DF-2D52-4E8B-93B6-1EE6D9A35C18}" type="sibTrans" cxnId="{5878F473-E4E3-4B61-89C3-5811AE0FEB7F}">
      <dgm:prSet/>
      <dgm:spPr/>
      <dgm:t>
        <a:bodyPr/>
        <a:lstStyle/>
        <a:p>
          <a:endParaRPr lang="en-US"/>
        </a:p>
      </dgm:t>
    </dgm:pt>
    <dgm:pt modelId="{763A7BF4-ECD5-4BFC-8138-A60947D0EFE5}" type="pres">
      <dgm:prSet presAssocID="{E075A220-1D2C-4F86-907C-FFA525A206CA}" presName="linear" presStyleCnt="0">
        <dgm:presLayoutVars>
          <dgm:animLvl val="lvl"/>
          <dgm:resizeHandles val="exact"/>
        </dgm:presLayoutVars>
      </dgm:prSet>
      <dgm:spPr/>
    </dgm:pt>
    <dgm:pt modelId="{2D9D1D3A-EF37-4E94-BB82-63F90F047EA1}" type="pres">
      <dgm:prSet presAssocID="{810F3F48-66FF-49CD-8DAA-1823457CEC03}" presName="parentText" presStyleLbl="node1" presStyleIdx="0" presStyleCnt="7">
        <dgm:presLayoutVars>
          <dgm:chMax val="0"/>
          <dgm:bulletEnabled val="1"/>
        </dgm:presLayoutVars>
      </dgm:prSet>
      <dgm:spPr/>
    </dgm:pt>
    <dgm:pt modelId="{6375FE5A-8276-43A1-958E-019EBBD85849}" type="pres">
      <dgm:prSet presAssocID="{1F6B4140-69BA-4F84-A294-1AEA20BF5D65}" presName="spacer" presStyleCnt="0"/>
      <dgm:spPr/>
    </dgm:pt>
    <dgm:pt modelId="{0DFC7B3F-6C74-488A-9688-6568BEF192A6}" type="pres">
      <dgm:prSet presAssocID="{1A571728-6463-4867-ACD9-1399DAF2CFB2}" presName="parentText" presStyleLbl="node1" presStyleIdx="1" presStyleCnt="7">
        <dgm:presLayoutVars>
          <dgm:chMax val="0"/>
          <dgm:bulletEnabled val="1"/>
        </dgm:presLayoutVars>
      </dgm:prSet>
      <dgm:spPr/>
    </dgm:pt>
    <dgm:pt modelId="{4D8EC412-1B35-4736-8CCC-3FDB20B6D329}" type="pres">
      <dgm:prSet presAssocID="{56C34691-7DD7-4C88-8877-8C4E2FB49BB4}" presName="spacer" presStyleCnt="0"/>
      <dgm:spPr/>
    </dgm:pt>
    <dgm:pt modelId="{809912B0-0A66-4FAB-95BA-2EFCC18BE0B0}" type="pres">
      <dgm:prSet presAssocID="{4A57B75E-38D0-44F2-BAFD-5D323F84AABD}" presName="parentText" presStyleLbl="node1" presStyleIdx="2" presStyleCnt="7">
        <dgm:presLayoutVars>
          <dgm:chMax val="0"/>
          <dgm:bulletEnabled val="1"/>
        </dgm:presLayoutVars>
      </dgm:prSet>
      <dgm:spPr/>
    </dgm:pt>
    <dgm:pt modelId="{DEBC916D-161E-48DA-A9EE-FC5B4EF1B45C}" type="pres">
      <dgm:prSet presAssocID="{8512AD50-4FEA-41F4-927A-24F6AF80B943}" presName="spacer" presStyleCnt="0"/>
      <dgm:spPr/>
    </dgm:pt>
    <dgm:pt modelId="{F44FB075-EA70-4836-8B81-64E9E8EFC90B}" type="pres">
      <dgm:prSet presAssocID="{D99213FD-EA02-4158-9A8B-48189E7C331F}" presName="parentText" presStyleLbl="node1" presStyleIdx="3" presStyleCnt="7">
        <dgm:presLayoutVars>
          <dgm:chMax val="0"/>
          <dgm:bulletEnabled val="1"/>
        </dgm:presLayoutVars>
      </dgm:prSet>
      <dgm:spPr/>
    </dgm:pt>
    <dgm:pt modelId="{88251D84-6548-4D15-A07D-46A29D029BD0}" type="pres">
      <dgm:prSet presAssocID="{A89D27DF-2D52-4E8B-93B6-1EE6D9A35C18}" presName="spacer" presStyleCnt="0"/>
      <dgm:spPr/>
    </dgm:pt>
    <dgm:pt modelId="{7A88E90F-3920-4B54-A6F8-D9C1648BA3E3}" type="pres">
      <dgm:prSet presAssocID="{DD4EC2C3-7955-4096-854C-AFD25C2BD4E2}" presName="parentText" presStyleLbl="node1" presStyleIdx="4" presStyleCnt="7">
        <dgm:presLayoutVars>
          <dgm:chMax val="0"/>
          <dgm:bulletEnabled val="1"/>
        </dgm:presLayoutVars>
      </dgm:prSet>
      <dgm:spPr/>
    </dgm:pt>
    <dgm:pt modelId="{D3F650FC-7ACF-4CAE-BAC0-F950105E3EB2}" type="pres">
      <dgm:prSet presAssocID="{B421C451-60E0-4C93-9A14-10220235284D}" presName="spacer" presStyleCnt="0"/>
      <dgm:spPr/>
    </dgm:pt>
    <dgm:pt modelId="{AB7FD01E-D5CF-4D58-ADF8-798E3459B418}" type="pres">
      <dgm:prSet presAssocID="{AA560C6A-4103-4DDD-A74D-B7D92F38491C}" presName="parentText" presStyleLbl="node1" presStyleIdx="5" presStyleCnt="7">
        <dgm:presLayoutVars>
          <dgm:chMax val="0"/>
          <dgm:bulletEnabled val="1"/>
        </dgm:presLayoutVars>
      </dgm:prSet>
      <dgm:spPr/>
    </dgm:pt>
    <dgm:pt modelId="{0287D08C-33E7-4BCB-B21C-36CEF466FAAD}" type="pres">
      <dgm:prSet presAssocID="{F06774C2-5AAF-433B-A2BE-2D48032DCB97}" presName="spacer" presStyleCnt="0"/>
      <dgm:spPr/>
    </dgm:pt>
    <dgm:pt modelId="{6D9AA556-3632-494E-AC7A-459D2F5650B2}" type="pres">
      <dgm:prSet presAssocID="{9E60C330-70D0-456A-9DDA-FC0443B0D9C7}" presName="parentText" presStyleLbl="node1" presStyleIdx="6" presStyleCnt="7">
        <dgm:presLayoutVars>
          <dgm:chMax val="0"/>
          <dgm:bulletEnabled val="1"/>
        </dgm:presLayoutVars>
      </dgm:prSet>
      <dgm:spPr/>
    </dgm:pt>
  </dgm:ptLst>
  <dgm:cxnLst>
    <dgm:cxn modelId="{71048C00-10F9-4990-86F4-E8BEBF122BB4}" type="presOf" srcId="{810F3F48-66FF-49CD-8DAA-1823457CEC03}" destId="{2D9D1D3A-EF37-4E94-BB82-63F90F047EA1}" srcOrd="0" destOrd="0" presId="urn:microsoft.com/office/officeart/2005/8/layout/vList2"/>
    <dgm:cxn modelId="{6F1FB305-C4D2-4A6C-81BD-F692CB1156FD}" srcId="{E075A220-1D2C-4F86-907C-FFA525A206CA}" destId="{DD4EC2C3-7955-4096-854C-AFD25C2BD4E2}" srcOrd="4" destOrd="0" parTransId="{D6AF8E8B-169D-4247-9925-220AA8CEDEDD}" sibTransId="{B421C451-60E0-4C93-9A14-10220235284D}"/>
    <dgm:cxn modelId="{CFD21708-DA32-4FA5-84B1-190BB60A98EE}" type="presOf" srcId="{D99213FD-EA02-4158-9A8B-48189E7C331F}" destId="{F44FB075-EA70-4836-8B81-64E9E8EFC90B}" srcOrd="0" destOrd="0" presId="urn:microsoft.com/office/officeart/2005/8/layout/vList2"/>
    <dgm:cxn modelId="{3275522E-8307-47F8-8197-2521E549F7AE}" type="presOf" srcId="{9E60C330-70D0-456A-9DDA-FC0443B0D9C7}" destId="{6D9AA556-3632-494E-AC7A-459D2F5650B2}" srcOrd="0" destOrd="0" presId="urn:microsoft.com/office/officeart/2005/8/layout/vList2"/>
    <dgm:cxn modelId="{5190ED35-0A84-4483-956A-E221AA10FF35}" type="presOf" srcId="{AA560C6A-4103-4DDD-A74D-B7D92F38491C}" destId="{AB7FD01E-D5CF-4D58-ADF8-798E3459B418}" srcOrd="0" destOrd="0" presId="urn:microsoft.com/office/officeart/2005/8/layout/vList2"/>
    <dgm:cxn modelId="{BD434B37-2C15-476B-B91D-3064061DEDD8}" srcId="{E075A220-1D2C-4F86-907C-FFA525A206CA}" destId="{AA560C6A-4103-4DDD-A74D-B7D92F38491C}" srcOrd="5" destOrd="0" parTransId="{9CF6900C-0D0D-486F-85BA-B10AE4434F20}" sibTransId="{F06774C2-5AAF-433B-A2BE-2D48032DCB97}"/>
    <dgm:cxn modelId="{541F0B4A-5425-4AB9-AD18-4B6EA553AD29}" srcId="{E075A220-1D2C-4F86-907C-FFA525A206CA}" destId="{810F3F48-66FF-49CD-8DAA-1823457CEC03}" srcOrd="0" destOrd="0" parTransId="{94E584A9-8091-43B6-9790-D1ABB7ECA314}" sibTransId="{1F6B4140-69BA-4F84-A294-1AEA20BF5D65}"/>
    <dgm:cxn modelId="{5878F473-E4E3-4B61-89C3-5811AE0FEB7F}" srcId="{E075A220-1D2C-4F86-907C-FFA525A206CA}" destId="{D99213FD-EA02-4158-9A8B-48189E7C331F}" srcOrd="3" destOrd="0" parTransId="{E4D8E108-4B2E-47D0-8122-93103D76F80E}" sibTransId="{A89D27DF-2D52-4E8B-93B6-1EE6D9A35C18}"/>
    <dgm:cxn modelId="{9C1AFE77-1CE1-4854-A1CA-CDC119B58F46}" srcId="{E075A220-1D2C-4F86-907C-FFA525A206CA}" destId="{4A57B75E-38D0-44F2-BAFD-5D323F84AABD}" srcOrd="2" destOrd="0" parTransId="{C7CF776E-32C3-4944-A258-18B342D91B8F}" sibTransId="{8512AD50-4FEA-41F4-927A-24F6AF80B943}"/>
    <dgm:cxn modelId="{687CA682-3C58-4A5C-BF4B-A6334D28EB7E}" srcId="{E075A220-1D2C-4F86-907C-FFA525A206CA}" destId="{9E60C330-70D0-456A-9DDA-FC0443B0D9C7}" srcOrd="6" destOrd="0" parTransId="{BC92BF08-B3B1-4BA4-A0E6-02675D4E6A8A}" sibTransId="{36C02FF4-9BDA-4ED4-A0F0-62954E88C63C}"/>
    <dgm:cxn modelId="{C493B28C-5B34-4943-A047-17181719BF7A}" type="presOf" srcId="{DD4EC2C3-7955-4096-854C-AFD25C2BD4E2}" destId="{7A88E90F-3920-4B54-A6F8-D9C1648BA3E3}" srcOrd="0" destOrd="0" presId="urn:microsoft.com/office/officeart/2005/8/layout/vList2"/>
    <dgm:cxn modelId="{DE6068A9-ECA7-47BD-81C7-F48190B8F5F9}" type="presOf" srcId="{1A571728-6463-4867-ACD9-1399DAF2CFB2}" destId="{0DFC7B3F-6C74-488A-9688-6568BEF192A6}" srcOrd="0" destOrd="0" presId="urn:microsoft.com/office/officeart/2005/8/layout/vList2"/>
    <dgm:cxn modelId="{C357E8EC-6C71-43E4-A442-954BA9C20B3A}" type="presOf" srcId="{4A57B75E-38D0-44F2-BAFD-5D323F84AABD}" destId="{809912B0-0A66-4FAB-95BA-2EFCC18BE0B0}" srcOrd="0" destOrd="0" presId="urn:microsoft.com/office/officeart/2005/8/layout/vList2"/>
    <dgm:cxn modelId="{0B1905EF-8A37-434E-A7D4-3C3463F3602A}" type="presOf" srcId="{E075A220-1D2C-4F86-907C-FFA525A206CA}" destId="{763A7BF4-ECD5-4BFC-8138-A60947D0EFE5}" srcOrd="0" destOrd="0" presId="urn:microsoft.com/office/officeart/2005/8/layout/vList2"/>
    <dgm:cxn modelId="{53160DF3-9D35-4EFA-937B-B7B98C3B33D1}" srcId="{E075A220-1D2C-4F86-907C-FFA525A206CA}" destId="{1A571728-6463-4867-ACD9-1399DAF2CFB2}" srcOrd="1" destOrd="0" parTransId="{B2E4F2C4-EBCB-41C5-8DA0-BB6E623EB0FD}" sibTransId="{56C34691-7DD7-4C88-8877-8C4E2FB49BB4}"/>
    <dgm:cxn modelId="{248B4F35-096A-4DF7-A34E-AA19E3DE504C}" type="presParOf" srcId="{763A7BF4-ECD5-4BFC-8138-A60947D0EFE5}" destId="{2D9D1D3A-EF37-4E94-BB82-63F90F047EA1}" srcOrd="0" destOrd="0" presId="urn:microsoft.com/office/officeart/2005/8/layout/vList2"/>
    <dgm:cxn modelId="{446AC773-2D65-43E1-97B9-C98CC89BD527}" type="presParOf" srcId="{763A7BF4-ECD5-4BFC-8138-A60947D0EFE5}" destId="{6375FE5A-8276-43A1-958E-019EBBD85849}" srcOrd="1" destOrd="0" presId="urn:microsoft.com/office/officeart/2005/8/layout/vList2"/>
    <dgm:cxn modelId="{510A0D59-7FDF-478F-839D-742C04504075}" type="presParOf" srcId="{763A7BF4-ECD5-4BFC-8138-A60947D0EFE5}" destId="{0DFC7B3F-6C74-488A-9688-6568BEF192A6}" srcOrd="2" destOrd="0" presId="urn:microsoft.com/office/officeart/2005/8/layout/vList2"/>
    <dgm:cxn modelId="{A81A5E6C-3AAB-44A5-A822-EA477EDD4FAA}" type="presParOf" srcId="{763A7BF4-ECD5-4BFC-8138-A60947D0EFE5}" destId="{4D8EC412-1B35-4736-8CCC-3FDB20B6D329}" srcOrd="3" destOrd="0" presId="urn:microsoft.com/office/officeart/2005/8/layout/vList2"/>
    <dgm:cxn modelId="{FBB847D7-CA6B-4409-8C23-F94017897EA5}" type="presParOf" srcId="{763A7BF4-ECD5-4BFC-8138-A60947D0EFE5}" destId="{809912B0-0A66-4FAB-95BA-2EFCC18BE0B0}" srcOrd="4" destOrd="0" presId="urn:microsoft.com/office/officeart/2005/8/layout/vList2"/>
    <dgm:cxn modelId="{A3A3CF93-142B-4ADF-AEE0-B48AF0A7F19E}" type="presParOf" srcId="{763A7BF4-ECD5-4BFC-8138-A60947D0EFE5}" destId="{DEBC916D-161E-48DA-A9EE-FC5B4EF1B45C}" srcOrd="5" destOrd="0" presId="urn:microsoft.com/office/officeart/2005/8/layout/vList2"/>
    <dgm:cxn modelId="{F7159AD8-135D-4C24-AABA-61DFD59F607E}" type="presParOf" srcId="{763A7BF4-ECD5-4BFC-8138-A60947D0EFE5}" destId="{F44FB075-EA70-4836-8B81-64E9E8EFC90B}" srcOrd="6" destOrd="0" presId="urn:microsoft.com/office/officeart/2005/8/layout/vList2"/>
    <dgm:cxn modelId="{4DC19FA0-75F4-483C-B70D-A56092E001B2}" type="presParOf" srcId="{763A7BF4-ECD5-4BFC-8138-A60947D0EFE5}" destId="{88251D84-6548-4D15-A07D-46A29D029BD0}" srcOrd="7" destOrd="0" presId="urn:microsoft.com/office/officeart/2005/8/layout/vList2"/>
    <dgm:cxn modelId="{07619149-487F-4321-95E5-436CC6A81B24}" type="presParOf" srcId="{763A7BF4-ECD5-4BFC-8138-A60947D0EFE5}" destId="{7A88E90F-3920-4B54-A6F8-D9C1648BA3E3}" srcOrd="8" destOrd="0" presId="urn:microsoft.com/office/officeart/2005/8/layout/vList2"/>
    <dgm:cxn modelId="{D75B053E-C40C-491F-BE45-145FAEBF7F4F}" type="presParOf" srcId="{763A7BF4-ECD5-4BFC-8138-A60947D0EFE5}" destId="{D3F650FC-7ACF-4CAE-BAC0-F950105E3EB2}" srcOrd="9" destOrd="0" presId="urn:microsoft.com/office/officeart/2005/8/layout/vList2"/>
    <dgm:cxn modelId="{9E9F4AB3-C3EB-433F-8F5F-1D4FFA9C88CF}" type="presParOf" srcId="{763A7BF4-ECD5-4BFC-8138-A60947D0EFE5}" destId="{AB7FD01E-D5CF-4D58-ADF8-798E3459B418}" srcOrd="10" destOrd="0" presId="urn:microsoft.com/office/officeart/2005/8/layout/vList2"/>
    <dgm:cxn modelId="{07AB9AA8-BDBA-4CCE-8D00-CD196196109F}" type="presParOf" srcId="{763A7BF4-ECD5-4BFC-8138-A60947D0EFE5}" destId="{0287D08C-33E7-4BCB-B21C-36CEF466FAAD}" srcOrd="11" destOrd="0" presId="urn:microsoft.com/office/officeart/2005/8/layout/vList2"/>
    <dgm:cxn modelId="{3BD8355D-B11A-4D08-AF8F-E7FC9C9A3052}" type="presParOf" srcId="{763A7BF4-ECD5-4BFC-8138-A60947D0EFE5}" destId="{6D9AA556-3632-494E-AC7A-459D2F5650B2}"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075A220-1D2C-4F86-907C-FFA525A206CA}" type="doc">
      <dgm:prSet loTypeId="urn:microsoft.com/office/officeart/2005/8/layout/vList2" loCatId="list" qsTypeId="urn:microsoft.com/office/officeart/2005/8/quickstyle/simple2" qsCatId="simple" csTypeId="urn:microsoft.com/office/officeart/2005/8/colors/accent1_1" csCatId="accent1" phldr="1"/>
      <dgm:spPr/>
      <dgm:t>
        <a:bodyPr/>
        <a:lstStyle/>
        <a:p>
          <a:endParaRPr lang="en-US"/>
        </a:p>
      </dgm:t>
    </dgm:pt>
    <dgm:pt modelId="{810F3F48-66FF-49CD-8DAA-1823457CEC03}">
      <dgm:prSet/>
      <dgm:spPr/>
      <dgm:t>
        <a:bodyPr/>
        <a:lstStyle/>
        <a:p>
          <a:pPr rtl="0"/>
          <a:r>
            <a:rPr lang="en-US" b="0" dirty="0">
              <a:solidFill>
                <a:schemeClr val="bg1">
                  <a:lumMod val="65000"/>
                </a:schemeClr>
              </a:solidFill>
            </a:rPr>
            <a:t>Hyper Text Transfer Protocol (HTTP), </a:t>
          </a:r>
        </a:p>
      </dgm:t>
    </dgm:pt>
    <dgm:pt modelId="{94E584A9-8091-43B6-9790-D1ABB7ECA314}" type="parTrans" cxnId="{541F0B4A-5425-4AB9-AD18-4B6EA553AD29}">
      <dgm:prSet/>
      <dgm:spPr/>
      <dgm:t>
        <a:bodyPr/>
        <a:lstStyle/>
        <a:p>
          <a:endParaRPr lang="en-US"/>
        </a:p>
      </dgm:t>
    </dgm:pt>
    <dgm:pt modelId="{1F6B4140-69BA-4F84-A294-1AEA20BF5D65}" type="sibTrans" cxnId="{541F0B4A-5425-4AB9-AD18-4B6EA553AD29}">
      <dgm:prSet/>
      <dgm:spPr/>
      <dgm:t>
        <a:bodyPr/>
        <a:lstStyle/>
        <a:p>
          <a:endParaRPr lang="en-US"/>
        </a:p>
      </dgm:t>
    </dgm:pt>
    <dgm:pt modelId="{4A57B75E-38D0-44F2-BAFD-5D323F84AABD}">
      <dgm:prSet/>
      <dgm:spPr/>
      <dgm:t>
        <a:bodyPr/>
        <a:lstStyle/>
        <a:p>
          <a:pPr rtl="0"/>
          <a:r>
            <a:rPr lang="en-US" b="0" dirty="0">
              <a:solidFill>
                <a:schemeClr val="bg1">
                  <a:lumMod val="65000"/>
                </a:schemeClr>
              </a:solidFill>
            </a:rPr>
            <a:t>Email: SMTP, MIME, POP3, Webmail,</a:t>
          </a:r>
        </a:p>
      </dgm:t>
    </dgm:pt>
    <dgm:pt modelId="{C7CF776E-32C3-4944-A258-18B342D91B8F}" type="parTrans" cxnId="{9C1AFE77-1CE1-4854-A1CA-CDC119B58F46}">
      <dgm:prSet/>
      <dgm:spPr/>
      <dgm:t>
        <a:bodyPr/>
        <a:lstStyle/>
        <a:p>
          <a:endParaRPr lang="en-US"/>
        </a:p>
      </dgm:t>
    </dgm:pt>
    <dgm:pt modelId="{8512AD50-4FEA-41F4-927A-24F6AF80B943}" type="sibTrans" cxnId="{9C1AFE77-1CE1-4854-A1CA-CDC119B58F46}">
      <dgm:prSet/>
      <dgm:spPr/>
      <dgm:t>
        <a:bodyPr/>
        <a:lstStyle/>
        <a:p>
          <a:endParaRPr lang="en-US"/>
        </a:p>
      </dgm:t>
    </dgm:pt>
    <dgm:pt modelId="{DD4EC2C3-7955-4096-854C-AFD25C2BD4E2}">
      <dgm:prSet/>
      <dgm:spPr/>
      <dgm:t>
        <a:bodyPr/>
        <a:lstStyle/>
        <a:p>
          <a:pPr rtl="0"/>
          <a:r>
            <a:rPr lang="en-US"/>
            <a:t>TELNET, </a:t>
          </a:r>
        </a:p>
      </dgm:t>
    </dgm:pt>
    <dgm:pt modelId="{D6AF8E8B-169D-4247-9925-220AA8CEDEDD}" type="parTrans" cxnId="{6F1FB305-C4D2-4A6C-81BD-F692CB1156FD}">
      <dgm:prSet/>
      <dgm:spPr/>
      <dgm:t>
        <a:bodyPr/>
        <a:lstStyle/>
        <a:p>
          <a:endParaRPr lang="en-US"/>
        </a:p>
      </dgm:t>
    </dgm:pt>
    <dgm:pt modelId="{B421C451-60E0-4C93-9A14-10220235284D}" type="sibTrans" cxnId="{6F1FB305-C4D2-4A6C-81BD-F692CB1156FD}">
      <dgm:prSet/>
      <dgm:spPr/>
      <dgm:t>
        <a:bodyPr/>
        <a:lstStyle/>
        <a:p>
          <a:endParaRPr lang="en-US"/>
        </a:p>
      </dgm:t>
    </dgm:pt>
    <dgm:pt modelId="{AA560C6A-4103-4DDD-A74D-B7D92F38491C}">
      <dgm:prSet/>
      <dgm:spPr/>
      <dgm:t>
        <a:bodyPr/>
        <a:lstStyle/>
        <a:p>
          <a:pPr rtl="0"/>
          <a:r>
            <a:rPr lang="en-US"/>
            <a:t>Dynamic Host Control Protocol (DHCP), </a:t>
          </a:r>
        </a:p>
      </dgm:t>
    </dgm:pt>
    <dgm:pt modelId="{9CF6900C-0D0D-486F-85BA-B10AE4434F20}" type="parTrans" cxnId="{BD434B37-2C15-476B-B91D-3064061DEDD8}">
      <dgm:prSet/>
      <dgm:spPr/>
      <dgm:t>
        <a:bodyPr/>
        <a:lstStyle/>
        <a:p>
          <a:endParaRPr lang="en-US"/>
        </a:p>
      </dgm:t>
    </dgm:pt>
    <dgm:pt modelId="{F06774C2-5AAF-433B-A2BE-2D48032DCB97}" type="sibTrans" cxnId="{BD434B37-2C15-476B-B91D-3064061DEDD8}">
      <dgm:prSet/>
      <dgm:spPr/>
      <dgm:t>
        <a:bodyPr/>
        <a:lstStyle/>
        <a:p>
          <a:endParaRPr lang="en-US"/>
        </a:p>
      </dgm:t>
    </dgm:pt>
    <dgm:pt modelId="{9E60C330-70D0-456A-9DDA-FC0443B0D9C7}">
      <dgm:prSet/>
      <dgm:spPr/>
      <dgm:t>
        <a:bodyPr/>
        <a:lstStyle/>
        <a:p>
          <a:pPr rtl="0"/>
          <a:r>
            <a:rPr lang="en-US"/>
            <a:t>Simple Network Management Protocol (SNMP). </a:t>
          </a:r>
        </a:p>
      </dgm:t>
    </dgm:pt>
    <dgm:pt modelId="{BC92BF08-B3B1-4BA4-A0E6-02675D4E6A8A}" type="parTrans" cxnId="{687CA682-3C58-4A5C-BF4B-A6334D28EB7E}">
      <dgm:prSet/>
      <dgm:spPr/>
      <dgm:t>
        <a:bodyPr/>
        <a:lstStyle/>
        <a:p>
          <a:endParaRPr lang="en-US"/>
        </a:p>
      </dgm:t>
    </dgm:pt>
    <dgm:pt modelId="{36C02FF4-9BDA-4ED4-A0F0-62954E88C63C}" type="sibTrans" cxnId="{687CA682-3C58-4A5C-BF4B-A6334D28EB7E}">
      <dgm:prSet/>
      <dgm:spPr/>
      <dgm:t>
        <a:bodyPr/>
        <a:lstStyle/>
        <a:p>
          <a:endParaRPr lang="en-US"/>
        </a:p>
      </dgm:t>
    </dgm:pt>
    <dgm:pt modelId="{1A571728-6463-4867-ACD9-1399DAF2CFB2}">
      <dgm:prSet/>
      <dgm:spPr/>
      <dgm:t>
        <a:bodyPr/>
        <a:lstStyle/>
        <a:p>
          <a:pPr rtl="0"/>
          <a:r>
            <a:rPr lang="en-US" b="0" dirty="0">
              <a:solidFill>
                <a:schemeClr val="bg1">
                  <a:lumMod val="65000"/>
                </a:schemeClr>
              </a:solidFill>
            </a:rPr>
            <a:t>FTP, </a:t>
          </a:r>
        </a:p>
      </dgm:t>
    </dgm:pt>
    <dgm:pt modelId="{56C34691-7DD7-4C88-8877-8C4E2FB49BB4}" type="sibTrans" cxnId="{53160DF3-9D35-4EFA-937B-B7B98C3B33D1}">
      <dgm:prSet/>
      <dgm:spPr/>
      <dgm:t>
        <a:bodyPr/>
        <a:lstStyle/>
        <a:p>
          <a:endParaRPr lang="en-US"/>
        </a:p>
      </dgm:t>
    </dgm:pt>
    <dgm:pt modelId="{B2E4F2C4-EBCB-41C5-8DA0-BB6E623EB0FD}" type="parTrans" cxnId="{53160DF3-9D35-4EFA-937B-B7B98C3B33D1}">
      <dgm:prSet/>
      <dgm:spPr/>
      <dgm:t>
        <a:bodyPr/>
        <a:lstStyle/>
        <a:p>
          <a:endParaRPr lang="en-US"/>
        </a:p>
      </dgm:t>
    </dgm:pt>
    <dgm:pt modelId="{D99213FD-EA02-4158-9A8B-48189E7C331F}">
      <dgm:prSet/>
      <dgm:spPr/>
      <dgm:t>
        <a:bodyPr/>
        <a:lstStyle/>
        <a:p>
          <a:r>
            <a:rPr lang="en-US" b="1" dirty="0">
              <a:solidFill>
                <a:srgbClr val="FF0000"/>
              </a:solidFill>
            </a:rPr>
            <a:t>Domain Name System (DNS), </a:t>
          </a:r>
        </a:p>
      </dgm:t>
    </dgm:pt>
    <dgm:pt modelId="{E4D8E108-4B2E-47D0-8122-93103D76F80E}" type="parTrans" cxnId="{5878F473-E4E3-4B61-89C3-5811AE0FEB7F}">
      <dgm:prSet/>
      <dgm:spPr/>
      <dgm:t>
        <a:bodyPr/>
        <a:lstStyle/>
        <a:p>
          <a:endParaRPr lang="en-US"/>
        </a:p>
      </dgm:t>
    </dgm:pt>
    <dgm:pt modelId="{A89D27DF-2D52-4E8B-93B6-1EE6D9A35C18}" type="sibTrans" cxnId="{5878F473-E4E3-4B61-89C3-5811AE0FEB7F}">
      <dgm:prSet/>
      <dgm:spPr/>
      <dgm:t>
        <a:bodyPr/>
        <a:lstStyle/>
        <a:p>
          <a:endParaRPr lang="en-US"/>
        </a:p>
      </dgm:t>
    </dgm:pt>
    <dgm:pt modelId="{763A7BF4-ECD5-4BFC-8138-A60947D0EFE5}" type="pres">
      <dgm:prSet presAssocID="{E075A220-1D2C-4F86-907C-FFA525A206CA}" presName="linear" presStyleCnt="0">
        <dgm:presLayoutVars>
          <dgm:animLvl val="lvl"/>
          <dgm:resizeHandles val="exact"/>
        </dgm:presLayoutVars>
      </dgm:prSet>
      <dgm:spPr/>
    </dgm:pt>
    <dgm:pt modelId="{2D9D1D3A-EF37-4E94-BB82-63F90F047EA1}" type="pres">
      <dgm:prSet presAssocID="{810F3F48-66FF-49CD-8DAA-1823457CEC03}" presName="parentText" presStyleLbl="node1" presStyleIdx="0" presStyleCnt="7">
        <dgm:presLayoutVars>
          <dgm:chMax val="0"/>
          <dgm:bulletEnabled val="1"/>
        </dgm:presLayoutVars>
      </dgm:prSet>
      <dgm:spPr/>
    </dgm:pt>
    <dgm:pt modelId="{6375FE5A-8276-43A1-958E-019EBBD85849}" type="pres">
      <dgm:prSet presAssocID="{1F6B4140-69BA-4F84-A294-1AEA20BF5D65}" presName="spacer" presStyleCnt="0"/>
      <dgm:spPr/>
    </dgm:pt>
    <dgm:pt modelId="{0DFC7B3F-6C74-488A-9688-6568BEF192A6}" type="pres">
      <dgm:prSet presAssocID="{1A571728-6463-4867-ACD9-1399DAF2CFB2}" presName="parentText" presStyleLbl="node1" presStyleIdx="1" presStyleCnt="7">
        <dgm:presLayoutVars>
          <dgm:chMax val="0"/>
          <dgm:bulletEnabled val="1"/>
        </dgm:presLayoutVars>
      </dgm:prSet>
      <dgm:spPr/>
    </dgm:pt>
    <dgm:pt modelId="{4D8EC412-1B35-4736-8CCC-3FDB20B6D329}" type="pres">
      <dgm:prSet presAssocID="{56C34691-7DD7-4C88-8877-8C4E2FB49BB4}" presName="spacer" presStyleCnt="0"/>
      <dgm:spPr/>
    </dgm:pt>
    <dgm:pt modelId="{809912B0-0A66-4FAB-95BA-2EFCC18BE0B0}" type="pres">
      <dgm:prSet presAssocID="{4A57B75E-38D0-44F2-BAFD-5D323F84AABD}" presName="parentText" presStyleLbl="node1" presStyleIdx="2" presStyleCnt="7" custLinFactNeighborY="-4167">
        <dgm:presLayoutVars>
          <dgm:chMax val="0"/>
          <dgm:bulletEnabled val="1"/>
        </dgm:presLayoutVars>
      </dgm:prSet>
      <dgm:spPr/>
    </dgm:pt>
    <dgm:pt modelId="{DEBC916D-161E-48DA-A9EE-FC5B4EF1B45C}" type="pres">
      <dgm:prSet presAssocID="{8512AD50-4FEA-41F4-927A-24F6AF80B943}" presName="spacer" presStyleCnt="0"/>
      <dgm:spPr/>
    </dgm:pt>
    <dgm:pt modelId="{F44FB075-EA70-4836-8B81-64E9E8EFC90B}" type="pres">
      <dgm:prSet presAssocID="{D99213FD-EA02-4158-9A8B-48189E7C331F}" presName="parentText" presStyleLbl="node1" presStyleIdx="3" presStyleCnt="7">
        <dgm:presLayoutVars>
          <dgm:chMax val="0"/>
          <dgm:bulletEnabled val="1"/>
        </dgm:presLayoutVars>
      </dgm:prSet>
      <dgm:spPr/>
    </dgm:pt>
    <dgm:pt modelId="{88251D84-6548-4D15-A07D-46A29D029BD0}" type="pres">
      <dgm:prSet presAssocID="{A89D27DF-2D52-4E8B-93B6-1EE6D9A35C18}" presName="spacer" presStyleCnt="0"/>
      <dgm:spPr/>
    </dgm:pt>
    <dgm:pt modelId="{7A88E90F-3920-4B54-A6F8-D9C1648BA3E3}" type="pres">
      <dgm:prSet presAssocID="{DD4EC2C3-7955-4096-854C-AFD25C2BD4E2}" presName="parentText" presStyleLbl="node1" presStyleIdx="4" presStyleCnt="7">
        <dgm:presLayoutVars>
          <dgm:chMax val="0"/>
          <dgm:bulletEnabled val="1"/>
        </dgm:presLayoutVars>
      </dgm:prSet>
      <dgm:spPr/>
    </dgm:pt>
    <dgm:pt modelId="{D3F650FC-7ACF-4CAE-BAC0-F950105E3EB2}" type="pres">
      <dgm:prSet presAssocID="{B421C451-60E0-4C93-9A14-10220235284D}" presName="spacer" presStyleCnt="0"/>
      <dgm:spPr/>
    </dgm:pt>
    <dgm:pt modelId="{AB7FD01E-D5CF-4D58-ADF8-798E3459B418}" type="pres">
      <dgm:prSet presAssocID="{AA560C6A-4103-4DDD-A74D-B7D92F38491C}" presName="parentText" presStyleLbl="node1" presStyleIdx="5" presStyleCnt="7">
        <dgm:presLayoutVars>
          <dgm:chMax val="0"/>
          <dgm:bulletEnabled val="1"/>
        </dgm:presLayoutVars>
      </dgm:prSet>
      <dgm:spPr/>
    </dgm:pt>
    <dgm:pt modelId="{0287D08C-33E7-4BCB-B21C-36CEF466FAAD}" type="pres">
      <dgm:prSet presAssocID="{F06774C2-5AAF-433B-A2BE-2D48032DCB97}" presName="spacer" presStyleCnt="0"/>
      <dgm:spPr/>
    </dgm:pt>
    <dgm:pt modelId="{6D9AA556-3632-494E-AC7A-459D2F5650B2}" type="pres">
      <dgm:prSet presAssocID="{9E60C330-70D0-456A-9DDA-FC0443B0D9C7}" presName="parentText" presStyleLbl="node1" presStyleIdx="6" presStyleCnt="7">
        <dgm:presLayoutVars>
          <dgm:chMax val="0"/>
          <dgm:bulletEnabled val="1"/>
        </dgm:presLayoutVars>
      </dgm:prSet>
      <dgm:spPr/>
    </dgm:pt>
  </dgm:ptLst>
  <dgm:cxnLst>
    <dgm:cxn modelId="{6F76B102-536C-427C-9C46-38F5DB28C9DF}" type="presOf" srcId="{4A57B75E-38D0-44F2-BAFD-5D323F84AABD}" destId="{809912B0-0A66-4FAB-95BA-2EFCC18BE0B0}" srcOrd="0" destOrd="0" presId="urn:microsoft.com/office/officeart/2005/8/layout/vList2"/>
    <dgm:cxn modelId="{6F1FB305-C4D2-4A6C-81BD-F692CB1156FD}" srcId="{E075A220-1D2C-4F86-907C-FFA525A206CA}" destId="{DD4EC2C3-7955-4096-854C-AFD25C2BD4E2}" srcOrd="4" destOrd="0" parTransId="{D6AF8E8B-169D-4247-9925-220AA8CEDEDD}" sibTransId="{B421C451-60E0-4C93-9A14-10220235284D}"/>
    <dgm:cxn modelId="{A7E02215-866D-4880-BD2D-0D9711167A58}" type="presOf" srcId="{810F3F48-66FF-49CD-8DAA-1823457CEC03}" destId="{2D9D1D3A-EF37-4E94-BB82-63F90F047EA1}" srcOrd="0" destOrd="0" presId="urn:microsoft.com/office/officeart/2005/8/layout/vList2"/>
    <dgm:cxn modelId="{BF62DD23-46B8-468C-8690-14223ABC4D42}" type="presOf" srcId="{1A571728-6463-4867-ACD9-1399DAF2CFB2}" destId="{0DFC7B3F-6C74-488A-9688-6568BEF192A6}" srcOrd="0" destOrd="0" presId="urn:microsoft.com/office/officeart/2005/8/layout/vList2"/>
    <dgm:cxn modelId="{BC740035-12E0-4263-869F-AB3913EC5EA9}" type="presOf" srcId="{DD4EC2C3-7955-4096-854C-AFD25C2BD4E2}" destId="{7A88E90F-3920-4B54-A6F8-D9C1648BA3E3}" srcOrd="0" destOrd="0" presId="urn:microsoft.com/office/officeart/2005/8/layout/vList2"/>
    <dgm:cxn modelId="{BD434B37-2C15-476B-B91D-3064061DEDD8}" srcId="{E075A220-1D2C-4F86-907C-FFA525A206CA}" destId="{AA560C6A-4103-4DDD-A74D-B7D92F38491C}" srcOrd="5" destOrd="0" parTransId="{9CF6900C-0D0D-486F-85BA-B10AE4434F20}" sibTransId="{F06774C2-5AAF-433B-A2BE-2D48032DCB97}"/>
    <dgm:cxn modelId="{169A0E5D-2BB8-422F-B6F1-9962E17F6907}" type="presOf" srcId="{9E60C330-70D0-456A-9DDA-FC0443B0D9C7}" destId="{6D9AA556-3632-494E-AC7A-459D2F5650B2}" srcOrd="0" destOrd="0" presId="urn:microsoft.com/office/officeart/2005/8/layout/vList2"/>
    <dgm:cxn modelId="{541F0B4A-5425-4AB9-AD18-4B6EA553AD29}" srcId="{E075A220-1D2C-4F86-907C-FFA525A206CA}" destId="{810F3F48-66FF-49CD-8DAA-1823457CEC03}" srcOrd="0" destOrd="0" parTransId="{94E584A9-8091-43B6-9790-D1ABB7ECA314}" sibTransId="{1F6B4140-69BA-4F84-A294-1AEA20BF5D65}"/>
    <dgm:cxn modelId="{CF90F54E-80F2-408E-9270-F6BAE9458142}" type="presOf" srcId="{E075A220-1D2C-4F86-907C-FFA525A206CA}" destId="{763A7BF4-ECD5-4BFC-8138-A60947D0EFE5}" srcOrd="0" destOrd="0" presId="urn:microsoft.com/office/officeart/2005/8/layout/vList2"/>
    <dgm:cxn modelId="{5878F473-E4E3-4B61-89C3-5811AE0FEB7F}" srcId="{E075A220-1D2C-4F86-907C-FFA525A206CA}" destId="{D99213FD-EA02-4158-9A8B-48189E7C331F}" srcOrd="3" destOrd="0" parTransId="{E4D8E108-4B2E-47D0-8122-93103D76F80E}" sibTransId="{A89D27DF-2D52-4E8B-93B6-1EE6D9A35C18}"/>
    <dgm:cxn modelId="{9C1AFE77-1CE1-4854-A1CA-CDC119B58F46}" srcId="{E075A220-1D2C-4F86-907C-FFA525A206CA}" destId="{4A57B75E-38D0-44F2-BAFD-5D323F84AABD}" srcOrd="2" destOrd="0" parTransId="{C7CF776E-32C3-4944-A258-18B342D91B8F}" sibTransId="{8512AD50-4FEA-41F4-927A-24F6AF80B943}"/>
    <dgm:cxn modelId="{687CA682-3C58-4A5C-BF4B-A6334D28EB7E}" srcId="{E075A220-1D2C-4F86-907C-FFA525A206CA}" destId="{9E60C330-70D0-456A-9DDA-FC0443B0D9C7}" srcOrd="6" destOrd="0" parTransId="{BC92BF08-B3B1-4BA4-A0E6-02675D4E6A8A}" sibTransId="{36C02FF4-9BDA-4ED4-A0F0-62954E88C63C}"/>
    <dgm:cxn modelId="{8F7A53A3-6210-4B2D-AC88-8F3209CA7A45}" type="presOf" srcId="{D99213FD-EA02-4158-9A8B-48189E7C331F}" destId="{F44FB075-EA70-4836-8B81-64E9E8EFC90B}" srcOrd="0" destOrd="0" presId="urn:microsoft.com/office/officeart/2005/8/layout/vList2"/>
    <dgm:cxn modelId="{31036FEE-567F-499A-9B87-68ECF5C62AE0}" type="presOf" srcId="{AA560C6A-4103-4DDD-A74D-B7D92F38491C}" destId="{AB7FD01E-D5CF-4D58-ADF8-798E3459B418}" srcOrd="0" destOrd="0" presId="urn:microsoft.com/office/officeart/2005/8/layout/vList2"/>
    <dgm:cxn modelId="{53160DF3-9D35-4EFA-937B-B7B98C3B33D1}" srcId="{E075A220-1D2C-4F86-907C-FFA525A206CA}" destId="{1A571728-6463-4867-ACD9-1399DAF2CFB2}" srcOrd="1" destOrd="0" parTransId="{B2E4F2C4-EBCB-41C5-8DA0-BB6E623EB0FD}" sibTransId="{56C34691-7DD7-4C88-8877-8C4E2FB49BB4}"/>
    <dgm:cxn modelId="{568956FA-C104-48BB-923C-5E36C7C06F72}" type="presParOf" srcId="{763A7BF4-ECD5-4BFC-8138-A60947D0EFE5}" destId="{2D9D1D3A-EF37-4E94-BB82-63F90F047EA1}" srcOrd="0" destOrd="0" presId="urn:microsoft.com/office/officeart/2005/8/layout/vList2"/>
    <dgm:cxn modelId="{5A1EBF3F-6236-49FD-9A93-26468AB72EAD}" type="presParOf" srcId="{763A7BF4-ECD5-4BFC-8138-A60947D0EFE5}" destId="{6375FE5A-8276-43A1-958E-019EBBD85849}" srcOrd="1" destOrd="0" presId="urn:microsoft.com/office/officeart/2005/8/layout/vList2"/>
    <dgm:cxn modelId="{D39D8241-494A-461E-A73F-91143096B326}" type="presParOf" srcId="{763A7BF4-ECD5-4BFC-8138-A60947D0EFE5}" destId="{0DFC7B3F-6C74-488A-9688-6568BEF192A6}" srcOrd="2" destOrd="0" presId="urn:microsoft.com/office/officeart/2005/8/layout/vList2"/>
    <dgm:cxn modelId="{1197E1BE-1B1B-4119-8177-1E75D90AE882}" type="presParOf" srcId="{763A7BF4-ECD5-4BFC-8138-A60947D0EFE5}" destId="{4D8EC412-1B35-4736-8CCC-3FDB20B6D329}" srcOrd="3" destOrd="0" presId="urn:microsoft.com/office/officeart/2005/8/layout/vList2"/>
    <dgm:cxn modelId="{AA03D4AB-A9C1-4239-A918-A8A4DF474941}" type="presParOf" srcId="{763A7BF4-ECD5-4BFC-8138-A60947D0EFE5}" destId="{809912B0-0A66-4FAB-95BA-2EFCC18BE0B0}" srcOrd="4" destOrd="0" presId="urn:microsoft.com/office/officeart/2005/8/layout/vList2"/>
    <dgm:cxn modelId="{ADF1DA60-80B8-4261-B60E-5130FC70383B}" type="presParOf" srcId="{763A7BF4-ECD5-4BFC-8138-A60947D0EFE5}" destId="{DEBC916D-161E-48DA-A9EE-FC5B4EF1B45C}" srcOrd="5" destOrd="0" presId="urn:microsoft.com/office/officeart/2005/8/layout/vList2"/>
    <dgm:cxn modelId="{FA429479-96BD-4B53-99A1-D048449DBD28}" type="presParOf" srcId="{763A7BF4-ECD5-4BFC-8138-A60947D0EFE5}" destId="{F44FB075-EA70-4836-8B81-64E9E8EFC90B}" srcOrd="6" destOrd="0" presId="urn:microsoft.com/office/officeart/2005/8/layout/vList2"/>
    <dgm:cxn modelId="{ACDAAF07-5C27-4581-86FC-298D50688B3C}" type="presParOf" srcId="{763A7BF4-ECD5-4BFC-8138-A60947D0EFE5}" destId="{88251D84-6548-4D15-A07D-46A29D029BD0}" srcOrd="7" destOrd="0" presId="urn:microsoft.com/office/officeart/2005/8/layout/vList2"/>
    <dgm:cxn modelId="{029FFD97-599B-42D4-A555-DD6F0B6B724A}" type="presParOf" srcId="{763A7BF4-ECD5-4BFC-8138-A60947D0EFE5}" destId="{7A88E90F-3920-4B54-A6F8-D9C1648BA3E3}" srcOrd="8" destOrd="0" presId="urn:microsoft.com/office/officeart/2005/8/layout/vList2"/>
    <dgm:cxn modelId="{689801EC-743C-45AD-92A2-389B08631C95}" type="presParOf" srcId="{763A7BF4-ECD5-4BFC-8138-A60947D0EFE5}" destId="{D3F650FC-7ACF-4CAE-BAC0-F950105E3EB2}" srcOrd="9" destOrd="0" presId="urn:microsoft.com/office/officeart/2005/8/layout/vList2"/>
    <dgm:cxn modelId="{43BA73E5-9CDB-4947-B685-D16F3909CD57}" type="presParOf" srcId="{763A7BF4-ECD5-4BFC-8138-A60947D0EFE5}" destId="{AB7FD01E-D5CF-4D58-ADF8-798E3459B418}" srcOrd="10" destOrd="0" presId="urn:microsoft.com/office/officeart/2005/8/layout/vList2"/>
    <dgm:cxn modelId="{F722BD11-4866-4E23-B2F3-AA53C6BF6C9A}" type="presParOf" srcId="{763A7BF4-ECD5-4BFC-8138-A60947D0EFE5}" destId="{0287D08C-33E7-4BCB-B21C-36CEF466FAAD}" srcOrd="11" destOrd="0" presId="urn:microsoft.com/office/officeart/2005/8/layout/vList2"/>
    <dgm:cxn modelId="{01C746D1-A728-4DB9-A037-DD4AB833A183}" type="presParOf" srcId="{763A7BF4-ECD5-4BFC-8138-A60947D0EFE5}" destId="{6D9AA556-3632-494E-AC7A-459D2F5650B2}"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C897482-1FFD-4B7B-90EC-E8B7692D89B9}" type="doc">
      <dgm:prSet loTypeId="urn:microsoft.com/office/officeart/2005/8/layout/vList2" loCatId="list" qsTypeId="urn:microsoft.com/office/officeart/2005/8/quickstyle/simple3" qsCatId="simple" csTypeId="urn:microsoft.com/office/officeart/2005/8/colors/accent2_2" csCatId="accent2"/>
      <dgm:spPr/>
      <dgm:t>
        <a:bodyPr/>
        <a:lstStyle/>
        <a:p>
          <a:endParaRPr lang="en-US"/>
        </a:p>
      </dgm:t>
    </dgm:pt>
    <dgm:pt modelId="{183BD951-A4E5-4B7A-B610-C04CF638284A}">
      <dgm:prSet/>
      <dgm:spPr/>
      <dgm:t>
        <a:bodyPr/>
        <a:lstStyle/>
        <a:p>
          <a:pPr rtl="0"/>
          <a:r>
            <a:rPr lang="en-US" b="0"/>
            <a:t>IP addresses are difficult to remember</a:t>
          </a:r>
        </a:p>
      </dgm:t>
    </dgm:pt>
    <dgm:pt modelId="{42F2E4CE-4245-4ABD-AB16-E8F616FC725F}" type="parTrans" cxnId="{8FD2170D-11BE-409D-B2E4-5C64DA8C0D06}">
      <dgm:prSet/>
      <dgm:spPr/>
      <dgm:t>
        <a:bodyPr/>
        <a:lstStyle/>
        <a:p>
          <a:endParaRPr lang="en-US"/>
        </a:p>
      </dgm:t>
    </dgm:pt>
    <dgm:pt modelId="{B3C5FBB2-6896-47B8-A8DA-06C00473A96C}" type="sibTrans" cxnId="{8FD2170D-11BE-409D-B2E4-5C64DA8C0D06}">
      <dgm:prSet/>
      <dgm:spPr/>
      <dgm:t>
        <a:bodyPr/>
        <a:lstStyle/>
        <a:p>
          <a:endParaRPr lang="en-US"/>
        </a:p>
      </dgm:t>
    </dgm:pt>
    <dgm:pt modelId="{FC124138-A9B5-4A8D-A40F-38F619F5AB8E}">
      <dgm:prSet/>
      <dgm:spPr/>
      <dgm:t>
        <a:bodyPr/>
        <a:lstStyle/>
        <a:p>
          <a:pPr rtl="0"/>
          <a:r>
            <a:rPr lang="en-US" b="0" dirty="0"/>
            <a:t>Need some mechanisms to translate gmail.com to the IP address. </a:t>
          </a:r>
        </a:p>
      </dgm:t>
    </dgm:pt>
    <dgm:pt modelId="{324EDDC5-7543-43F9-98A2-595C04F85381}" type="parTrans" cxnId="{BF4B14BB-5C26-45D8-8749-23C8F6D4CD13}">
      <dgm:prSet/>
      <dgm:spPr/>
      <dgm:t>
        <a:bodyPr/>
        <a:lstStyle/>
        <a:p>
          <a:endParaRPr lang="en-US"/>
        </a:p>
      </dgm:t>
    </dgm:pt>
    <dgm:pt modelId="{2F4C2DB1-509E-480C-8EC7-9B666463243E}" type="sibTrans" cxnId="{BF4B14BB-5C26-45D8-8749-23C8F6D4CD13}">
      <dgm:prSet/>
      <dgm:spPr/>
      <dgm:t>
        <a:bodyPr/>
        <a:lstStyle/>
        <a:p>
          <a:endParaRPr lang="en-US"/>
        </a:p>
      </dgm:t>
    </dgm:pt>
    <dgm:pt modelId="{5F1FF611-16D0-444D-A68A-B4B37B444D98}">
      <dgm:prSet/>
      <dgm:spPr/>
      <dgm:t>
        <a:bodyPr/>
        <a:lstStyle/>
        <a:p>
          <a:pPr rtl="0"/>
          <a:r>
            <a:rPr lang="en-US" b="0" dirty="0"/>
            <a:t>To solve this problem DNS was invented</a:t>
          </a:r>
        </a:p>
      </dgm:t>
    </dgm:pt>
    <dgm:pt modelId="{5D24804A-6E34-4536-85C6-BF49AFA108DC}" type="parTrans" cxnId="{6B532E27-0C18-426C-818B-573D7AD8268E}">
      <dgm:prSet/>
      <dgm:spPr/>
      <dgm:t>
        <a:bodyPr/>
        <a:lstStyle/>
        <a:p>
          <a:endParaRPr lang="en-US"/>
        </a:p>
      </dgm:t>
    </dgm:pt>
    <dgm:pt modelId="{AAEB55C2-FF66-407A-9ACE-F81D251CFF1D}" type="sibTrans" cxnId="{6B532E27-0C18-426C-818B-573D7AD8268E}">
      <dgm:prSet/>
      <dgm:spPr/>
      <dgm:t>
        <a:bodyPr/>
        <a:lstStyle/>
        <a:p>
          <a:endParaRPr lang="en-US"/>
        </a:p>
      </dgm:t>
    </dgm:pt>
    <dgm:pt modelId="{B9358D17-8065-4464-A244-5AE3978475F7}">
      <dgm:prSet/>
      <dgm:spPr/>
      <dgm:t>
        <a:bodyPr/>
        <a:lstStyle/>
        <a:p>
          <a:pPr rtl="0"/>
          <a:r>
            <a:rPr lang="en-US"/>
            <a:t>DNS is a hierarchical, domain-based naming scheme and a distributed database system for implementing this naming scheme</a:t>
          </a:r>
        </a:p>
      </dgm:t>
    </dgm:pt>
    <dgm:pt modelId="{15BF1175-BE75-4A01-AD15-091BBC918780}" type="parTrans" cxnId="{774851D9-67DD-4BD1-A8EE-CEA05684530E}">
      <dgm:prSet/>
      <dgm:spPr/>
      <dgm:t>
        <a:bodyPr/>
        <a:lstStyle/>
        <a:p>
          <a:endParaRPr lang="en-US"/>
        </a:p>
      </dgm:t>
    </dgm:pt>
    <dgm:pt modelId="{7E648B9E-3CB4-4542-A9B8-4004543AA018}" type="sibTrans" cxnId="{774851D9-67DD-4BD1-A8EE-CEA05684530E}">
      <dgm:prSet/>
      <dgm:spPr/>
      <dgm:t>
        <a:bodyPr/>
        <a:lstStyle/>
        <a:p>
          <a:endParaRPr lang="en-US"/>
        </a:p>
      </dgm:t>
    </dgm:pt>
    <dgm:pt modelId="{74460FCC-25DC-4886-9E59-4B22AB7AB397}">
      <dgm:prSet/>
      <dgm:spPr/>
      <dgm:t>
        <a:bodyPr/>
        <a:lstStyle/>
        <a:p>
          <a:pPr rtl="0"/>
          <a:r>
            <a:rPr lang="en-US"/>
            <a:t>Usage:  Map URL name into an IP address</a:t>
          </a:r>
        </a:p>
      </dgm:t>
    </dgm:pt>
    <dgm:pt modelId="{1622D2DE-2DF3-41CE-96DE-A36AC23B41FC}" type="parTrans" cxnId="{E3200BC1-D8AD-4A6C-9443-7EEECFF81667}">
      <dgm:prSet/>
      <dgm:spPr/>
      <dgm:t>
        <a:bodyPr/>
        <a:lstStyle/>
        <a:p>
          <a:endParaRPr lang="en-US"/>
        </a:p>
      </dgm:t>
    </dgm:pt>
    <dgm:pt modelId="{AF5DF3C3-99E5-40B0-801B-B51F8B4D2E6F}" type="sibTrans" cxnId="{E3200BC1-D8AD-4A6C-9443-7EEECFF81667}">
      <dgm:prSet/>
      <dgm:spPr/>
      <dgm:t>
        <a:bodyPr/>
        <a:lstStyle/>
        <a:p>
          <a:endParaRPr lang="en-US"/>
        </a:p>
      </dgm:t>
    </dgm:pt>
    <dgm:pt modelId="{30695615-E2EA-4B65-A72D-EEC25DDEADC4}" type="pres">
      <dgm:prSet presAssocID="{DC897482-1FFD-4B7B-90EC-E8B7692D89B9}" presName="linear" presStyleCnt="0">
        <dgm:presLayoutVars>
          <dgm:animLvl val="lvl"/>
          <dgm:resizeHandles val="exact"/>
        </dgm:presLayoutVars>
      </dgm:prSet>
      <dgm:spPr/>
    </dgm:pt>
    <dgm:pt modelId="{578C94D0-0F6B-489C-A3A8-73241F4BC2EE}" type="pres">
      <dgm:prSet presAssocID="{183BD951-A4E5-4B7A-B610-C04CF638284A}" presName="parentText" presStyleLbl="node1" presStyleIdx="0" presStyleCnt="5">
        <dgm:presLayoutVars>
          <dgm:chMax val="0"/>
          <dgm:bulletEnabled val="1"/>
        </dgm:presLayoutVars>
      </dgm:prSet>
      <dgm:spPr/>
    </dgm:pt>
    <dgm:pt modelId="{405344DA-4255-4726-8CA1-947F2AF0D6F6}" type="pres">
      <dgm:prSet presAssocID="{B3C5FBB2-6896-47B8-A8DA-06C00473A96C}" presName="spacer" presStyleCnt="0"/>
      <dgm:spPr/>
    </dgm:pt>
    <dgm:pt modelId="{ADEF7140-EBD7-4762-9849-6A1944D1EE4F}" type="pres">
      <dgm:prSet presAssocID="{FC124138-A9B5-4A8D-A40F-38F619F5AB8E}" presName="parentText" presStyleLbl="node1" presStyleIdx="1" presStyleCnt="5">
        <dgm:presLayoutVars>
          <dgm:chMax val="0"/>
          <dgm:bulletEnabled val="1"/>
        </dgm:presLayoutVars>
      </dgm:prSet>
      <dgm:spPr/>
    </dgm:pt>
    <dgm:pt modelId="{CCE268FA-DE84-4BB5-85E4-4E0EBAB4E232}" type="pres">
      <dgm:prSet presAssocID="{2F4C2DB1-509E-480C-8EC7-9B666463243E}" presName="spacer" presStyleCnt="0"/>
      <dgm:spPr/>
    </dgm:pt>
    <dgm:pt modelId="{AAF6C517-8997-4F26-9E55-8CBEBE8F7F0D}" type="pres">
      <dgm:prSet presAssocID="{5F1FF611-16D0-444D-A68A-B4B37B444D98}" presName="parentText" presStyleLbl="node1" presStyleIdx="2" presStyleCnt="5">
        <dgm:presLayoutVars>
          <dgm:chMax val="0"/>
          <dgm:bulletEnabled val="1"/>
        </dgm:presLayoutVars>
      </dgm:prSet>
      <dgm:spPr/>
    </dgm:pt>
    <dgm:pt modelId="{1CDD50F1-B31A-4512-80DB-AA7FA9A899F3}" type="pres">
      <dgm:prSet presAssocID="{AAEB55C2-FF66-407A-9ACE-F81D251CFF1D}" presName="spacer" presStyleCnt="0"/>
      <dgm:spPr/>
    </dgm:pt>
    <dgm:pt modelId="{C5875B8A-476D-4D60-8A0C-8EBE71E85053}" type="pres">
      <dgm:prSet presAssocID="{B9358D17-8065-4464-A244-5AE3978475F7}" presName="parentText" presStyleLbl="node1" presStyleIdx="3" presStyleCnt="5">
        <dgm:presLayoutVars>
          <dgm:chMax val="0"/>
          <dgm:bulletEnabled val="1"/>
        </dgm:presLayoutVars>
      </dgm:prSet>
      <dgm:spPr/>
    </dgm:pt>
    <dgm:pt modelId="{42CE1944-DB13-4DA4-AFE3-1D51488FC558}" type="pres">
      <dgm:prSet presAssocID="{7E648B9E-3CB4-4542-A9B8-4004543AA018}" presName="spacer" presStyleCnt="0"/>
      <dgm:spPr/>
    </dgm:pt>
    <dgm:pt modelId="{9C9559E6-412A-4004-B2BC-FB634822E76E}" type="pres">
      <dgm:prSet presAssocID="{74460FCC-25DC-4886-9E59-4B22AB7AB397}" presName="parentText" presStyleLbl="node1" presStyleIdx="4" presStyleCnt="5">
        <dgm:presLayoutVars>
          <dgm:chMax val="0"/>
          <dgm:bulletEnabled val="1"/>
        </dgm:presLayoutVars>
      </dgm:prSet>
      <dgm:spPr/>
    </dgm:pt>
  </dgm:ptLst>
  <dgm:cxnLst>
    <dgm:cxn modelId="{8FD2170D-11BE-409D-B2E4-5C64DA8C0D06}" srcId="{DC897482-1FFD-4B7B-90EC-E8B7692D89B9}" destId="{183BD951-A4E5-4B7A-B610-C04CF638284A}" srcOrd="0" destOrd="0" parTransId="{42F2E4CE-4245-4ABD-AB16-E8F616FC725F}" sibTransId="{B3C5FBB2-6896-47B8-A8DA-06C00473A96C}"/>
    <dgm:cxn modelId="{5EF8891C-2710-41E3-A643-957956D3C77F}" type="presOf" srcId="{FC124138-A9B5-4A8D-A40F-38F619F5AB8E}" destId="{ADEF7140-EBD7-4762-9849-6A1944D1EE4F}" srcOrd="0" destOrd="0" presId="urn:microsoft.com/office/officeart/2005/8/layout/vList2"/>
    <dgm:cxn modelId="{6B532E27-0C18-426C-818B-573D7AD8268E}" srcId="{DC897482-1FFD-4B7B-90EC-E8B7692D89B9}" destId="{5F1FF611-16D0-444D-A68A-B4B37B444D98}" srcOrd="2" destOrd="0" parTransId="{5D24804A-6E34-4536-85C6-BF49AFA108DC}" sibTransId="{AAEB55C2-FF66-407A-9ACE-F81D251CFF1D}"/>
    <dgm:cxn modelId="{7520EE28-2736-438B-8E33-26007DC529F8}" type="presOf" srcId="{183BD951-A4E5-4B7A-B610-C04CF638284A}" destId="{578C94D0-0F6B-489C-A3A8-73241F4BC2EE}" srcOrd="0" destOrd="0" presId="urn:microsoft.com/office/officeart/2005/8/layout/vList2"/>
    <dgm:cxn modelId="{6B1B7750-486C-4451-9000-3A0267B5A1C0}" type="presOf" srcId="{5F1FF611-16D0-444D-A68A-B4B37B444D98}" destId="{AAF6C517-8997-4F26-9E55-8CBEBE8F7F0D}" srcOrd="0" destOrd="0" presId="urn:microsoft.com/office/officeart/2005/8/layout/vList2"/>
    <dgm:cxn modelId="{6456D550-0220-4C7F-82A3-FEEB7C73504A}" type="presOf" srcId="{B9358D17-8065-4464-A244-5AE3978475F7}" destId="{C5875B8A-476D-4D60-8A0C-8EBE71E85053}" srcOrd="0" destOrd="0" presId="urn:microsoft.com/office/officeart/2005/8/layout/vList2"/>
    <dgm:cxn modelId="{C30EEDAC-88D8-4D4F-BB60-23589419EF6F}" type="presOf" srcId="{DC897482-1FFD-4B7B-90EC-E8B7692D89B9}" destId="{30695615-E2EA-4B65-A72D-EEC25DDEADC4}" srcOrd="0" destOrd="0" presId="urn:microsoft.com/office/officeart/2005/8/layout/vList2"/>
    <dgm:cxn modelId="{434CE0AD-E6BB-4168-99FD-AF5DE720D59A}" type="presOf" srcId="{74460FCC-25DC-4886-9E59-4B22AB7AB397}" destId="{9C9559E6-412A-4004-B2BC-FB634822E76E}" srcOrd="0" destOrd="0" presId="urn:microsoft.com/office/officeart/2005/8/layout/vList2"/>
    <dgm:cxn modelId="{BF4B14BB-5C26-45D8-8749-23C8F6D4CD13}" srcId="{DC897482-1FFD-4B7B-90EC-E8B7692D89B9}" destId="{FC124138-A9B5-4A8D-A40F-38F619F5AB8E}" srcOrd="1" destOrd="0" parTransId="{324EDDC5-7543-43F9-98A2-595C04F85381}" sibTransId="{2F4C2DB1-509E-480C-8EC7-9B666463243E}"/>
    <dgm:cxn modelId="{E3200BC1-D8AD-4A6C-9443-7EEECFF81667}" srcId="{DC897482-1FFD-4B7B-90EC-E8B7692D89B9}" destId="{74460FCC-25DC-4886-9E59-4B22AB7AB397}" srcOrd="4" destOrd="0" parTransId="{1622D2DE-2DF3-41CE-96DE-A36AC23B41FC}" sibTransId="{AF5DF3C3-99E5-40B0-801B-B51F8B4D2E6F}"/>
    <dgm:cxn modelId="{774851D9-67DD-4BD1-A8EE-CEA05684530E}" srcId="{DC897482-1FFD-4B7B-90EC-E8B7692D89B9}" destId="{B9358D17-8065-4464-A244-5AE3978475F7}" srcOrd="3" destOrd="0" parTransId="{15BF1175-BE75-4A01-AD15-091BBC918780}" sibTransId="{7E648B9E-3CB4-4542-A9B8-4004543AA018}"/>
    <dgm:cxn modelId="{FCDF9CCB-FE5A-4D6C-BA3E-C2A73FEBB05B}" type="presParOf" srcId="{30695615-E2EA-4B65-A72D-EEC25DDEADC4}" destId="{578C94D0-0F6B-489C-A3A8-73241F4BC2EE}" srcOrd="0" destOrd="0" presId="urn:microsoft.com/office/officeart/2005/8/layout/vList2"/>
    <dgm:cxn modelId="{79CB4D26-1F87-4E67-9D3B-D4855BFCCC8A}" type="presParOf" srcId="{30695615-E2EA-4B65-A72D-EEC25DDEADC4}" destId="{405344DA-4255-4726-8CA1-947F2AF0D6F6}" srcOrd="1" destOrd="0" presId="urn:microsoft.com/office/officeart/2005/8/layout/vList2"/>
    <dgm:cxn modelId="{675358F2-8E68-46CE-AA4F-87517F004DAA}" type="presParOf" srcId="{30695615-E2EA-4B65-A72D-EEC25DDEADC4}" destId="{ADEF7140-EBD7-4762-9849-6A1944D1EE4F}" srcOrd="2" destOrd="0" presId="urn:microsoft.com/office/officeart/2005/8/layout/vList2"/>
    <dgm:cxn modelId="{4161F500-780C-4B0B-8B33-6F6183F7F7D1}" type="presParOf" srcId="{30695615-E2EA-4B65-A72D-EEC25DDEADC4}" destId="{CCE268FA-DE84-4BB5-85E4-4E0EBAB4E232}" srcOrd="3" destOrd="0" presId="urn:microsoft.com/office/officeart/2005/8/layout/vList2"/>
    <dgm:cxn modelId="{E2B1F609-91E0-4449-8E29-C8FA9B859C12}" type="presParOf" srcId="{30695615-E2EA-4B65-A72D-EEC25DDEADC4}" destId="{AAF6C517-8997-4F26-9E55-8CBEBE8F7F0D}" srcOrd="4" destOrd="0" presId="urn:microsoft.com/office/officeart/2005/8/layout/vList2"/>
    <dgm:cxn modelId="{5A903ACC-545E-4317-B14B-98CE3E451451}" type="presParOf" srcId="{30695615-E2EA-4B65-A72D-EEC25DDEADC4}" destId="{1CDD50F1-B31A-4512-80DB-AA7FA9A899F3}" srcOrd="5" destOrd="0" presId="urn:microsoft.com/office/officeart/2005/8/layout/vList2"/>
    <dgm:cxn modelId="{060D6EBD-75E2-4CEC-B75D-3936181A744A}" type="presParOf" srcId="{30695615-E2EA-4B65-A72D-EEC25DDEADC4}" destId="{C5875B8A-476D-4D60-8A0C-8EBE71E85053}" srcOrd="6" destOrd="0" presId="urn:microsoft.com/office/officeart/2005/8/layout/vList2"/>
    <dgm:cxn modelId="{7B106110-6A74-4159-AAAE-45F5D76C8CD9}" type="presParOf" srcId="{30695615-E2EA-4B65-A72D-EEC25DDEADC4}" destId="{42CE1944-DB13-4DA4-AFE3-1D51488FC558}" srcOrd="7" destOrd="0" presId="urn:microsoft.com/office/officeart/2005/8/layout/vList2"/>
    <dgm:cxn modelId="{1709C411-F799-4896-883F-45291940F579}" type="presParOf" srcId="{30695615-E2EA-4B65-A72D-EEC25DDEADC4}" destId="{9C9559E6-412A-4004-B2BC-FB634822E76E}"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7B6F99A-E802-43B0-83DA-402753AE1628}" type="doc">
      <dgm:prSet loTypeId="urn:microsoft.com/office/officeart/2005/8/layout/vList2" loCatId="list" qsTypeId="urn:microsoft.com/office/officeart/2005/8/quickstyle/simple3" qsCatId="simple" csTypeId="urn:microsoft.com/office/officeart/2005/8/colors/accent2_2" csCatId="accent2"/>
      <dgm:spPr/>
      <dgm:t>
        <a:bodyPr/>
        <a:lstStyle/>
        <a:p>
          <a:endParaRPr lang="en-US"/>
        </a:p>
      </dgm:t>
    </dgm:pt>
    <dgm:pt modelId="{60516596-648D-485C-BEBE-6D8C65BA8F2A}">
      <dgm:prSet/>
      <dgm:spPr/>
      <dgm:t>
        <a:bodyPr/>
        <a:lstStyle/>
        <a:p>
          <a:pPr rtl="0"/>
          <a:r>
            <a:rPr lang="en-US"/>
            <a:t>Maps URL to IP address and vice versa</a:t>
          </a:r>
        </a:p>
      </dgm:t>
    </dgm:pt>
    <dgm:pt modelId="{059BD774-C766-412C-AEA4-0336D29785B3}" type="parTrans" cxnId="{2CD923F5-7FA8-47C7-9221-CF23D8B1C25C}">
      <dgm:prSet/>
      <dgm:spPr/>
      <dgm:t>
        <a:bodyPr/>
        <a:lstStyle/>
        <a:p>
          <a:endParaRPr lang="en-US"/>
        </a:p>
      </dgm:t>
    </dgm:pt>
    <dgm:pt modelId="{DAE2549A-4B33-410D-B1A5-1C1983889A9A}" type="sibTrans" cxnId="{2CD923F5-7FA8-47C7-9221-CF23D8B1C25C}">
      <dgm:prSet/>
      <dgm:spPr/>
      <dgm:t>
        <a:bodyPr/>
        <a:lstStyle/>
        <a:p>
          <a:endParaRPr lang="en-US"/>
        </a:p>
      </dgm:t>
    </dgm:pt>
    <dgm:pt modelId="{B1FA40E5-38B1-4335-8030-500F6AE9B9B4}">
      <dgm:prSet/>
      <dgm:spPr/>
      <dgm:t>
        <a:bodyPr/>
        <a:lstStyle/>
        <a:p>
          <a:pPr rtl="0"/>
          <a:r>
            <a:rPr lang="en-US"/>
            <a:t>Runs over UDP and TCP</a:t>
          </a:r>
        </a:p>
      </dgm:t>
    </dgm:pt>
    <dgm:pt modelId="{AEF81989-2667-4EC9-A206-A4DA2C01C11D}" type="parTrans" cxnId="{E6B3AE98-5EAE-4A21-9BA0-44BF8983BEDA}">
      <dgm:prSet/>
      <dgm:spPr/>
      <dgm:t>
        <a:bodyPr/>
        <a:lstStyle/>
        <a:p>
          <a:endParaRPr lang="en-US"/>
        </a:p>
      </dgm:t>
    </dgm:pt>
    <dgm:pt modelId="{2599CFB4-DB02-4DA5-829F-2EA2208D93BA}" type="sibTrans" cxnId="{E6B3AE98-5EAE-4A21-9BA0-44BF8983BEDA}">
      <dgm:prSet/>
      <dgm:spPr/>
      <dgm:t>
        <a:bodyPr/>
        <a:lstStyle/>
        <a:p>
          <a:endParaRPr lang="en-US"/>
        </a:p>
      </dgm:t>
    </dgm:pt>
    <dgm:pt modelId="{051B0F24-A1E9-4A20-AA91-9D65CE5102D5}">
      <dgm:prSet/>
      <dgm:spPr/>
      <dgm:t>
        <a:bodyPr/>
        <a:lstStyle/>
        <a:p>
          <a:pPr rtl="0"/>
          <a:r>
            <a:rPr lang="en-US" dirty="0"/>
            <a:t>Uses port No 53</a:t>
          </a:r>
        </a:p>
      </dgm:t>
    </dgm:pt>
    <dgm:pt modelId="{09300D4C-191E-47F1-9910-8AA883C97F21}" type="parTrans" cxnId="{F8F2D707-4E36-48CF-8669-64AAB1E21E51}">
      <dgm:prSet/>
      <dgm:spPr/>
      <dgm:t>
        <a:bodyPr/>
        <a:lstStyle/>
        <a:p>
          <a:endParaRPr lang="en-US"/>
        </a:p>
      </dgm:t>
    </dgm:pt>
    <dgm:pt modelId="{4A00248A-9E9F-4AB1-8A2A-807509841CB1}" type="sibTrans" cxnId="{F8F2D707-4E36-48CF-8669-64AAB1E21E51}">
      <dgm:prSet/>
      <dgm:spPr/>
      <dgm:t>
        <a:bodyPr/>
        <a:lstStyle/>
        <a:p>
          <a:endParaRPr lang="en-US"/>
        </a:p>
      </dgm:t>
    </dgm:pt>
    <dgm:pt modelId="{DA012302-0D29-4C35-AA97-A4CD8767F820}">
      <dgm:prSet/>
      <dgm:spPr/>
      <dgm:t>
        <a:bodyPr/>
        <a:lstStyle/>
        <a:p>
          <a:pPr rtl="0"/>
          <a:r>
            <a:rPr lang="en-US"/>
            <a:t>Application layer protocol</a:t>
          </a:r>
        </a:p>
      </dgm:t>
    </dgm:pt>
    <dgm:pt modelId="{51296D19-82C5-485E-AE39-E6A40ACF01E0}" type="parTrans" cxnId="{B2A13EC5-FA09-45C7-B96C-EAED0E8AEF0B}">
      <dgm:prSet/>
      <dgm:spPr/>
      <dgm:t>
        <a:bodyPr/>
        <a:lstStyle/>
        <a:p>
          <a:endParaRPr lang="en-US"/>
        </a:p>
      </dgm:t>
    </dgm:pt>
    <dgm:pt modelId="{6C1C0E35-8E88-4C08-B271-4F64DF72D842}" type="sibTrans" cxnId="{B2A13EC5-FA09-45C7-B96C-EAED0E8AEF0B}">
      <dgm:prSet/>
      <dgm:spPr/>
      <dgm:t>
        <a:bodyPr/>
        <a:lstStyle/>
        <a:p>
          <a:endParaRPr lang="en-US"/>
        </a:p>
      </dgm:t>
    </dgm:pt>
    <dgm:pt modelId="{53661965-2DF7-47DA-A969-BBAEFBB5771B}" type="pres">
      <dgm:prSet presAssocID="{77B6F99A-E802-43B0-83DA-402753AE1628}" presName="linear" presStyleCnt="0">
        <dgm:presLayoutVars>
          <dgm:animLvl val="lvl"/>
          <dgm:resizeHandles val="exact"/>
        </dgm:presLayoutVars>
      </dgm:prSet>
      <dgm:spPr/>
    </dgm:pt>
    <dgm:pt modelId="{5B011285-AA54-4BB5-B895-A19076D1C1AA}" type="pres">
      <dgm:prSet presAssocID="{60516596-648D-485C-BEBE-6D8C65BA8F2A}" presName="parentText" presStyleLbl="node1" presStyleIdx="0" presStyleCnt="4">
        <dgm:presLayoutVars>
          <dgm:chMax val="0"/>
          <dgm:bulletEnabled val="1"/>
        </dgm:presLayoutVars>
      </dgm:prSet>
      <dgm:spPr/>
    </dgm:pt>
    <dgm:pt modelId="{4434F66C-A67D-413A-ADD3-1CF75FA33AF2}" type="pres">
      <dgm:prSet presAssocID="{DAE2549A-4B33-410D-B1A5-1C1983889A9A}" presName="spacer" presStyleCnt="0"/>
      <dgm:spPr/>
    </dgm:pt>
    <dgm:pt modelId="{457FB396-C831-4C6E-AD4D-D8E4A95A7256}" type="pres">
      <dgm:prSet presAssocID="{B1FA40E5-38B1-4335-8030-500F6AE9B9B4}" presName="parentText" presStyleLbl="node1" presStyleIdx="1" presStyleCnt="4">
        <dgm:presLayoutVars>
          <dgm:chMax val="0"/>
          <dgm:bulletEnabled val="1"/>
        </dgm:presLayoutVars>
      </dgm:prSet>
      <dgm:spPr/>
    </dgm:pt>
    <dgm:pt modelId="{6DB74FF2-D54E-443B-BDE8-7C739DEC9FFF}" type="pres">
      <dgm:prSet presAssocID="{2599CFB4-DB02-4DA5-829F-2EA2208D93BA}" presName="spacer" presStyleCnt="0"/>
      <dgm:spPr/>
    </dgm:pt>
    <dgm:pt modelId="{1C68A6A8-C382-40FD-9649-F8B5436D8A40}" type="pres">
      <dgm:prSet presAssocID="{051B0F24-A1E9-4A20-AA91-9D65CE5102D5}" presName="parentText" presStyleLbl="node1" presStyleIdx="2" presStyleCnt="4">
        <dgm:presLayoutVars>
          <dgm:chMax val="0"/>
          <dgm:bulletEnabled val="1"/>
        </dgm:presLayoutVars>
      </dgm:prSet>
      <dgm:spPr/>
    </dgm:pt>
    <dgm:pt modelId="{EA724664-79DF-4D8D-A186-378F5F90D097}" type="pres">
      <dgm:prSet presAssocID="{4A00248A-9E9F-4AB1-8A2A-807509841CB1}" presName="spacer" presStyleCnt="0"/>
      <dgm:spPr/>
    </dgm:pt>
    <dgm:pt modelId="{4A6C689A-23AA-4B50-9121-7529B1B93DC3}" type="pres">
      <dgm:prSet presAssocID="{DA012302-0D29-4C35-AA97-A4CD8767F820}" presName="parentText" presStyleLbl="node1" presStyleIdx="3" presStyleCnt="4">
        <dgm:presLayoutVars>
          <dgm:chMax val="0"/>
          <dgm:bulletEnabled val="1"/>
        </dgm:presLayoutVars>
      </dgm:prSet>
      <dgm:spPr/>
    </dgm:pt>
  </dgm:ptLst>
  <dgm:cxnLst>
    <dgm:cxn modelId="{F8F2D707-4E36-48CF-8669-64AAB1E21E51}" srcId="{77B6F99A-E802-43B0-83DA-402753AE1628}" destId="{051B0F24-A1E9-4A20-AA91-9D65CE5102D5}" srcOrd="2" destOrd="0" parTransId="{09300D4C-191E-47F1-9910-8AA883C97F21}" sibTransId="{4A00248A-9E9F-4AB1-8A2A-807509841CB1}"/>
    <dgm:cxn modelId="{5A96131F-078C-48F8-8EA3-D934A557A3CC}" type="presOf" srcId="{DA012302-0D29-4C35-AA97-A4CD8767F820}" destId="{4A6C689A-23AA-4B50-9121-7529B1B93DC3}" srcOrd="0" destOrd="0" presId="urn:microsoft.com/office/officeart/2005/8/layout/vList2"/>
    <dgm:cxn modelId="{334E4233-4A60-498F-AEDC-98D0B1123489}" type="presOf" srcId="{60516596-648D-485C-BEBE-6D8C65BA8F2A}" destId="{5B011285-AA54-4BB5-B895-A19076D1C1AA}" srcOrd="0" destOrd="0" presId="urn:microsoft.com/office/officeart/2005/8/layout/vList2"/>
    <dgm:cxn modelId="{E6B3AE98-5EAE-4A21-9BA0-44BF8983BEDA}" srcId="{77B6F99A-E802-43B0-83DA-402753AE1628}" destId="{B1FA40E5-38B1-4335-8030-500F6AE9B9B4}" srcOrd="1" destOrd="0" parTransId="{AEF81989-2667-4EC9-A206-A4DA2C01C11D}" sibTransId="{2599CFB4-DB02-4DA5-829F-2EA2208D93BA}"/>
    <dgm:cxn modelId="{594E6BBA-0B61-46F9-B63F-D2B7C0E9AC0B}" type="presOf" srcId="{B1FA40E5-38B1-4335-8030-500F6AE9B9B4}" destId="{457FB396-C831-4C6E-AD4D-D8E4A95A7256}" srcOrd="0" destOrd="0" presId="urn:microsoft.com/office/officeart/2005/8/layout/vList2"/>
    <dgm:cxn modelId="{B2A13EC5-FA09-45C7-B96C-EAED0E8AEF0B}" srcId="{77B6F99A-E802-43B0-83DA-402753AE1628}" destId="{DA012302-0D29-4C35-AA97-A4CD8767F820}" srcOrd="3" destOrd="0" parTransId="{51296D19-82C5-485E-AE39-E6A40ACF01E0}" sibTransId="{6C1C0E35-8E88-4C08-B271-4F64DF72D842}"/>
    <dgm:cxn modelId="{FFD14AF3-6217-4024-A086-D3615ABED8A9}" type="presOf" srcId="{051B0F24-A1E9-4A20-AA91-9D65CE5102D5}" destId="{1C68A6A8-C382-40FD-9649-F8B5436D8A40}" srcOrd="0" destOrd="0" presId="urn:microsoft.com/office/officeart/2005/8/layout/vList2"/>
    <dgm:cxn modelId="{2CD923F5-7FA8-47C7-9221-CF23D8B1C25C}" srcId="{77B6F99A-E802-43B0-83DA-402753AE1628}" destId="{60516596-648D-485C-BEBE-6D8C65BA8F2A}" srcOrd="0" destOrd="0" parTransId="{059BD774-C766-412C-AEA4-0336D29785B3}" sibTransId="{DAE2549A-4B33-410D-B1A5-1C1983889A9A}"/>
    <dgm:cxn modelId="{A7F45DFD-7F41-4D64-A322-C1EEB226E26C}" type="presOf" srcId="{77B6F99A-E802-43B0-83DA-402753AE1628}" destId="{53661965-2DF7-47DA-A969-BBAEFBB5771B}" srcOrd="0" destOrd="0" presId="urn:microsoft.com/office/officeart/2005/8/layout/vList2"/>
    <dgm:cxn modelId="{ADA4D76E-0BF8-426C-B25C-AD9A494028F6}" type="presParOf" srcId="{53661965-2DF7-47DA-A969-BBAEFBB5771B}" destId="{5B011285-AA54-4BB5-B895-A19076D1C1AA}" srcOrd="0" destOrd="0" presId="urn:microsoft.com/office/officeart/2005/8/layout/vList2"/>
    <dgm:cxn modelId="{CECDC2E2-5283-4071-AFCA-8FB9E4978D77}" type="presParOf" srcId="{53661965-2DF7-47DA-A969-BBAEFBB5771B}" destId="{4434F66C-A67D-413A-ADD3-1CF75FA33AF2}" srcOrd="1" destOrd="0" presId="urn:microsoft.com/office/officeart/2005/8/layout/vList2"/>
    <dgm:cxn modelId="{CF0250D6-20EB-4293-BA3C-79AC7E276EE9}" type="presParOf" srcId="{53661965-2DF7-47DA-A969-BBAEFBB5771B}" destId="{457FB396-C831-4C6E-AD4D-D8E4A95A7256}" srcOrd="2" destOrd="0" presId="urn:microsoft.com/office/officeart/2005/8/layout/vList2"/>
    <dgm:cxn modelId="{35872452-44AD-411B-AC14-1CF5235154DD}" type="presParOf" srcId="{53661965-2DF7-47DA-A969-BBAEFBB5771B}" destId="{6DB74FF2-D54E-443B-BDE8-7C739DEC9FFF}" srcOrd="3" destOrd="0" presId="urn:microsoft.com/office/officeart/2005/8/layout/vList2"/>
    <dgm:cxn modelId="{BDD98267-D680-4152-B0FA-DFA3A7948327}" type="presParOf" srcId="{53661965-2DF7-47DA-A969-BBAEFBB5771B}" destId="{1C68A6A8-C382-40FD-9649-F8B5436D8A40}" srcOrd="4" destOrd="0" presId="urn:microsoft.com/office/officeart/2005/8/layout/vList2"/>
    <dgm:cxn modelId="{99D00BEB-5E62-4954-A17E-E8F0B2A1A8DF}" type="presParOf" srcId="{53661965-2DF7-47DA-A969-BBAEFBB5771B}" destId="{EA724664-79DF-4D8D-A186-378F5F90D097}" srcOrd="5" destOrd="0" presId="urn:microsoft.com/office/officeart/2005/8/layout/vList2"/>
    <dgm:cxn modelId="{E15CA874-A22D-4AA7-B015-4FB141D8BC04}" type="presParOf" srcId="{53661965-2DF7-47DA-A969-BBAEFBB5771B}" destId="{4A6C689A-23AA-4B50-9121-7529B1B93DC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F890C95-3D19-4C53-BBE4-2821DCA8C7E8}" type="doc">
      <dgm:prSet loTypeId="urn:microsoft.com/office/officeart/2005/8/layout/vList2" loCatId="list" qsTypeId="urn:microsoft.com/office/officeart/2005/8/quickstyle/simple3" qsCatId="simple" csTypeId="urn:microsoft.com/office/officeart/2005/8/colors/accent2_2" csCatId="accent2"/>
      <dgm:spPr/>
      <dgm:t>
        <a:bodyPr/>
        <a:lstStyle/>
        <a:p>
          <a:endParaRPr lang="en-US"/>
        </a:p>
      </dgm:t>
    </dgm:pt>
    <dgm:pt modelId="{DE237A43-7485-4C67-BB58-A2C20BF41786}">
      <dgm:prSet/>
      <dgm:spPr/>
      <dgm:t>
        <a:bodyPr/>
        <a:lstStyle/>
        <a:p>
          <a:pPr rtl="0"/>
          <a:r>
            <a:rPr lang="en-US"/>
            <a:t>hostname to IP address translation</a:t>
          </a:r>
        </a:p>
      </dgm:t>
    </dgm:pt>
    <dgm:pt modelId="{ACA93FE7-EDA2-4FD6-AF3F-2992346EC650}" type="parTrans" cxnId="{2712475A-9AA1-4959-9557-F8E4236C0C13}">
      <dgm:prSet/>
      <dgm:spPr/>
      <dgm:t>
        <a:bodyPr/>
        <a:lstStyle/>
        <a:p>
          <a:endParaRPr lang="en-US"/>
        </a:p>
      </dgm:t>
    </dgm:pt>
    <dgm:pt modelId="{AFBFD8E0-E0EB-4043-9234-139A73BE8033}" type="sibTrans" cxnId="{2712475A-9AA1-4959-9557-F8E4236C0C13}">
      <dgm:prSet/>
      <dgm:spPr/>
      <dgm:t>
        <a:bodyPr/>
        <a:lstStyle/>
        <a:p>
          <a:endParaRPr lang="en-US"/>
        </a:p>
      </dgm:t>
    </dgm:pt>
    <dgm:pt modelId="{1F362809-BA12-420D-B0AE-1BB76C610EA5}">
      <dgm:prSet/>
      <dgm:spPr/>
      <dgm:t>
        <a:bodyPr/>
        <a:lstStyle/>
        <a:p>
          <a:pPr rtl="0"/>
          <a:r>
            <a:rPr lang="en-US"/>
            <a:t>host aliasing</a:t>
          </a:r>
        </a:p>
      </dgm:t>
    </dgm:pt>
    <dgm:pt modelId="{1311BAC4-A1BD-4E6D-B9DE-4C561A313E27}" type="parTrans" cxnId="{F1C81C93-B3B6-44EC-B456-785DFFC683B1}">
      <dgm:prSet/>
      <dgm:spPr/>
      <dgm:t>
        <a:bodyPr/>
        <a:lstStyle/>
        <a:p>
          <a:endParaRPr lang="en-US"/>
        </a:p>
      </dgm:t>
    </dgm:pt>
    <dgm:pt modelId="{E65B913E-64D2-4FB6-8C8A-A505280BDE90}" type="sibTrans" cxnId="{F1C81C93-B3B6-44EC-B456-785DFFC683B1}">
      <dgm:prSet/>
      <dgm:spPr/>
      <dgm:t>
        <a:bodyPr/>
        <a:lstStyle/>
        <a:p>
          <a:endParaRPr lang="en-US"/>
        </a:p>
      </dgm:t>
    </dgm:pt>
    <dgm:pt modelId="{E9B4C377-5528-4DB3-935B-23BBED23B927}">
      <dgm:prSet/>
      <dgm:spPr/>
      <dgm:t>
        <a:bodyPr/>
        <a:lstStyle/>
        <a:p>
          <a:pPr rtl="0"/>
          <a:r>
            <a:rPr lang="en-US"/>
            <a:t>Canonical, alias names</a:t>
          </a:r>
        </a:p>
      </dgm:t>
    </dgm:pt>
    <dgm:pt modelId="{C797CA9F-A85F-4E25-9EE2-9039D19978FE}" type="parTrans" cxnId="{30753CFF-B335-49E2-8F9A-30179A478B87}">
      <dgm:prSet/>
      <dgm:spPr/>
      <dgm:t>
        <a:bodyPr/>
        <a:lstStyle/>
        <a:p>
          <a:endParaRPr lang="en-US"/>
        </a:p>
      </dgm:t>
    </dgm:pt>
    <dgm:pt modelId="{3B8408C1-F368-489C-B3C2-92D9A22E0B48}" type="sibTrans" cxnId="{30753CFF-B335-49E2-8F9A-30179A478B87}">
      <dgm:prSet/>
      <dgm:spPr/>
      <dgm:t>
        <a:bodyPr/>
        <a:lstStyle/>
        <a:p>
          <a:endParaRPr lang="en-US"/>
        </a:p>
      </dgm:t>
    </dgm:pt>
    <dgm:pt modelId="{FB51D0FA-F9B6-4984-9F03-0385CF250B77}">
      <dgm:prSet/>
      <dgm:spPr/>
      <dgm:t>
        <a:bodyPr/>
        <a:lstStyle/>
        <a:p>
          <a:pPr rtl="0"/>
          <a:r>
            <a:rPr lang="en-US"/>
            <a:t>mail server aliasing</a:t>
          </a:r>
        </a:p>
      </dgm:t>
    </dgm:pt>
    <dgm:pt modelId="{699D7B20-0AB0-4D0F-869E-2EB15A93A4F1}" type="parTrans" cxnId="{D55C0A0F-2B73-4F06-B75A-34B0716B8FBA}">
      <dgm:prSet/>
      <dgm:spPr/>
      <dgm:t>
        <a:bodyPr/>
        <a:lstStyle/>
        <a:p>
          <a:endParaRPr lang="en-US"/>
        </a:p>
      </dgm:t>
    </dgm:pt>
    <dgm:pt modelId="{1D880430-9221-44AA-A065-31962AD4D7FC}" type="sibTrans" cxnId="{D55C0A0F-2B73-4F06-B75A-34B0716B8FBA}">
      <dgm:prSet/>
      <dgm:spPr/>
      <dgm:t>
        <a:bodyPr/>
        <a:lstStyle/>
        <a:p>
          <a:endParaRPr lang="en-US"/>
        </a:p>
      </dgm:t>
    </dgm:pt>
    <dgm:pt modelId="{2E43667D-962F-49B3-BE9B-E9A14E35BFEC}">
      <dgm:prSet/>
      <dgm:spPr/>
      <dgm:t>
        <a:bodyPr/>
        <a:lstStyle/>
        <a:p>
          <a:pPr rtl="0"/>
          <a:r>
            <a:rPr lang="en-US"/>
            <a:t>load distribution</a:t>
          </a:r>
        </a:p>
      </dgm:t>
    </dgm:pt>
    <dgm:pt modelId="{8B21A56D-9D94-4D5E-8CBB-C1FD82E6061A}" type="parTrans" cxnId="{B71D76FB-09AB-40F8-8B30-4FCCD1C9D4C1}">
      <dgm:prSet/>
      <dgm:spPr/>
      <dgm:t>
        <a:bodyPr/>
        <a:lstStyle/>
        <a:p>
          <a:endParaRPr lang="en-US"/>
        </a:p>
      </dgm:t>
    </dgm:pt>
    <dgm:pt modelId="{70EB44D5-D4E0-4DFD-9465-9E28035C3F61}" type="sibTrans" cxnId="{B71D76FB-09AB-40F8-8B30-4FCCD1C9D4C1}">
      <dgm:prSet/>
      <dgm:spPr/>
      <dgm:t>
        <a:bodyPr/>
        <a:lstStyle/>
        <a:p>
          <a:endParaRPr lang="en-US"/>
        </a:p>
      </dgm:t>
    </dgm:pt>
    <dgm:pt modelId="{DA7EA291-EDD7-4594-A852-32F4F3058581}">
      <dgm:prSet/>
      <dgm:spPr/>
      <dgm:t>
        <a:bodyPr/>
        <a:lstStyle/>
        <a:p>
          <a:pPr rtl="0"/>
          <a:r>
            <a:rPr lang="en-US"/>
            <a:t>replicated Web servers: set of IP addresses for one canonical name</a:t>
          </a:r>
        </a:p>
      </dgm:t>
    </dgm:pt>
    <dgm:pt modelId="{BA51E867-147A-46D8-BA3F-CAC3716430F8}" type="parTrans" cxnId="{AF36A0EF-097B-49F4-9840-3751E618E91C}">
      <dgm:prSet/>
      <dgm:spPr/>
      <dgm:t>
        <a:bodyPr/>
        <a:lstStyle/>
        <a:p>
          <a:endParaRPr lang="en-US"/>
        </a:p>
      </dgm:t>
    </dgm:pt>
    <dgm:pt modelId="{4E234197-F3D8-4CC9-9C3F-489E82707989}" type="sibTrans" cxnId="{AF36A0EF-097B-49F4-9840-3751E618E91C}">
      <dgm:prSet/>
      <dgm:spPr/>
      <dgm:t>
        <a:bodyPr/>
        <a:lstStyle/>
        <a:p>
          <a:endParaRPr lang="en-US"/>
        </a:p>
      </dgm:t>
    </dgm:pt>
    <dgm:pt modelId="{BFAF2E2F-9FD2-4402-A7ED-7730956FF77A}" type="pres">
      <dgm:prSet presAssocID="{FF890C95-3D19-4C53-BBE4-2821DCA8C7E8}" presName="linear" presStyleCnt="0">
        <dgm:presLayoutVars>
          <dgm:animLvl val="lvl"/>
          <dgm:resizeHandles val="exact"/>
        </dgm:presLayoutVars>
      </dgm:prSet>
      <dgm:spPr/>
    </dgm:pt>
    <dgm:pt modelId="{5EF7E59F-C8CB-4C5E-B562-544A0C0893E1}" type="pres">
      <dgm:prSet presAssocID="{DE237A43-7485-4C67-BB58-A2C20BF41786}" presName="parentText" presStyleLbl="node1" presStyleIdx="0" presStyleCnt="4">
        <dgm:presLayoutVars>
          <dgm:chMax val="0"/>
          <dgm:bulletEnabled val="1"/>
        </dgm:presLayoutVars>
      </dgm:prSet>
      <dgm:spPr/>
    </dgm:pt>
    <dgm:pt modelId="{E8CC51DC-CF8A-4301-A9C2-1410F184CA59}" type="pres">
      <dgm:prSet presAssocID="{AFBFD8E0-E0EB-4043-9234-139A73BE8033}" presName="spacer" presStyleCnt="0"/>
      <dgm:spPr/>
    </dgm:pt>
    <dgm:pt modelId="{6780D7F5-36F8-417A-A9A8-2747DF5BA395}" type="pres">
      <dgm:prSet presAssocID="{1F362809-BA12-420D-B0AE-1BB76C610EA5}" presName="parentText" presStyleLbl="node1" presStyleIdx="1" presStyleCnt="4">
        <dgm:presLayoutVars>
          <dgm:chMax val="0"/>
          <dgm:bulletEnabled val="1"/>
        </dgm:presLayoutVars>
      </dgm:prSet>
      <dgm:spPr/>
    </dgm:pt>
    <dgm:pt modelId="{8016EB98-FA62-4558-8792-8F7C8DA32D95}" type="pres">
      <dgm:prSet presAssocID="{1F362809-BA12-420D-B0AE-1BB76C610EA5}" presName="childText" presStyleLbl="revTx" presStyleIdx="0" presStyleCnt="2">
        <dgm:presLayoutVars>
          <dgm:bulletEnabled val="1"/>
        </dgm:presLayoutVars>
      </dgm:prSet>
      <dgm:spPr/>
    </dgm:pt>
    <dgm:pt modelId="{59604BC3-8524-4F79-9BB1-1BE6A3D70BBE}" type="pres">
      <dgm:prSet presAssocID="{FB51D0FA-F9B6-4984-9F03-0385CF250B77}" presName="parentText" presStyleLbl="node1" presStyleIdx="2" presStyleCnt="4">
        <dgm:presLayoutVars>
          <dgm:chMax val="0"/>
          <dgm:bulletEnabled val="1"/>
        </dgm:presLayoutVars>
      </dgm:prSet>
      <dgm:spPr/>
    </dgm:pt>
    <dgm:pt modelId="{1C5E8E87-9BC7-470B-BA6E-0AB3C8C90D24}" type="pres">
      <dgm:prSet presAssocID="{1D880430-9221-44AA-A065-31962AD4D7FC}" presName="spacer" presStyleCnt="0"/>
      <dgm:spPr/>
    </dgm:pt>
    <dgm:pt modelId="{A97A4EA3-88C1-4409-93FB-CD4C68962B84}" type="pres">
      <dgm:prSet presAssocID="{2E43667D-962F-49B3-BE9B-E9A14E35BFEC}" presName="parentText" presStyleLbl="node1" presStyleIdx="3" presStyleCnt="4">
        <dgm:presLayoutVars>
          <dgm:chMax val="0"/>
          <dgm:bulletEnabled val="1"/>
        </dgm:presLayoutVars>
      </dgm:prSet>
      <dgm:spPr/>
    </dgm:pt>
    <dgm:pt modelId="{E1C4E525-680E-4ED5-A373-6683BDB5565F}" type="pres">
      <dgm:prSet presAssocID="{2E43667D-962F-49B3-BE9B-E9A14E35BFEC}" presName="childText" presStyleLbl="revTx" presStyleIdx="1" presStyleCnt="2">
        <dgm:presLayoutVars>
          <dgm:bulletEnabled val="1"/>
        </dgm:presLayoutVars>
      </dgm:prSet>
      <dgm:spPr/>
    </dgm:pt>
  </dgm:ptLst>
  <dgm:cxnLst>
    <dgm:cxn modelId="{D55C0A0F-2B73-4F06-B75A-34B0716B8FBA}" srcId="{FF890C95-3D19-4C53-BBE4-2821DCA8C7E8}" destId="{FB51D0FA-F9B6-4984-9F03-0385CF250B77}" srcOrd="2" destOrd="0" parTransId="{699D7B20-0AB0-4D0F-869E-2EB15A93A4F1}" sibTransId="{1D880430-9221-44AA-A065-31962AD4D7FC}"/>
    <dgm:cxn modelId="{C4C4431A-C8E9-4D05-9CD3-56EA8A7E1BBF}" type="presOf" srcId="{E9B4C377-5528-4DB3-935B-23BBED23B927}" destId="{8016EB98-FA62-4558-8792-8F7C8DA32D95}" srcOrd="0" destOrd="0" presId="urn:microsoft.com/office/officeart/2005/8/layout/vList2"/>
    <dgm:cxn modelId="{C58AFA33-ED4C-4D54-8EA9-2D961BF2566E}" type="presOf" srcId="{2E43667D-962F-49B3-BE9B-E9A14E35BFEC}" destId="{A97A4EA3-88C1-4409-93FB-CD4C68962B84}" srcOrd="0" destOrd="0" presId="urn:microsoft.com/office/officeart/2005/8/layout/vList2"/>
    <dgm:cxn modelId="{10943536-1796-4328-B6EC-DBB8F7FBE36A}" type="presOf" srcId="{FB51D0FA-F9B6-4984-9F03-0385CF250B77}" destId="{59604BC3-8524-4F79-9BB1-1BE6A3D70BBE}" srcOrd="0" destOrd="0" presId="urn:microsoft.com/office/officeart/2005/8/layout/vList2"/>
    <dgm:cxn modelId="{2712475A-9AA1-4959-9557-F8E4236C0C13}" srcId="{FF890C95-3D19-4C53-BBE4-2821DCA8C7E8}" destId="{DE237A43-7485-4C67-BB58-A2C20BF41786}" srcOrd="0" destOrd="0" parTransId="{ACA93FE7-EDA2-4FD6-AF3F-2992346EC650}" sibTransId="{AFBFD8E0-E0EB-4043-9234-139A73BE8033}"/>
    <dgm:cxn modelId="{F8229480-B984-48CF-B99B-7FD6940F9D72}" type="presOf" srcId="{DA7EA291-EDD7-4594-A852-32F4F3058581}" destId="{E1C4E525-680E-4ED5-A373-6683BDB5565F}" srcOrd="0" destOrd="0" presId="urn:microsoft.com/office/officeart/2005/8/layout/vList2"/>
    <dgm:cxn modelId="{F1C81C93-B3B6-44EC-B456-785DFFC683B1}" srcId="{FF890C95-3D19-4C53-BBE4-2821DCA8C7E8}" destId="{1F362809-BA12-420D-B0AE-1BB76C610EA5}" srcOrd="1" destOrd="0" parTransId="{1311BAC4-A1BD-4E6D-B9DE-4C561A313E27}" sibTransId="{E65B913E-64D2-4FB6-8C8A-A505280BDE90}"/>
    <dgm:cxn modelId="{4CAB99C2-058C-43F8-806F-51F146806B64}" type="presOf" srcId="{FF890C95-3D19-4C53-BBE4-2821DCA8C7E8}" destId="{BFAF2E2F-9FD2-4402-A7ED-7730956FF77A}" srcOrd="0" destOrd="0" presId="urn:microsoft.com/office/officeart/2005/8/layout/vList2"/>
    <dgm:cxn modelId="{283E6FDE-9B8C-48BD-829B-EB5B2A2D3987}" type="presOf" srcId="{DE237A43-7485-4C67-BB58-A2C20BF41786}" destId="{5EF7E59F-C8CB-4C5E-B562-544A0C0893E1}" srcOrd="0" destOrd="0" presId="urn:microsoft.com/office/officeart/2005/8/layout/vList2"/>
    <dgm:cxn modelId="{AF36A0EF-097B-49F4-9840-3751E618E91C}" srcId="{2E43667D-962F-49B3-BE9B-E9A14E35BFEC}" destId="{DA7EA291-EDD7-4594-A852-32F4F3058581}" srcOrd="0" destOrd="0" parTransId="{BA51E867-147A-46D8-BA3F-CAC3716430F8}" sibTransId="{4E234197-F3D8-4CC9-9C3F-489E82707989}"/>
    <dgm:cxn modelId="{B71D76FB-09AB-40F8-8B30-4FCCD1C9D4C1}" srcId="{FF890C95-3D19-4C53-BBE4-2821DCA8C7E8}" destId="{2E43667D-962F-49B3-BE9B-E9A14E35BFEC}" srcOrd="3" destOrd="0" parTransId="{8B21A56D-9D94-4D5E-8CBB-C1FD82E6061A}" sibTransId="{70EB44D5-D4E0-4DFD-9465-9E28035C3F61}"/>
    <dgm:cxn modelId="{7A26F7FB-FD92-4579-9535-49AC2FF0A98E}" type="presOf" srcId="{1F362809-BA12-420D-B0AE-1BB76C610EA5}" destId="{6780D7F5-36F8-417A-A9A8-2747DF5BA395}" srcOrd="0" destOrd="0" presId="urn:microsoft.com/office/officeart/2005/8/layout/vList2"/>
    <dgm:cxn modelId="{30753CFF-B335-49E2-8F9A-30179A478B87}" srcId="{1F362809-BA12-420D-B0AE-1BB76C610EA5}" destId="{E9B4C377-5528-4DB3-935B-23BBED23B927}" srcOrd="0" destOrd="0" parTransId="{C797CA9F-A85F-4E25-9EE2-9039D19978FE}" sibTransId="{3B8408C1-F368-489C-B3C2-92D9A22E0B48}"/>
    <dgm:cxn modelId="{70C39018-2741-4A63-8131-F1674B3B3A17}" type="presParOf" srcId="{BFAF2E2F-9FD2-4402-A7ED-7730956FF77A}" destId="{5EF7E59F-C8CB-4C5E-B562-544A0C0893E1}" srcOrd="0" destOrd="0" presId="urn:microsoft.com/office/officeart/2005/8/layout/vList2"/>
    <dgm:cxn modelId="{3AF50803-1584-4705-B62C-4361F41ED097}" type="presParOf" srcId="{BFAF2E2F-9FD2-4402-A7ED-7730956FF77A}" destId="{E8CC51DC-CF8A-4301-A9C2-1410F184CA59}" srcOrd="1" destOrd="0" presId="urn:microsoft.com/office/officeart/2005/8/layout/vList2"/>
    <dgm:cxn modelId="{052514CB-B292-4827-80E1-DEF13F157766}" type="presParOf" srcId="{BFAF2E2F-9FD2-4402-A7ED-7730956FF77A}" destId="{6780D7F5-36F8-417A-A9A8-2747DF5BA395}" srcOrd="2" destOrd="0" presId="urn:microsoft.com/office/officeart/2005/8/layout/vList2"/>
    <dgm:cxn modelId="{75CC2F60-F8C3-416E-8FCC-F0825E17C936}" type="presParOf" srcId="{BFAF2E2F-9FD2-4402-A7ED-7730956FF77A}" destId="{8016EB98-FA62-4558-8792-8F7C8DA32D95}" srcOrd="3" destOrd="0" presId="urn:microsoft.com/office/officeart/2005/8/layout/vList2"/>
    <dgm:cxn modelId="{368AD773-8346-44DC-9FC6-66E942B2DF7C}" type="presParOf" srcId="{BFAF2E2F-9FD2-4402-A7ED-7730956FF77A}" destId="{59604BC3-8524-4F79-9BB1-1BE6A3D70BBE}" srcOrd="4" destOrd="0" presId="urn:microsoft.com/office/officeart/2005/8/layout/vList2"/>
    <dgm:cxn modelId="{404AC8CB-9619-4E70-BC6C-6E211DA05802}" type="presParOf" srcId="{BFAF2E2F-9FD2-4402-A7ED-7730956FF77A}" destId="{1C5E8E87-9BC7-470B-BA6E-0AB3C8C90D24}" srcOrd="5" destOrd="0" presId="urn:microsoft.com/office/officeart/2005/8/layout/vList2"/>
    <dgm:cxn modelId="{F59D3511-3C4F-4986-B69F-44279C4A5BFE}" type="presParOf" srcId="{BFAF2E2F-9FD2-4402-A7ED-7730956FF77A}" destId="{A97A4EA3-88C1-4409-93FB-CD4C68962B84}" srcOrd="6" destOrd="0" presId="urn:microsoft.com/office/officeart/2005/8/layout/vList2"/>
    <dgm:cxn modelId="{75CD60D6-B4E2-4BFD-8DC5-A43C75D888B7}" type="presParOf" srcId="{BFAF2E2F-9FD2-4402-A7ED-7730956FF77A}" destId="{E1C4E525-680E-4ED5-A373-6683BDB5565F}"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E1461C8-6D5E-4139-8E73-43D2B5039B90}" type="doc">
      <dgm:prSet loTypeId="urn:microsoft.com/office/officeart/2005/8/layout/vList2" loCatId="list" qsTypeId="urn:microsoft.com/office/officeart/2005/8/quickstyle/simple3" qsCatId="simple" csTypeId="urn:microsoft.com/office/officeart/2005/8/colors/accent2_2" csCatId="accent2"/>
      <dgm:spPr/>
      <dgm:t>
        <a:bodyPr/>
        <a:lstStyle/>
        <a:p>
          <a:endParaRPr lang="en-US"/>
        </a:p>
      </dgm:t>
    </dgm:pt>
    <dgm:pt modelId="{EDE7EFFC-E838-41EA-A0EE-CA998B5D6087}">
      <dgm:prSet/>
      <dgm:spPr/>
      <dgm:t>
        <a:bodyPr/>
        <a:lstStyle/>
        <a:p>
          <a:pPr rtl="0"/>
          <a:r>
            <a:rPr lang="en-US"/>
            <a:t>Name space</a:t>
          </a:r>
        </a:p>
      </dgm:t>
    </dgm:pt>
    <dgm:pt modelId="{2652EC0E-1333-47D0-9B52-2A18800A0EB1}" type="parTrans" cxnId="{605D3FC2-D3D3-43FA-AFB9-C62C6018C43A}">
      <dgm:prSet/>
      <dgm:spPr/>
      <dgm:t>
        <a:bodyPr/>
        <a:lstStyle/>
        <a:p>
          <a:endParaRPr lang="en-US"/>
        </a:p>
      </dgm:t>
    </dgm:pt>
    <dgm:pt modelId="{65531BF6-F188-4D2A-BE24-4598E3873C96}" type="sibTrans" cxnId="{605D3FC2-D3D3-43FA-AFB9-C62C6018C43A}">
      <dgm:prSet/>
      <dgm:spPr/>
      <dgm:t>
        <a:bodyPr/>
        <a:lstStyle/>
        <a:p>
          <a:endParaRPr lang="en-US"/>
        </a:p>
      </dgm:t>
    </dgm:pt>
    <dgm:pt modelId="{217E8638-A2F4-41D8-8A0B-192E8E6C4DB4}">
      <dgm:prSet/>
      <dgm:spPr/>
      <dgm:t>
        <a:bodyPr/>
        <a:lstStyle/>
        <a:p>
          <a:pPr rtl="0"/>
          <a:r>
            <a:rPr lang="en-US"/>
            <a:t>Name Servers</a:t>
          </a:r>
        </a:p>
      </dgm:t>
    </dgm:pt>
    <dgm:pt modelId="{4B0FEA24-E744-4947-BEFC-4454343AB547}" type="parTrans" cxnId="{901D115F-82B1-47F5-818E-B681395BA480}">
      <dgm:prSet/>
      <dgm:spPr/>
      <dgm:t>
        <a:bodyPr/>
        <a:lstStyle/>
        <a:p>
          <a:endParaRPr lang="en-US"/>
        </a:p>
      </dgm:t>
    </dgm:pt>
    <dgm:pt modelId="{F216D49B-D006-4FFE-A1F5-ACF4CBEA4790}" type="sibTrans" cxnId="{901D115F-82B1-47F5-818E-B681395BA480}">
      <dgm:prSet/>
      <dgm:spPr/>
      <dgm:t>
        <a:bodyPr/>
        <a:lstStyle/>
        <a:p>
          <a:endParaRPr lang="en-US"/>
        </a:p>
      </dgm:t>
    </dgm:pt>
    <dgm:pt modelId="{73A281AB-725D-4513-94D7-1F5F02C5E015}">
      <dgm:prSet/>
      <dgm:spPr/>
      <dgm:t>
        <a:bodyPr/>
        <a:lstStyle/>
        <a:p>
          <a:pPr rtl="0"/>
          <a:r>
            <a:rPr lang="en-US"/>
            <a:t>Resolver</a:t>
          </a:r>
        </a:p>
      </dgm:t>
    </dgm:pt>
    <dgm:pt modelId="{12358804-3EBB-42FA-B0AD-8BC30EA48106}" type="parTrans" cxnId="{DE9946E2-E08C-436B-B1E5-1B1589A78C65}">
      <dgm:prSet/>
      <dgm:spPr/>
      <dgm:t>
        <a:bodyPr/>
        <a:lstStyle/>
        <a:p>
          <a:endParaRPr lang="en-US"/>
        </a:p>
      </dgm:t>
    </dgm:pt>
    <dgm:pt modelId="{7B96CE76-ADC0-4328-A93E-C7AE7B054512}" type="sibTrans" cxnId="{DE9946E2-E08C-436B-B1E5-1B1589A78C65}">
      <dgm:prSet/>
      <dgm:spPr/>
      <dgm:t>
        <a:bodyPr/>
        <a:lstStyle/>
        <a:p>
          <a:endParaRPr lang="en-US"/>
        </a:p>
      </dgm:t>
    </dgm:pt>
    <dgm:pt modelId="{C194F018-B1EC-4934-89EF-752D28662469}" type="pres">
      <dgm:prSet presAssocID="{7E1461C8-6D5E-4139-8E73-43D2B5039B90}" presName="linear" presStyleCnt="0">
        <dgm:presLayoutVars>
          <dgm:animLvl val="lvl"/>
          <dgm:resizeHandles val="exact"/>
        </dgm:presLayoutVars>
      </dgm:prSet>
      <dgm:spPr/>
    </dgm:pt>
    <dgm:pt modelId="{A3459F3B-E07A-4589-A67D-93E0262B0B8B}" type="pres">
      <dgm:prSet presAssocID="{EDE7EFFC-E838-41EA-A0EE-CA998B5D6087}" presName="parentText" presStyleLbl="node1" presStyleIdx="0" presStyleCnt="3">
        <dgm:presLayoutVars>
          <dgm:chMax val="0"/>
          <dgm:bulletEnabled val="1"/>
        </dgm:presLayoutVars>
      </dgm:prSet>
      <dgm:spPr/>
    </dgm:pt>
    <dgm:pt modelId="{FB8E6CED-C65E-4F1B-989D-790FDEC92850}" type="pres">
      <dgm:prSet presAssocID="{65531BF6-F188-4D2A-BE24-4598E3873C96}" presName="spacer" presStyleCnt="0"/>
      <dgm:spPr/>
    </dgm:pt>
    <dgm:pt modelId="{17D40FCA-01D4-4596-AB75-3E1A6FE17750}" type="pres">
      <dgm:prSet presAssocID="{217E8638-A2F4-41D8-8A0B-192E8E6C4DB4}" presName="parentText" presStyleLbl="node1" presStyleIdx="1" presStyleCnt="3">
        <dgm:presLayoutVars>
          <dgm:chMax val="0"/>
          <dgm:bulletEnabled val="1"/>
        </dgm:presLayoutVars>
      </dgm:prSet>
      <dgm:spPr/>
    </dgm:pt>
    <dgm:pt modelId="{1B1C9CB1-2057-4FBF-BA2F-DC8893319D4C}" type="pres">
      <dgm:prSet presAssocID="{F216D49B-D006-4FFE-A1F5-ACF4CBEA4790}" presName="spacer" presStyleCnt="0"/>
      <dgm:spPr/>
    </dgm:pt>
    <dgm:pt modelId="{27077314-5FB2-4E8C-A25D-DA6EFD029637}" type="pres">
      <dgm:prSet presAssocID="{73A281AB-725D-4513-94D7-1F5F02C5E015}" presName="parentText" presStyleLbl="node1" presStyleIdx="2" presStyleCnt="3">
        <dgm:presLayoutVars>
          <dgm:chMax val="0"/>
          <dgm:bulletEnabled val="1"/>
        </dgm:presLayoutVars>
      </dgm:prSet>
      <dgm:spPr/>
    </dgm:pt>
  </dgm:ptLst>
  <dgm:cxnLst>
    <dgm:cxn modelId="{1D7DF107-AB45-43E4-855F-8DFA1FB6F1CE}" type="presOf" srcId="{217E8638-A2F4-41D8-8A0B-192E8E6C4DB4}" destId="{17D40FCA-01D4-4596-AB75-3E1A6FE17750}" srcOrd="0" destOrd="0" presId="urn:microsoft.com/office/officeart/2005/8/layout/vList2"/>
    <dgm:cxn modelId="{DC1F7011-03FC-4D3B-A70C-73E666D51D72}" type="presOf" srcId="{7E1461C8-6D5E-4139-8E73-43D2B5039B90}" destId="{C194F018-B1EC-4934-89EF-752D28662469}" srcOrd="0" destOrd="0" presId="urn:microsoft.com/office/officeart/2005/8/layout/vList2"/>
    <dgm:cxn modelId="{901D115F-82B1-47F5-818E-B681395BA480}" srcId="{7E1461C8-6D5E-4139-8E73-43D2B5039B90}" destId="{217E8638-A2F4-41D8-8A0B-192E8E6C4DB4}" srcOrd="1" destOrd="0" parTransId="{4B0FEA24-E744-4947-BEFC-4454343AB547}" sibTransId="{F216D49B-D006-4FFE-A1F5-ACF4CBEA4790}"/>
    <dgm:cxn modelId="{8B8E6B8A-A50F-49D9-86C0-C29402664B7F}" type="presOf" srcId="{73A281AB-725D-4513-94D7-1F5F02C5E015}" destId="{27077314-5FB2-4E8C-A25D-DA6EFD029637}" srcOrd="0" destOrd="0" presId="urn:microsoft.com/office/officeart/2005/8/layout/vList2"/>
    <dgm:cxn modelId="{605D3FC2-D3D3-43FA-AFB9-C62C6018C43A}" srcId="{7E1461C8-6D5E-4139-8E73-43D2B5039B90}" destId="{EDE7EFFC-E838-41EA-A0EE-CA998B5D6087}" srcOrd="0" destOrd="0" parTransId="{2652EC0E-1333-47D0-9B52-2A18800A0EB1}" sibTransId="{65531BF6-F188-4D2A-BE24-4598E3873C96}"/>
    <dgm:cxn modelId="{5DE1CAE1-88F3-4F26-AC15-D32280C4CD69}" type="presOf" srcId="{EDE7EFFC-E838-41EA-A0EE-CA998B5D6087}" destId="{A3459F3B-E07A-4589-A67D-93E0262B0B8B}" srcOrd="0" destOrd="0" presId="urn:microsoft.com/office/officeart/2005/8/layout/vList2"/>
    <dgm:cxn modelId="{DE9946E2-E08C-436B-B1E5-1B1589A78C65}" srcId="{7E1461C8-6D5E-4139-8E73-43D2B5039B90}" destId="{73A281AB-725D-4513-94D7-1F5F02C5E015}" srcOrd="2" destOrd="0" parTransId="{12358804-3EBB-42FA-B0AD-8BC30EA48106}" sibTransId="{7B96CE76-ADC0-4328-A93E-C7AE7B054512}"/>
    <dgm:cxn modelId="{EB0EB9D3-0CA6-4EE9-B4E1-18EC29508DD4}" type="presParOf" srcId="{C194F018-B1EC-4934-89EF-752D28662469}" destId="{A3459F3B-E07A-4589-A67D-93E0262B0B8B}" srcOrd="0" destOrd="0" presId="urn:microsoft.com/office/officeart/2005/8/layout/vList2"/>
    <dgm:cxn modelId="{148255C7-5A17-4842-B46D-7D58E2A76D23}" type="presParOf" srcId="{C194F018-B1EC-4934-89EF-752D28662469}" destId="{FB8E6CED-C65E-4F1B-989D-790FDEC92850}" srcOrd="1" destOrd="0" presId="urn:microsoft.com/office/officeart/2005/8/layout/vList2"/>
    <dgm:cxn modelId="{0D1A37FC-E5B2-4E02-8B34-7B72F45A6A38}" type="presParOf" srcId="{C194F018-B1EC-4934-89EF-752D28662469}" destId="{17D40FCA-01D4-4596-AB75-3E1A6FE17750}" srcOrd="2" destOrd="0" presId="urn:microsoft.com/office/officeart/2005/8/layout/vList2"/>
    <dgm:cxn modelId="{B753B1B0-7C58-4A90-9596-AF377010484A}" type="presParOf" srcId="{C194F018-B1EC-4934-89EF-752D28662469}" destId="{1B1C9CB1-2057-4FBF-BA2F-DC8893319D4C}" srcOrd="3" destOrd="0" presId="urn:microsoft.com/office/officeart/2005/8/layout/vList2"/>
    <dgm:cxn modelId="{8D9AE4AD-1483-4853-AE5C-4F2A3766D90C}" type="presParOf" srcId="{C194F018-B1EC-4934-89EF-752D28662469}" destId="{27077314-5FB2-4E8C-A25D-DA6EFD02963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AFEBF60-8001-4E0B-BA1E-5F012AC880BA}" type="doc">
      <dgm:prSet loTypeId="urn:microsoft.com/office/officeart/2005/8/layout/hierarchy3" loCatId="hierarchy" qsTypeId="urn:microsoft.com/office/officeart/2005/8/quickstyle/simple2" qsCatId="simple" csTypeId="urn:microsoft.com/office/officeart/2005/8/colors/accent2_1" csCatId="accent2" phldr="1"/>
      <dgm:spPr/>
      <dgm:t>
        <a:bodyPr/>
        <a:lstStyle/>
        <a:p>
          <a:endParaRPr lang="en-US"/>
        </a:p>
      </dgm:t>
    </dgm:pt>
    <dgm:pt modelId="{74D26CBB-B85F-4235-AD6A-F7A657F01F46}">
      <dgm:prSet/>
      <dgm:spPr/>
      <dgm:t>
        <a:bodyPr/>
        <a:lstStyle/>
        <a:p>
          <a:pPr rtl="0"/>
          <a:r>
            <a:rPr lang="en-US" dirty="0"/>
            <a:t>Internet is divided into over 200 top level domains</a:t>
          </a:r>
        </a:p>
      </dgm:t>
    </dgm:pt>
    <dgm:pt modelId="{9D785D78-AAD3-4680-B111-8B102D38F137}" type="parTrans" cxnId="{8AF4BB9F-090E-4706-9F87-672001571125}">
      <dgm:prSet/>
      <dgm:spPr/>
      <dgm:t>
        <a:bodyPr/>
        <a:lstStyle/>
        <a:p>
          <a:endParaRPr lang="en-US"/>
        </a:p>
      </dgm:t>
    </dgm:pt>
    <dgm:pt modelId="{FF579460-DD86-484E-BB26-1FB171E1C88B}" type="sibTrans" cxnId="{8AF4BB9F-090E-4706-9F87-672001571125}">
      <dgm:prSet/>
      <dgm:spPr/>
      <dgm:t>
        <a:bodyPr/>
        <a:lstStyle/>
        <a:p>
          <a:endParaRPr lang="en-US"/>
        </a:p>
      </dgm:t>
    </dgm:pt>
    <dgm:pt modelId="{D46926A9-88BB-472E-9BBB-17575DEC723B}">
      <dgm:prSet/>
      <dgm:spPr/>
      <dgm:t>
        <a:bodyPr/>
        <a:lstStyle/>
        <a:p>
          <a:pPr rtl="0"/>
          <a:r>
            <a:rPr lang="en-US" dirty="0"/>
            <a:t>Each domain is divided into sub-domains, which are further partitioned, etc..</a:t>
          </a:r>
        </a:p>
      </dgm:t>
    </dgm:pt>
    <dgm:pt modelId="{2A79FB09-42C0-496F-BF1C-2DA0B2F8EDF3}" type="parTrans" cxnId="{5719C2F2-ED14-415B-A7CE-995E9D5E6BEF}">
      <dgm:prSet/>
      <dgm:spPr/>
      <dgm:t>
        <a:bodyPr/>
        <a:lstStyle/>
        <a:p>
          <a:endParaRPr lang="en-US"/>
        </a:p>
      </dgm:t>
    </dgm:pt>
    <dgm:pt modelId="{A84CC691-A546-4205-A76A-1774E31D0F0F}" type="sibTrans" cxnId="{5719C2F2-ED14-415B-A7CE-995E9D5E6BEF}">
      <dgm:prSet/>
      <dgm:spPr/>
      <dgm:t>
        <a:bodyPr/>
        <a:lstStyle/>
        <a:p>
          <a:endParaRPr lang="en-US"/>
        </a:p>
      </dgm:t>
    </dgm:pt>
    <dgm:pt modelId="{DEFBBA28-229E-4C37-A18E-C62F0BD43333}">
      <dgm:prSet/>
      <dgm:spPr/>
      <dgm:t>
        <a:bodyPr/>
        <a:lstStyle/>
        <a:p>
          <a:pPr rtl="0"/>
          <a:r>
            <a:rPr lang="en-US" dirty="0"/>
            <a:t>Top level domains could be </a:t>
          </a:r>
          <a:r>
            <a:rPr lang="en-US" b="1" dirty="0">
              <a:solidFill>
                <a:srgbClr val="FF0000"/>
              </a:solidFill>
            </a:rPr>
            <a:t>generic and country domains</a:t>
          </a:r>
        </a:p>
      </dgm:t>
    </dgm:pt>
    <dgm:pt modelId="{431FE97E-CA3D-44E4-AE56-D5BA1A610AD2}" type="parTrans" cxnId="{FDF74944-5D7B-40C4-89C0-BC66D8296D52}">
      <dgm:prSet/>
      <dgm:spPr/>
      <dgm:t>
        <a:bodyPr/>
        <a:lstStyle/>
        <a:p>
          <a:endParaRPr lang="en-US"/>
        </a:p>
      </dgm:t>
    </dgm:pt>
    <dgm:pt modelId="{D9533388-D608-4618-970E-04922CDED740}" type="sibTrans" cxnId="{FDF74944-5D7B-40C4-89C0-BC66D8296D52}">
      <dgm:prSet/>
      <dgm:spPr/>
      <dgm:t>
        <a:bodyPr/>
        <a:lstStyle/>
        <a:p>
          <a:endParaRPr lang="en-US"/>
        </a:p>
      </dgm:t>
    </dgm:pt>
    <dgm:pt modelId="{18BBEC73-EA73-45B7-990A-7E3937BDD5EE}" type="pres">
      <dgm:prSet presAssocID="{2AFEBF60-8001-4E0B-BA1E-5F012AC880BA}" presName="diagram" presStyleCnt="0">
        <dgm:presLayoutVars>
          <dgm:chPref val="1"/>
          <dgm:dir/>
          <dgm:animOne val="branch"/>
          <dgm:animLvl val="lvl"/>
          <dgm:resizeHandles/>
        </dgm:presLayoutVars>
      </dgm:prSet>
      <dgm:spPr/>
    </dgm:pt>
    <dgm:pt modelId="{D4C2A453-FF68-436B-8358-5D7950BEC6B3}" type="pres">
      <dgm:prSet presAssocID="{74D26CBB-B85F-4235-AD6A-F7A657F01F46}" presName="root" presStyleCnt="0"/>
      <dgm:spPr/>
    </dgm:pt>
    <dgm:pt modelId="{4B29B01D-C10F-4B9C-8983-354F2B50A9E7}" type="pres">
      <dgm:prSet presAssocID="{74D26CBB-B85F-4235-AD6A-F7A657F01F46}" presName="rootComposite" presStyleCnt="0"/>
      <dgm:spPr/>
    </dgm:pt>
    <dgm:pt modelId="{C0740345-BD44-43B7-889A-F41E1A6ECF93}" type="pres">
      <dgm:prSet presAssocID="{74D26CBB-B85F-4235-AD6A-F7A657F01F46}" presName="rootText" presStyleLbl="node1" presStyleIdx="0" presStyleCnt="2"/>
      <dgm:spPr/>
    </dgm:pt>
    <dgm:pt modelId="{90297412-FB62-4B2D-9E38-9AFAE7FF0A99}" type="pres">
      <dgm:prSet presAssocID="{74D26CBB-B85F-4235-AD6A-F7A657F01F46}" presName="rootConnector" presStyleLbl="node1" presStyleIdx="0" presStyleCnt="2"/>
      <dgm:spPr/>
    </dgm:pt>
    <dgm:pt modelId="{FABAA99C-CD1C-4BA0-9E63-A894C67B8B25}" type="pres">
      <dgm:prSet presAssocID="{74D26CBB-B85F-4235-AD6A-F7A657F01F46}" presName="childShape" presStyleCnt="0"/>
      <dgm:spPr/>
    </dgm:pt>
    <dgm:pt modelId="{FB2D354B-D823-43CD-AB5B-93F0B8B6FFA4}" type="pres">
      <dgm:prSet presAssocID="{2A79FB09-42C0-496F-BF1C-2DA0B2F8EDF3}" presName="Name13" presStyleLbl="parChTrans1D2" presStyleIdx="0" presStyleCnt="1"/>
      <dgm:spPr/>
    </dgm:pt>
    <dgm:pt modelId="{EAB79170-7F5D-44EA-9270-47AAFE0DE686}" type="pres">
      <dgm:prSet presAssocID="{D46926A9-88BB-472E-9BBB-17575DEC723B}" presName="childText" presStyleLbl="bgAcc1" presStyleIdx="0" presStyleCnt="1" custScaleX="186865">
        <dgm:presLayoutVars>
          <dgm:bulletEnabled val="1"/>
        </dgm:presLayoutVars>
      </dgm:prSet>
      <dgm:spPr/>
    </dgm:pt>
    <dgm:pt modelId="{64685CA8-9632-40F6-94AA-322B34ED7FD1}" type="pres">
      <dgm:prSet presAssocID="{DEFBBA28-229E-4C37-A18E-C62F0BD43333}" presName="root" presStyleCnt="0"/>
      <dgm:spPr/>
    </dgm:pt>
    <dgm:pt modelId="{65F5A727-6410-4232-9458-0DA1AF3BC2F9}" type="pres">
      <dgm:prSet presAssocID="{DEFBBA28-229E-4C37-A18E-C62F0BD43333}" presName="rootComposite" presStyleCnt="0"/>
      <dgm:spPr/>
    </dgm:pt>
    <dgm:pt modelId="{F9C800DA-BE35-4EEF-974A-F84DC7230B9A}" type="pres">
      <dgm:prSet presAssocID="{DEFBBA28-229E-4C37-A18E-C62F0BD43333}" presName="rootText" presStyleLbl="node1" presStyleIdx="1" presStyleCnt="2" custScaleX="129403"/>
      <dgm:spPr/>
    </dgm:pt>
    <dgm:pt modelId="{4E8FABEC-2E4D-4882-A46A-853B99E415AD}" type="pres">
      <dgm:prSet presAssocID="{DEFBBA28-229E-4C37-A18E-C62F0BD43333}" presName="rootConnector" presStyleLbl="node1" presStyleIdx="1" presStyleCnt="2"/>
      <dgm:spPr/>
    </dgm:pt>
    <dgm:pt modelId="{60D96910-1AA2-40AF-BF3C-B93867DF9037}" type="pres">
      <dgm:prSet presAssocID="{DEFBBA28-229E-4C37-A18E-C62F0BD43333}" presName="childShape" presStyleCnt="0"/>
      <dgm:spPr/>
    </dgm:pt>
  </dgm:ptLst>
  <dgm:cxnLst>
    <dgm:cxn modelId="{FB10762C-379A-4963-8B4B-510B647F7630}" type="presOf" srcId="{74D26CBB-B85F-4235-AD6A-F7A657F01F46}" destId="{90297412-FB62-4B2D-9E38-9AFAE7FF0A99}" srcOrd="1" destOrd="0" presId="urn:microsoft.com/office/officeart/2005/8/layout/hierarchy3"/>
    <dgm:cxn modelId="{FDF74944-5D7B-40C4-89C0-BC66D8296D52}" srcId="{2AFEBF60-8001-4E0B-BA1E-5F012AC880BA}" destId="{DEFBBA28-229E-4C37-A18E-C62F0BD43333}" srcOrd="1" destOrd="0" parTransId="{431FE97E-CA3D-44E4-AE56-D5BA1A610AD2}" sibTransId="{D9533388-D608-4618-970E-04922CDED740}"/>
    <dgm:cxn modelId="{838E8D6B-3E67-4C99-A296-70EBC23EA033}" type="presOf" srcId="{D46926A9-88BB-472E-9BBB-17575DEC723B}" destId="{EAB79170-7F5D-44EA-9270-47AAFE0DE686}" srcOrd="0" destOrd="0" presId="urn:microsoft.com/office/officeart/2005/8/layout/hierarchy3"/>
    <dgm:cxn modelId="{5B7BB471-7771-4168-84BA-F1384D611F3E}" type="presOf" srcId="{2AFEBF60-8001-4E0B-BA1E-5F012AC880BA}" destId="{18BBEC73-EA73-45B7-990A-7E3937BDD5EE}" srcOrd="0" destOrd="0" presId="urn:microsoft.com/office/officeart/2005/8/layout/hierarchy3"/>
    <dgm:cxn modelId="{84514C81-D5F5-4017-BC1B-B956B1191C91}" type="presOf" srcId="{DEFBBA28-229E-4C37-A18E-C62F0BD43333}" destId="{F9C800DA-BE35-4EEF-974A-F84DC7230B9A}" srcOrd="0" destOrd="0" presId="urn:microsoft.com/office/officeart/2005/8/layout/hierarchy3"/>
    <dgm:cxn modelId="{AA646189-9DC4-4B6F-87E4-7E6B359C1CDD}" type="presOf" srcId="{2A79FB09-42C0-496F-BF1C-2DA0B2F8EDF3}" destId="{FB2D354B-D823-43CD-AB5B-93F0B8B6FFA4}" srcOrd="0" destOrd="0" presId="urn:microsoft.com/office/officeart/2005/8/layout/hierarchy3"/>
    <dgm:cxn modelId="{8AF4BB9F-090E-4706-9F87-672001571125}" srcId="{2AFEBF60-8001-4E0B-BA1E-5F012AC880BA}" destId="{74D26CBB-B85F-4235-AD6A-F7A657F01F46}" srcOrd="0" destOrd="0" parTransId="{9D785D78-AAD3-4680-B111-8B102D38F137}" sibTransId="{FF579460-DD86-484E-BB26-1FB171E1C88B}"/>
    <dgm:cxn modelId="{6B0871AD-EF66-4305-A5EB-1F4F7ED4C67E}" type="presOf" srcId="{DEFBBA28-229E-4C37-A18E-C62F0BD43333}" destId="{4E8FABEC-2E4D-4882-A46A-853B99E415AD}" srcOrd="1" destOrd="0" presId="urn:microsoft.com/office/officeart/2005/8/layout/hierarchy3"/>
    <dgm:cxn modelId="{665C33D3-DC2C-4731-B36F-2C53460505B0}" type="presOf" srcId="{74D26CBB-B85F-4235-AD6A-F7A657F01F46}" destId="{C0740345-BD44-43B7-889A-F41E1A6ECF93}" srcOrd="0" destOrd="0" presId="urn:microsoft.com/office/officeart/2005/8/layout/hierarchy3"/>
    <dgm:cxn modelId="{5719C2F2-ED14-415B-A7CE-995E9D5E6BEF}" srcId="{74D26CBB-B85F-4235-AD6A-F7A657F01F46}" destId="{D46926A9-88BB-472E-9BBB-17575DEC723B}" srcOrd="0" destOrd="0" parTransId="{2A79FB09-42C0-496F-BF1C-2DA0B2F8EDF3}" sibTransId="{A84CC691-A546-4205-A76A-1774E31D0F0F}"/>
    <dgm:cxn modelId="{CB600C36-9566-4374-8BDC-DA6A5A4C63DC}" type="presParOf" srcId="{18BBEC73-EA73-45B7-990A-7E3937BDD5EE}" destId="{D4C2A453-FF68-436B-8358-5D7950BEC6B3}" srcOrd="0" destOrd="0" presId="urn:microsoft.com/office/officeart/2005/8/layout/hierarchy3"/>
    <dgm:cxn modelId="{C5F4C5E2-E78C-4994-A285-849753534CD0}" type="presParOf" srcId="{D4C2A453-FF68-436B-8358-5D7950BEC6B3}" destId="{4B29B01D-C10F-4B9C-8983-354F2B50A9E7}" srcOrd="0" destOrd="0" presId="urn:microsoft.com/office/officeart/2005/8/layout/hierarchy3"/>
    <dgm:cxn modelId="{9CEDC380-AE2C-4F9B-BAC1-CFD30DC36E77}" type="presParOf" srcId="{4B29B01D-C10F-4B9C-8983-354F2B50A9E7}" destId="{C0740345-BD44-43B7-889A-F41E1A6ECF93}" srcOrd="0" destOrd="0" presId="urn:microsoft.com/office/officeart/2005/8/layout/hierarchy3"/>
    <dgm:cxn modelId="{14D35940-0888-4EFB-905A-B243015E36AF}" type="presParOf" srcId="{4B29B01D-C10F-4B9C-8983-354F2B50A9E7}" destId="{90297412-FB62-4B2D-9E38-9AFAE7FF0A99}" srcOrd="1" destOrd="0" presId="urn:microsoft.com/office/officeart/2005/8/layout/hierarchy3"/>
    <dgm:cxn modelId="{5D8400AB-79AF-49C7-8F7F-B8135B1A117A}" type="presParOf" srcId="{D4C2A453-FF68-436B-8358-5D7950BEC6B3}" destId="{FABAA99C-CD1C-4BA0-9E63-A894C67B8B25}" srcOrd="1" destOrd="0" presId="urn:microsoft.com/office/officeart/2005/8/layout/hierarchy3"/>
    <dgm:cxn modelId="{976B0093-7061-4C4B-BE87-2BCFC7B87F9A}" type="presParOf" srcId="{FABAA99C-CD1C-4BA0-9E63-A894C67B8B25}" destId="{FB2D354B-D823-43CD-AB5B-93F0B8B6FFA4}" srcOrd="0" destOrd="0" presId="urn:microsoft.com/office/officeart/2005/8/layout/hierarchy3"/>
    <dgm:cxn modelId="{F3534B18-32B0-40C0-ABEE-ED961B752D5F}" type="presParOf" srcId="{FABAA99C-CD1C-4BA0-9E63-A894C67B8B25}" destId="{EAB79170-7F5D-44EA-9270-47AAFE0DE686}" srcOrd="1" destOrd="0" presId="urn:microsoft.com/office/officeart/2005/8/layout/hierarchy3"/>
    <dgm:cxn modelId="{46072CB4-3B29-45BA-AC35-D9870B4D3AC8}" type="presParOf" srcId="{18BBEC73-EA73-45B7-990A-7E3937BDD5EE}" destId="{64685CA8-9632-40F6-94AA-322B34ED7FD1}" srcOrd="1" destOrd="0" presId="urn:microsoft.com/office/officeart/2005/8/layout/hierarchy3"/>
    <dgm:cxn modelId="{C0A2E917-41E1-4B18-9643-9F862DA3ECE4}" type="presParOf" srcId="{64685CA8-9632-40F6-94AA-322B34ED7FD1}" destId="{65F5A727-6410-4232-9458-0DA1AF3BC2F9}" srcOrd="0" destOrd="0" presId="urn:microsoft.com/office/officeart/2005/8/layout/hierarchy3"/>
    <dgm:cxn modelId="{7FB22C73-660B-4ECA-AD14-7B6786416AD8}" type="presParOf" srcId="{65F5A727-6410-4232-9458-0DA1AF3BC2F9}" destId="{F9C800DA-BE35-4EEF-974A-F84DC7230B9A}" srcOrd="0" destOrd="0" presId="urn:microsoft.com/office/officeart/2005/8/layout/hierarchy3"/>
    <dgm:cxn modelId="{74F40B5B-54B3-4AA4-B796-18F79D845459}" type="presParOf" srcId="{65F5A727-6410-4232-9458-0DA1AF3BC2F9}" destId="{4E8FABEC-2E4D-4882-A46A-853B99E415AD}" srcOrd="1" destOrd="0" presId="urn:microsoft.com/office/officeart/2005/8/layout/hierarchy3"/>
    <dgm:cxn modelId="{808A7309-88E4-43BB-9FD1-D5FAB2697CD8}" type="presParOf" srcId="{64685CA8-9632-40F6-94AA-322B34ED7FD1}" destId="{60D96910-1AA2-40AF-BF3C-B93867DF903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34C80EC-78BB-45FD-97C1-86E3EC1FDF58}" type="doc">
      <dgm:prSet loTypeId="urn:microsoft.com/office/officeart/2005/8/layout/lProcess2" loCatId="relationship" qsTypeId="urn:microsoft.com/office/officeart/2005/8/quickstyle/simple2" qsCatId="simple" csTypeId="urn:microsoft.com/office/officeart/2005/8/colors/accent2_1" csCatId="accent2" phldr="1"/>
      <dgm:spPr/>
      <dgm:t>
        <a:bodyPr/>
        <a:lstStyle/>
        <a:p>
          <a:endParaRPr lang="en-US"/>
        </a:p>
      </dgm:t>
    </dgm:pt>
    <dgm:pt modelId="{00CACD9A-F162-4104-83CA-8ECB25FC3B94}">
      <dgm:prSet custT="1"/>
      <dgm:spPr/>
      <dgm:t>
        <a:bodyPr/>
        <a:lstStyle/>
        <a:p>
          <a:pPr rtl="0"/>
          <a:r>
            <a:rPr lang="en-US" sz="2000" dirty="0"/>
            <a:t>One DNS server could service all requests</a:t>
          </a:r>
        </a:p>
      </dgm:t>
    </dgm:pt>
    <dgm:pt modelId="{72451FFE-0548-4B47-AF0B-BAECC7393546}" type="parTrans" cxnId="{AE9A9CC5-CA2C-42DB-87D3-777411FF18B6}">
      <dgm:prSet/>
      <dgm:spPr/>
      <dgm:t>
        <a:bodyPr/>
        <a:lstStyle/>
        <a:p>
          <a:endParaRPr lang="en-US"/>
        </a:p>
      </dgm:t>
    </dgm:pt>
    <dgm:pt modelId="{27CCB19B-3234-4F25-B65A-F8DC5E7F0572}" type="sibTrans" cxnId="{AE9A9CC5-CA2C-42DB-87D3-777411FF18B6}">
      <dgm:prSet/>
      <dgm:spPr/>
      <dgm:t>
        <a:bodyPr/>
        <a:lstStyle/>
        <a:p>
          <a:endParaRPr lang="en-US"/>
        </a:p>
      </dgm:t>
    </dgm:pt>
    <dgm:pt modelId="{F104DCCF-4DBF-477A-BF05-EDB1B4E0BD70}">
      <dgm:prSet custT="1"/>
      <dgm:spPr/>
      <dgm:t>
        <a:bodyPr/>
        <a:lstStyle/>
        <a:p>
          <a:pPr rtl="0"/>
          <a:r>
            <a:rPr lang="en-US" sz="2400" dirty="0">
              <a:solidFill>
                <a:srgbClr val="FF0000"/>
              </a:solidFill>
            </a:rPr>
            <a:t>But in practice it will be overloaded</a:t>
          </a:r>
        </a:p>
      </dgm:t>
    </dgm:pt>
    <dgm:pt modelId="{52600EB8-8B17-4CDC-8902-72E2D63C6F7D}" type="parTrans" cxnId="{A2A85E94-1107-47B7-9170-6B39360CFBC7}">
      <dgm:prSet/>
      <dgm:spPr/>
      <dgm:t>
        <a:bodyPr/>
        <a:lstStyle/>
        <a:p>
          <a:endParaRPr lang="en-US"/>
        </a:p>
      </dgm:t>
    </dgm:pt>
    <dgm:pt modelId="{B863F7B6-CE54-4DAF-BF3E-D7BB721FDE0F}" type="sibTrans" cxnId="{A2A85E94-1107-47B7-9170-6B39360CFBC7}">
      <dgm:prSet/>
      <dgm:spPr/>
      <dgm:t>
        <a:bodyPr/>
        <a:lstStyle/>
        <a:p>
          <a:endParaRPr lang="en-US"/>
        </a:p>
      </dgm:t>
    </dgm:pt>
    <dgm:pt modelId="{D7EC7B16-06B5-44BF-9F86-EC14BD3AA6F4}">
      <dgm:prSet custT="1"/>
      <dgm:spPr/>
      <dgm:t>
        <a:bodyPr/>
        <a:lstStyle/>
        <a:p>
          <a:pPr rtl="0"/>
          <a:r>
            <a:rPr lang="en-US" sz="2000" dirty="0"/>
            <a:t>To solve this, DNS name space is divided in non overlapping zones</a:t>
          </a:r>
        </a:p>
      </dgm:t>
    </dgm:pt>
    <dgm:pt modelId="{17E10C53-5E80-4627-8FF6-D8C3A4D5EC6E}" type="parTrans" cxnId="{2C117DB2-EC50-411F-A58B-F12E5E420E98}">
      <dgm:prSet/>
      <dgm:spPr/>
      <dgm:t>
        <a:bodyPr/>
        <a:lstStyle/>
        <a:p>
          <a:endParaRPr lang="en-US"/>
        </a:p>
      </dgm:t>
    </dgm:pt>
    <dgm:pt modelId="{ED740B89-4E4F-4F8E-90DB-2DE50A98EB9C}" type="sibTrans" cxnId="{2C117DB2-EC50-411F-A58B-F12E5E420E98}">
      <dgm:prSet/>
      <dgm:spPr/>
      <dgm:t>
        <a:bodyPr/>
        <a:lstStyle/>
        <a:p>
          <a:endParaRPr lang="en-US"/>
        </a:p>
      </dgm:t>
    </dgm:pt>
    <dgm:pt modelId="{6FF412A6-F434-484F-9905-654771E5A0DA}">
      <dgm:prSet custT="1"/>
      <dgm:spPr/>
      <dgm:t>
        <a:bodyPr/>
        <a:lstStyle/>
        <a:p>
          <a:pPr rtl="0"/>
          <a:r>
            <a:rPr lang="en-US" sz="2400" dirty="0"/>
            <a:t>Each zone contains some part of the tree and name servers holding zone info</a:t>
          </a:r>
        </a:p>
      </dgm:t>
    </dgm:pt>
    <dgm:pt modelId="{BBBB5ED4-418E-479F-BA37-48E9C904E88B}" type="parTrans" cxnId="{2D0E1FD4-DC0C-4810-89D2-0C2FCAB92812}">
      <dgm:prSet/>
      <dgm:spPr/>
      <dgm:t>
        <a:bodyPr/>
        <a:lstStyle/>
        <a:p>
          <a:endParaRPr lang="en-US"/>
        </a:p>
      </dgm:t>
    </dgm:pt>
    <dgm:pt modelId="{418502DE-C919-4FF9-8F19-DCCFFDA06184}" type="sibTrans" cxnId="{2D0E1FD4-DC0C-4810-89D2-0C2FCAB92812}">
      <dgm:prSet/>
      <dgm:spPr/>
      <dgm:t>
        <a:bodyPr/>
        <a:lstStyle/>
        <a:p>
          <a:endParaRPr lang="en-US"/>
        </a:p>
      </dgm:t>
    </dgm:pt>
    <dgm:pt modelId="{49F6FF3C-DCDD-407D-B576-50E9BDDC622C}" type="pres">
      <dgm:prSet presAssocID="{E34C80EC-78BB-45FD-97C1-86E3EC1FDF58}" presName="theList" presStyleCnt="0">
        <dgm:presLayoutVars>
          <dgm:dir/>
          <dgm:animLvl val="lvl"/>
          <dgm:resizeHandles val="exact"/>
        </dgm:presLayoutVars>
      </dgm:prSet>
      <dgm:spPr/>
    </dgm:pt>
    <dgm:pt modelId="{A8A1D10D-B044-4FD9-B8F9-5F6FAF3E2421}" type="pres">
      <dgm:prSet presAssocID="{00CACD9A-F162-4104-83CA-8ECB25FC3B94}" presName="compNode" presStyleCnt="0"/>
      <dgm:spPr/>
    </dgm:pt>
    <dgm:pt modelId="{B1B01648-716B-42A6-B253-05536473CAC3}" type="pres">
      <dgm:prSet presAssocID="{00CACD9A-F162-4104-83CA-8ECB25FC3B94}" presName="aNode" presStyleLbl="bgShp" presStyleIdx="0" presStyleCnt="2" custScaleX="62450"/>
      <dgm:spPr/>
    </dgm:pt>
    <dgm:pt modelId="{418EBD11-F429-456D-871D-15B80EBA0D79}" type="pres">
      <dgm:prSet presAssocID="{00CACD9A-F162-4104-83CA-8ECB25FC3B94}" presName="textNode" presStyleLbl="bgShp" presStyleIdx="0" presStyleCnt="2"/>
      <dgm:spPr/>
    </dgm:pt>
    <dgm:pt modelId="{5E4EA187-0463-456F-8703-9806EB5284BA}" type="pres">
      <dgm:prSet presAssocID="{00CACD9A-F162-4104-83CA-8ECB25FC3B94}" presName="compChildNode" presStyleCnt="0"/>
      <dgm:spPr/>
    </dgm:pt>
    <dgm:pt modelId="{5902B748-69DF-45BD-971B-020DDFE7B2AF}" type="pres">
      <dgm:prSet presAssocID="{00CACD9A-F162-4104-83CA-8ECB25FC3B94}" presName="theInnerList" presStyleCnt="0"/>
      <dgm:spPr/>
    </dgm:pt>
    <dgm:pt modelId="{3F788D11-7FC2-491B-B02A-4F0DA5A381B3}" type="pres">
      <dgm:prSet presAssocID="{F104DCCF-4DBF-477A-BF05-EDB1B4E0BD70}" presName="childNode" presStyleLbl="node1" presStyleIdx="0" presStyleCnt="2" custScaleX="65603" custScaleY="73496">
        <dgm:presLayoutVars>
          <dgm:bulletEnabled val="1"/>
        </dgm:presLayoutVars>
      </dgm:prSet>
      <dgm:spPr/>
    </dgm:pt>
    <dgm:pt modelId="{F606A033-8A91-4209-860A-24872866DF64}" type="pres">
      <dgm:prSet presAssocID="{00CACD9A-F162-4104-83CA-8ECB25FC3B94}" presName="aSpace" presStyleCnt="0"/>
      <dgm:spPr/>
    </dgm:pt>
    <dgm:pt modelId="{9ACE782C-60FC-4765-8006-8A4FBDB5D1B6}" type="pres">
      <dgm:prSet presAssocID="{D7EC7B16-06B5-44BF-9F86-EC14BD3AA6F4}" presName="compNode" presStyleCnt="0"/>
      <dgm:spPr/>
    </dgm:pt>
    <dgm:pt modelId="{A311CA0E-0F26-4957-8FDC-38524665EC41}" type="pres">
      <dgm:prSet presAssocID="{D7EC7B16-06B5-44BF-9F86-EC14BD3AA6F4}" presName="aNode" presStyleLbl="bgShp" presStyleIdx="1" presStyleCnt="2"/>
      <dgm:spPr/>
    </dgm:pt>
    <dgm:pt modelId="{FB990F96-87E8-4218-9F04-796F14ED5895}" type="pres">
      <dgm:prSet presAssocID="{D7EC7B16-06B5-44BF-9F86-EC14BD3AA6F4}" presName="textNode" presStyleLbl="bgShp" presStyleIdx="1" presStyleCnt="2"/>
      <dgm:spPr/>
    </dgm:pt>
    <dgm:pt modelId="{7A380098-8FAA-4C77-A3C8-47058E7C1062}" type="pres">
      <dgm:prSet presAssocID="{D7EC7B16-06B5-44BF-9F86-EC14BD3AA6F4}" presName="compChildNode" presStyleCnt="0"/>
      <dgm:spPr/>
    </dgm:pt>
    <dgm:pt modelId="{2F9F46DA-D6ED-412A-ADAA-BD51230FAB56}" type="pres">
      <dgm:prSet presAssocID="{D7EC7B16-06B5-44BF-9F86-EC14BD3AA6F4}" presName="theInnerList" presStyleCnt="0"/>
      <dgm:spPr/>
    </dgm:pt>
    <dgm:pt modelId="{F269B9CE-7280-43BF-A82A-563B4C0C89AA}" type="pres">
      <dgm:prSet presAssocID="{6FF412A6-F434-484F-9905-654771E5A0DA}" presName="childNode" presStyleLbl="node1" presStyleIdx="1" presStyleCnt="2" custScaleX="115220" custScaleY="78979">
        <dgm:presLayoutVars>
          <dgm:bulletEnabled val="1"/>
        </dgm:presLayoutVars>
      </dgm:prSet>
      <dgm:spPr/>
    </dgm:pt>
  </dgm:ptLst>
  <dgm:cxnLst>
    <dgm:cxn modelId="{057AF314-CFC8-43E0-B02B-9F11BC7E3F1E}" type="presOf" srcId="{6FF412A6-F434-484F-9905-654771E5A0DA}" destId="{F269B9CE-7280-43BF-A82A-563B4C0C89AA}" srcOrd="0" destOrd="0" presId="urn:microsoft.com/office/officeart/2005/8/layout/lProcess2"/>
    <dgm:cxn modelId="{5B524B33-E2DB-49C5-8974-DF3445440A0A}" type="presOf" srcId="{D7EC7B16-06B5-44BF-9F86-EC14BD3AA6F4}" destId="{FB990F96-87E8-4218-9F04-796F14ED5895}" srcOrd="1" destOrd="0" presId="urn:microsoft.com/office/officeart/2005/8/layout/lProcess2"/>
    <dgm:cxn modelId="{77EBAD3A-F6DF-4109-BC6E-837BF5AA4706}" type="presOf" srcId="{D7EC7B16-06B5-44BF-9F86-EC14BD3AA6F4}" destId="{A311CA0E-0F26-4957-8FDC-38524665EC41}" srcOrd="0" destOrd="0" presId="urn:microsoft.com/office/officeart/2005/8/layout/lProcess2"/>
    <dgm:cxn modelId="{E9539E3B-8671-4920-9FE2-1BC12DEC6C51}" type="presOf" srcId="{00CACD9A-F162-4104-83CA-8ECB25FC3B94}" destId="{418EBD11-F429-456D-871D-15B80EBA0D79}" srcOrd="1" destOrd="0" presId="urn:microsoft.com/office/officeart/2005/8/layout/lProcess2"/>
    <dgm:cxn modelId="{582F0A63-347C-41BA-AA14-5A2392EE3452}" type="presOf" srcId="{00CACD9A-F162-4104-83CA-8ECB25FC3B94}" destId="{B1B01648-716B-42A6-B253-05536473CAC3}" srcOrd="0" destOrd="0" presId="urn:microsoft.com/office/officeart/2005/8/layout/lProcess2"/>
    <dgm:cxn modelId="{FF49856A-18DA-42BC-A1E5-129879986BE9}" type="presOf" srcId="{E34C80EC-78BB-45FD-97C1-86E3EC1FDF58}" destId="{49F6FF3C-DCDD-407D-B576-50E9BDDC622C}" srcOrd="0" destOrd="0" presId="urn:microsoft.com/office/officeart/2005/8/layout/lProcess2"/>
    <dgm:cxn modelId="{D8762A7E-4A8C-4948-969C-A4B63C86DB06}" type="presOf" srcId="{F104DCCF-4DBF-477A-BF05-EDB1B4E0BD70}" destId="{3F788D11-7FC2-491B-B02A-4F0DA5A381B3}" srcOrd="0" destOrd="0" presId="urn:microsoft.com/office/officeart/2005/8/layout/lProcess2"/>
    <dgm:cxn modelId="{A2A85E94-1107-47B7-9170-6B39360CFBC7}" srcId="{00CACD9A-F162-4104-83CA-8ECB25FC3B94}" destId="{F104DCCF-4DBF-477A-BF05-EDB1B4E0BD70}" srcOrd="0" destOrd="0" parTransId="{52600EB8-8B17-4CDC-8902-72E2D63C6F7D}" sibTransId="{B863F7B6-CE54-4DAF-BF3E-D7BB721FDE0F}"/>
    <dgm:cxn modelId="{2C117DB2-EC50-411F-A58B-F12E5E420E98}" srcId="{E34C80EC-78BB-45FD-97C1-86E3EC1FDF58}" destId="{D7EC7B16-06B5-44BF-9F86-EC14BD3AA6F4}" srcOrd="1" destOrd="0" parTransId="{17E10C53-5E80-4627-8FF6-D8C3A4D5EC6E}" sibTransId="{ED740B89-4E4F-4F8E-90DB-2DE50A98EB9C}"/>
    <dgm:cxn modelId="{AE9A9CC5-CA2C-42DB-87D3-777411FF18B6}" srcId="{E34C80EC-78BB-45FD-97C1-86E3EC1FDF58}" destId="{00CACD9A-F162-4104-83CA-8ECB25FC3B94}" srcOrd="0" destOrd="0" parTransId="{72451FFE-0548-4B47-AF0B-BAECC7393546}" sibTransId="{27CCB19B-3234-4F25-B65A-F8DC5E7F0572}"/>
    <dgm:cxn modelId="{2D0E1FD4-DC0C-4810-89D2-0C2FCAB92812}" srcId="{D7EC7B16-06B5-44BF-9F86-EC14BD3AA6F4}" destId="{6FF412A6-F434-484F-9905-654771E5A0DA}" srcOrd="0" destOrd="0" parTransId="{BBBB5ED4-418E-479F-BA37-48E9C904E88B}" sibTransId="{418502DE-C919-4FF9-8F19-DCCFFDA06184}"/>
    <dgm:cxn modelId="{4B7643CF-7341-4CA2-906E-3EE84F04636D}" type="presParOf" srcId="{49F6FF3C-DCDD-407D-B576-50E9BDDC622C}" destId="{A8A1D10D-B044-4FD9-B8F9-5F6FAF3E2421}" srcOrd="0" destOrd="0" presId="urn:microsoft.com/office/officeart/2005/8/layout/lProcess2"/>
    <dgm:cxn modelId="{6DB300E0-9D7D-461D-BD90-6B929E35068C}" type="presParOf" srcId="{A8A1D10D-B044-4FD9-B8F9-5F6FAF3E2421}" destId="{B1B01648-716B-42A6-B253-05536473CAC3}" srcOrd="0" destOrd="0" presId="urn:microsoft.com/office/officeart/2005/8/layout/lProcess2"/>
    <dgm:cxn modelId="{11459A5B-913E-4548-8DE9-2A1EB24DA25B}" type="presParOf" srcId="{A8A1D10D-B044-4FD9-B8F9-5F6FAF3E2421}" destId="{418EBD11-F429-456D-871D-15B80EBA0D79}" srcOrd="1" destOrd="0" presId="urn:microsoft.com/office/officeart/2005/8/layout/lProcess2"/>
    <dgm:cxn modelId="{F1DE29DC-9B31-4B26-BE96-7F712D761498}" type="presParOf" srcId="{A8A1D10D-B044-4FD9-B8F9-5F6FAF3E2421}" destId="{5E4EA187-0463-456F-8703-9806EB5284BA}" srcOrd="2" destOrd="0" presId="urn:microsoft.com/office/officeart/2005/8/layout/lProcess2"/>
    <dgm:cxn modelId="{797077B9-2644-4098-898F-31568FA33A13}" type="presParOf" srcId="{5E4EA187-0463-456F-8703-9806EB5284BA}" destId="{5902B748-69DF-45BD-971B-020DDFE7B2AF}" srcOrd="0" destOrd="0" presId="urn:microsoft.com/office/officeart/2005/8/layout/lProcess2"/>
    <dgm:cxn modelId="{A6B5B5C5-4E7A-42D8-9A9B-CBC12ABFA0D5}" type="presParOf" srcId="{5902B748-69DF-45BD-971B-020DDFE7B2AF}" destId="{3F788D11-7FC2-491B-B02A-4F0DA5A381B3}" srcOrd="0" destOrd="0" presId="urn:microsoft.com/office/officeart/2005/8/layout/lProcess2"/>
    <dgm:cxn modelId="{235EE979-0A47-4FB8-9540-CCF00887D904}" type="presParOf" srcId="{49F6FF3C-DCDD-407D-B576-50E9BDDC622C}" destId="{F606A033-8A91-4209-860A-24872866DF64}" srcOrd="1" destOrd="0" presId="urn:microsoft.com/office/officeart/2005/8/layout/lProcess2"/>
    <dgm:cxn modelId="{50D5CABC-A0F7-4F44-B169-4362BF237951}" type="presParOf" srcId="{49F6FF3C-DCDD-407D-B576-50E9BDDC622C}" destId="{9ACE782C-60FC-4765-8006-8A4FBDB5D1B6}" srcOrd="2" destOrd="0" presId="urn:microsoft.com/office/officeart/2005/8/layout/lProcess2"/>
    <dgm:cxn modelId="{2B5251BC-9582-4052-AF4D-6F8837267792}" type="presParOf" srcId="{9ACE782C-60FC-4765-8006-8A4FBDB5D1B6}" destId="{A311CA0E-0F26-4957-8FDC-38524665EC41}" srcOrd="0" destOrd="0" presId="urn:microsoft.com/office/officeart/2005/8/layout/lProcess2"/>
    <dgm:cxn modelId="{5B15CF76-3FFF-476F-9AB1-75A9A12D2E14}" type="presParOf" srcId="{9ACE782C-60FC-4765-8006-8A4FBDB5D1B6}" destId="{FB990F96-87E8-4218-9F04-796F14ED5895}" srcOrd="1" destOrd="0" presId="urn:microsoft.com/office/officeart/2005/8/layout/lProcess2"/>
    <dgm:cxn modelId="{B5A9B1AB-357F-4816-B4C7-843F14250BB1}" type="presParOf" srcId="{9ACE782C-60FC-4765-8006-8A4FBDB5D1B6}" destId="{7A380098-8FAA-4C77-A3C8-47058E7C1062}" srcOrd="2" destOrd="0" presId="urn:microsoft.com/office/officeart/2005/8/layout/lProcess2"/>
    <dgm:cxn modelId="{F49B861D-BC7F-4906-AF11-870E5042155E}" type="presParOf" srcId="{7A380098-8FAA-4C77-A3C8-47058E7C1062}" destId="{2F9F46DA-D6ED-412A-ADAA-BD51230FAB56}" srcOrd="0" destOrd="0" presId="urn:microsoft.com/office/officeart/2005/8/layout/lProcess2"/>
    <dgm:cxn modelId="{41C0E939-08B9-4DB9-8BC3-3BD11F9546CA}" type="presParOf" srcId="{2F9F46DA-D6ED-412A-ADAA-BD51230FAB56}" destId="{F269B9CE-7280-43BF-A82A-563B4C0C89AA}"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C40BBA4-3A0B-4F12-AD72-529D051BC434}" type="doc">
      <dgm:prSet loTypeId="urn:microsoft.com/office/officeart/2005/8/layout/hList6" loCatId="list" qsTypeId="urn:microsoft.com/office/officeart/2005/8/quickstyle/simple2" qsCatId="simple" csTypeId="urn:microsoft.com/office/officeart/2005/8/colors/accent5_1" csCatId="accent5" phldr="1"/>
      <dgm:spPr/>
      <dgm:t>
        <a:bodyPr/>
        <a:lstStyle/>
        <a:p>
          <a:endParaRPr lang="en-US"/>
        </a:p>
      </dgm:t>
    </dgm:pt>
    <dgm:pt modelId="{0CBCDBB5-B081-4DAA-968E-85AFAC3AC06C}">
      <dgm:prSet/>
      <dgm:spPr/>
      <dgm:t>
        <a:bodyPr/>
        <a:lstStyle/>
        <a:p>
          <a:pPr rtl="0"/>
          <a:r>
            <a:rPr lang="en-US" dirty="0"/>
            <a:t>Resolver maps a name to an IP address and vice versa</a:t>
          </a:r>
        </a:p>
      </dgm:t>
    </dgm:pt>
    <dgm:pt modelId="{FF87A55F-52B3-4F4A-A954-320DC4715CB0}" type="parTrans" cxnId="{7CA699D3-E2E1-4CB7-B6B5-2086875ABC68}">
      <dgm:prSet/>
      <dgm:spPr/>
      <dgm:t>
        <a:bodyPr/>
        <a:lstStyle/>
        <a:p>
          <a:endParaRPr lang="en-US"/>
        </a:p>
      </dgm:t>
    </dgm:pt>
    <dgm:pt modelId="{3694F772-C48C-480C-ABAD-E0AC33EFEBC3}" type="sibTrans" cxnId="{7CA699D3-E2E1-4CB7-B6B5-2086875ABC68}">
      <dgm:prSet/>
      <dgm:spPr/>
      <dgm:t>
        <a:bodyPr/>
        <a:lstStyle/>
        <a:p>
          <a:endParaRPr lang="en-US"/>
        </a:p>
      </dgm:t>
    </dgm:pt>
    <dgm:pt modelId="{6BED8F1C-A45D-4ECA-BFC0-202A17DE0CA1}">
      <dgm:prSet/>
      <dgm:spPr/>
      <dgm:t>
        <a:bodyPr/>
        <a:lstStyle/>
        <a:p>
          <a:pPr rtl="0"/>
          <a:r>
            <a:rPr lang="en-US" sz="1900" dirty="0">
              <a:solidFill>
                <a:srgbClr val="FF0000"/>
              </a:solidFill>
            </a:rPr>
            <a:t>There are 3 classes of DNS servers</a:t>
          </a:r>
        </a:p>
      </dgm:t>
    </dgm:pt>
    <dgm:pt modelId="{265D0C10-E43C-40EA-88F7-C05E92279024}" type="parTrans" cxnId="{9E6DF364-B5BE-4AFC-BC58-ECA75F2A9CDB}">
      <dgm:prSet/>
      <dgm:spPr/>
      <dgm:t>
        <a:bodyPr/>
        <a:lstStyle/>
        <a:p>
          <a:endParaRPr lang="en-US"/>
        </a:p>
      </dgm:t>
    </dgm:pt>
    <dgm:pt modelId="{91BF7BC1-A787-433C-B9CC-67CF6E54FADD}" type="sibTrans" cxnId="{9E6DF364-B5BE-4AFC-BC58-ECA75F2A9CDB}">
      <dgm:prSet/>
      <dgm:spPr/>
      <dgm:t>
        <a:bodyPr/>
        <a:lstStyle/>
        <a:p>
          <a:endParaRPr lang="en-US"/>
        </a:p>
      </dgm:t>
    </dgm:pt>
    <dgm:pt modelId="{3DE15E69-2709-4174-8B4F-CC829B819E6E}">
      <dgm:prSet custT="1"/>
      <dgm:spPr/>
      <dgm:t>
        <a:bodyPr/>
        <a:lstStyle/>
        <a:p>
          <a:pPr rtl="0"/>
          <a:r>
            <a:rPr lang="en-US" sz="2000" b="0" dirty="0">
              <a:solidFill>
                <a:srgbClr val="0000FF"/>
              </a:solidFill>
            </a:rPr>
            <a:t>Root DNS Server</a:t>
          </a:r>
        </a:p>
      </dgm:t>
    </dgm:pt>
    <dgm:pt modelId="{30EE72C0-83FD-42AB-921B-952779E988F2}" type="parTrans" cxnId="{5A1B0DDA-4D5B-4A01-8217-04619AD89E86}">
      <dgm:prSet/>
      <dgm:spPr/>
      <dgm:t>
        <a:bodyPr/>
        <a:lstStyle/>
        <a:p>
          <a:endParaRPr lang="en-US"/>
        </a:p>
      </dgm:t>
    </dgm:pt>
    <dgm:pt modelId="{0E8BCFB9-D4B0-41F3-A46C-D291465F049B}" type="sibTrans" cxnId="{5A1B0DDA-4D5B-4A01-8217-04619AD89E86}">
      <dgm:prSet/>
      <dgm:spPr/>
      <dgm:t>
        <a:bodyPr/>
        <a:lstStyle/>
        <a:p>
          <a:endParaRPr lang="en-US"/>
        </a:p>
      </dgm:t>
    </dgm:pt>
    <dgm:pt modelId="{B22BEA9D-A941-49D9-8AD4-F0BDB8D05F46}">
      <dgm:prSet custT="1"/>
      <dgm:spPr/>
      <dgm:t>
        <a:bodyPr/>
        <a:lstStyle/>
        <a:p>
          <a:pPr rtl="0"/>
          <a:r>
            <a:rPr lang="en-US" sz="2000" b="0" dirty="0">
              <a:solidFill>
                <a:srgbClr val="0000FF"/>
              </a:solidFill>
            </a:rPr>
            <a:t>Top-Level Domain(TLD) Server</a:t>
          </a:r>
        </a:p>
      </dgm:t>
    </dgm:pt>
    <dgm:pt modelId="{E037BF28-B8F8-4261-8161-8AC3C6784276}" type="parTrans" cxnId="{E7520ECD-7F4C-4813-84A1-EFAD88A59799}">
      <dgm:prSet/>
      <dgm:spPr/>
      <dgm:t>
        <a:bodyPr/>
        <a:lstStyle/>
        <a:p>
          <a:endParaRPr lang="en-US"/>
        </a:p>
      </dgm:t>
    </dgm:pt>
    <dgm:pt modelId="{FDAF30DE-0016-4F74-8401-D9C9E1FC84B1}" type="sibTrans" cxnId="{E7520ECD-7F4C-4813-84A1-EFAD88A59799}">
      <dgm:prSet/>
      <dgm:spPr/>
      <dgm:t>
        <a:bodyPr/>
        <a:lstStyle/>
        <a:p>
          <a:endParaRPr lang="en-US"/>
        </a:p>
      </dgm:t>
    </dgm:pt>
    <dgm:pt modelId="{6DE1CE17-1DBF-425A-9B22-91E712F09031}">
      <dgm:prSet custT="1"/>
      <dgm:spPr/>
      <dgm:t>
        <a:bodyPr/>
        <a:lstStyle/>
        <a:p>
          <a:pPr rtl="0"/>
          <a:r>
            <a:rPr lang="en-US" sz="2000" b="0" dirty="0">
              <a:solidFill>
                <a:srgbClr val="0000FF"/>
              </a:solidFill>
            </a:rPr>
            <a:t>Authoritative DNS Server</a:t>
          </a:r>
        </a:p>
      </dgm:t>
    </dgm:pt>
    <dgm:pt modelId="{0AB39DD2-6CAF-4CD4-ABCA-7369B0677FF9}" type="parTrans" cxnId="{EC7DE300-B50C-456E-ABCD-F270D436E92A}">
      <dgm:prSet/>
      <dgm:spPr/>
      <dgm:t>
        <a:bodyPr/>
        <a:lstStyle/>
        <a:p>
          <a:endParaRPr lang="en-US"/>
        </a:p>
      </dgm:t>
    </dgm:pt>
    <dgm:pt modelId="{E2CD54F3-0A14-425A-8F8A-CC4644117F1A}" type="sibTrans" cxnId="{EC7DE300-B50C-456E-ABCD-F270D436E92A}">
      <dgm:prSet/>
      <dgm:spPr/>
      <dgm:t>
        <a:bodyPr/>
        <a:lstStyle/>
        <a:p>
          <a:endParaRPr lang="en-US"/>
        </a:p>
      </dgm:t>
    </dgm:pt>
    <dgm:pt modelId="{3F982846-2B04-4875-875E-EF7FD5BA729C}" type="pres">
      <dgm:prSet presAssocID="{7C40BBA4-3A0B-4F12-AD72-529D051BC434}" presName="Name0" presStyleCnt="0">
        <dgm:presLayoutVars>
          <dgm:dir/>
          <dgm:resizeHandles val="exact"/>
        </dgm:presLayoutVars>
      </dgm:prSet>
      <dgm:spPr/>
    </dgm:pt>
    <dgm:pt modelId="{E7241C2C-7531-465F-B1A9-8ECD6E77D0D0}" type="pres">
      <dgm:prSet presAssocID="{0CBCDBB5-B081-4DAA-968E-85AFAC3AC06C}" presName="node" presStyleLbl="node1" presStyleIdx="0" presStyleCnt="2" custScaleX="62030" custScaleY="74330">
        <dgm:presLayoutVars>
          <dgm:bulletEnabled val="1"/>
        </dgm:presLayoutVars>
      </dgm:prSet>
      <dgm:spPr/>
    </dgm:pt>
    <dgm:pt modelId="{CC6C9D72-2069-4AD2-A143-D3EBA5C80D7B}" type="pres">
      <dgm:prSet presAssocID="{3694F772-C48C-480C-ABAD-E0AC33EFEBC3}" presName="sibTrans" presStyleCnt="0"/>
      <dgm:spPr/>
    </dgm:pt>
    <dgm:pt modelId="{2FC8E89A-E0C6-430E-A488-FAEC9920547D}" type="pres">
      <dgm:prSet presAssocID="{6BED8F1C-A45D-4ECA-BFC0-202A17DE0CA1}" presName="node" presStyleLbl="node1" presStyleIdx="1" presStyleCnt="2">
        <dgm:presLayoutVars>
          <dgm:bulletEnabled val="1"/>
        </dgm:presLayoutVars>
      </dgm:prSet>
      <dgm:spPr/>
    </dgm:pt>
  </dgm:ptLst>
  <dgm:cxnLst>
    <dgm:cxn modelId="{EC7DE300-B50C-456E-ABCD-F270D436E92A}" srcId="{6BED8F1C-A45D-4ECA-BFC0-202A17DE0CA1}" destId="{6DE1CE17-1DBF-425A-9B22-91E712F09031}" srcOrd="2" destOrd="0" parTransId="{0AB39DD2-6CAF-4CD4-ABCA-7369B0677FF9}" sibTransId="{E2CD54F3-0A14-425A-8F8A-CC4644117F1A}"/>
    <dgm:cxn modelId="{AA6F975E-E161-42B4-ADFB-42AEBF5F373E}" type="presOf" srcId="{6BED8F1C-A45D-4ECA-BFC0-202A17DE0CA1}" destId="{2FC8E89A-E0C6-430E-A488-FAEC9920547D}" srcOrd="0" destOrd="0" presId="urn:microsoft.com/office/officeart/2005/8/layout/hList6"/>
    <dgm:cxn modelId="{9E6DF364-B5BE-4AFC-BC58-ECA75F2A9CDB}" srcId="{7C40BBA4-3A0B-4F12-AD72-529D051BC434}" destId="{6BED8F1C-A45D-4ECA-BFC0-202A17DE0CA1}" srcOrd="1" destOrd="0" parTransId="{265D0C10-E43C-40EA-88F7-C05E92279024}" sibTransId="{91BF7BC1-A787-433C-B9CC-67CF6E54FADD}"/>
    <dgm:cxn modelId="{9756A246-2FC4-4CF2-BE3E-A2F092FB7833}" type="presOf" srcId="{6DE1CE17-1DBF-425A-9B22-91E712F09031}" destId="{2FC8E89A-E0C6-430E-A488-FAEC9920547D}" srcOrd="0" destOrd="3" presId="urn:microsoft.com/office/officeart/2005/8/layout/hList6"/>
    <dgm:cxn modelId="{69537653-803B-4606-B619-17FEA843D3C5}" type="presOf" srcId="{7C40BBA4-3A0B-4F12-AD72-529D051BC434}" destId="{3F982846-2B04-4875-875E-EF7FD5BA729C}" srcOrd="0" destOrd="0" presId="urn:microsoft.com/office/officeart/2005/8/layout/hList6"/>
    <dgm:cxn modelId="{DD746DB3-5B47-4F0E-B021-E9EEDA92AED6}" type="presOf" srcId="{3DE15E69-2709-4174-8B4F-CC829B819E6E}" destId="{2FC8E89A-E0C6-430E-A488-FAEC9920547D}" srcOrd="0" destOrd="1" presId="urn:microsoft.com/office/officeart/2005/8/layout/hList6"/>
    <dgm:cxn modelId="{E7520ECD-7F4C-4813-84A1-EFAD88A59799}" srcId="{6BED8F1C-A45D-4ECA-BFC0-202A17DE0CA1}" destId="{B22BEA9D-A941-49D9-8AD4-F0BDB8D05F46}" srcOrd="1" destOrd="0" parTransId="{E037BF28-B8F8-4261-8161-8AC3C6784276}" sibTransId="{FDAF30DE-0016-4F74-8401-D9C9E1FC84B1}"/>
    <dgm:cxn modelId="{7CA699D3-E2E1-4CB7-B6B5-2086875ABC68}" srcId="{7C40BBA4-3A0B-4F12-AD72-529D051BC434}" destId="{0CBCDBB5-B081-4DAA-968E-85AFAC3AC06C}" srcOrd="0" destOrd="0" parTransId="{FF87A55F-52B3-4F4A-A954-320DC4715CB0}" sibTransId="{3694F772-C48C-480C-ABAD-E0AC33EFEBC3}"/>
    <dgm:cxn modelId="{5A1B0DDA-4D5B-4A01-8217-04619AD89E86}" srcId="{6BED8F1C-A45D-4ECA-BFC0-202A17DE0CA1}" destId="{3DE15E69-2709-4174-8B4F-CC829B819E6E}" srcOrd="0" destOrd="0" parTransId="{30EE72C0-83FD-42AB-921B-952779E988F2}" sibTransId="{0E8BCFB9-D4B0-41F3-A46C-D291465F049B}"/>
    <dgm:cxn modelId="{6EB44DE3-954A-4CCE-8F3F-2DC5BA318590}" type="presOf" srcId="{0CBCDBB5-B081-4DAA-968E-85AFAC3AC06C}" destId="{E7241C2C-7531-465F-B1A9-8ECD6E77D0D0}" srcOrd="0" destOrd="0" presId="urn:microsoft.com/office/officeart/2005/8/layout/hList6"/>
    <dgm:cxn modelId="{C7D2F8F9-EAD1-44E3-A011-83867F33DF89}" type="presOf" srcId="{B22BEA9D-A941-49D9-8AD4-F0BDB8D05F46}" destId="{2FC8E89A-E0C6-430E-A488-FAEC9920547D}" srcOrd="0" destOrd="2" presId="urn:microsoft.com/office/officeart/2005/8/layout/hList6"/>
    <dgm:cxn modelId="{71BFF30C-07B1-485E-8AB7-6CA148E9A5CE}" type="presParOf" srcId="{3F982846-2B04-4875-875E-EF7FD5BA729C}" destId="{E7241C2C-7531-465F-B1A9-8ECD6E77D0D0}" srcOrd="0" destOrd="0" presId="urn:microsoft.com/office/officeart/2005/8/layout/hList6"/>
    <dgm:cxn modelId="{1330AA63-5ABD-47F0-9A5B-D521E0820820}" type="presParOf" srcId="{3F982846-2B04-4875-875E-EF7FD5BA729C}" destId="{CC6C9D72-2069-4AD2-A143-D3EBA5C80D7B}" srcOrd="1" destOrd="0" presId="urn:microsoft.com/office/officeart/2005/8/layout/hList6"/>
    <dgm:cxn modelId="{589781E7-A79F-4323-B99D-BF2208230284}" type="presParOf" srcId="{3F982846-2B04-4875-875E-EF7FD5BA729C}" destId="{2FC8E89A-E0C6-430E-A488-FAEC9920547D}" srcOrd="2"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E2CDF31-3AD8-49C9-86AE-1201F4EE7211}" type="doc">
      <dgm:prSet loTypeId="urn:microsoft.com/office/officeart/2005/8/layout/vList5" loCatId="list" qsTypeId="urn:microsoft.com/office/officeart/2005/8/quickstyle/simple3" qsCatId="simple" csTypeId="urn:microsoft.com/office/officeart/2005/8/colors/colorful5" csCatId="colorful" phldr="1"/>
      <dgm:spPr/>
      <dgm:t>
        <a:bodyPr/>
        <a:lstStyle/>
        <a:p>
          <a:endParaRPr lang="en-US"/>
        </a:p>
      </dgm:t>
    </dgm:pt>
    <dgm:pt modelId="{A1449BE3-3535-4225-96FA-E36F46E7ECBA}">
      <dgm:prSet phldrT="[Text]"/>
      <dgm:spPr/>
      <dgm:t>
        <a:bodyPr/>
        <a:lstStyle/>
        <a:p>
          <a:r>
            <a:rPr lang="en-US" b="1" dirty="0"/>
            <a:t>Root DNS Server</a:t>
          </a:r>
        </a:p>
      </dgm:t>
    </dgm:pt>
    <dgm:pt modelId="{8FFB1C21-D849-44B0-AA2C-952465E28EE8}" type="parTrans" cxnId="{5F7CCB7A-C434-4D33-9AC6-ECCF6EF8D0F8}">
      <dgm:prSet/>
      <dgm:spPr/>
      <dgm:t>
        <a:bodyPr/>
        <a:lstStyle/>
        <a:p>
          <a:endParaRPr lang="en-US"/>
        </a:p>
      </dgm:t>
    </dgm:pt>
    <dgm:pt modelId="{C0864255-620F-461E-A3BC-6CAC35F9662A}" type="sibTrans" cxnId="{5F7CCB7A-C434-4D33-9AC6-ECCF6EF8D0F8}">
      <dgm:prSet/>
      <dgm:spPr/>
      <dgm:t>
        <a:bodyPr/>
        <a:lstStyle/>
        <a:p>
          <a:endParaRPr lang="en-US"/>
        </a:p>
      </dgm:t>
    </dgm:pt>
    <dgm:pt modelId="{55995063-6971-44A4-AD78-13641C94B15F}">
      <dgm:prSet phldrT="[Text]"/>
      <dgm:spPr/>
      <dgm:t>
        <a:bodyPr/>
        <a:lstStyle/>
        <a:p>
          <a:r>
            <a:rPr lang="en-US" dirty="0"/>
            <a:t>13 root DNS server </a:t>
          </a:r>
        </a:p>
      </dgm:t>
    </dgm:pt>
    <dgm:pt modelId="{72B6CDD5-FD36-43BB-AA89-B9296B3AD506}" type="parTrans" cxnId="{E334C4AB-1AD8-44B6-891A-F2A4B4E5E64B}">
      <dgm:prSet/>
      <dgm:spPr/>
      <dgm:t>
        <a:bodyPr/>
        <a:lstStyle/>
        <a:p>
          <a:endParaRPr lang="en-US"/>
        </a:p>
      </dgm:t>
    </dgm:pt>
    <dgm:pt modelId="{5AE4C8BE-E02A-455C-84A8-D50A94E947EA}" type="sibTrans" cxnId="{E334C4AB-1AD8-44B6-891A-F2A4B4E5E64B}">
      <dgm:prSet/>
      <dgm:spPr/>
      <dgm:t>
        <a:bodyPr/>
        <a:lstStyle/>
        <a:p>
          <a:endParaRPr lang="en-US"/>
        </a:p>
      </dgm:t>
    </dgm:pt>
    <dgm:pt modelId="{FDAB298C-FC05-444A-8ACF-F93351DEB184}">
      <dgm:prSet phldrT="[Text]"/>
      <dgm:spPr/>
      <dgm:t>
        <a:bodyPr/>
        <a:lstStyle/>
        <a:p>
          <a:r>
            <a:rPr lang="en-US" b="1" dirty="0"/>
            <a:t>Top-Level Domain(TLD) Servers</a:t>
          </a:r>
        </a:p>
      </dgm:t>
    </dgm:pt>
    <dgm:pt modelId="{04D6F98B-24ED-4B98-85E9-BBC3CA804A0A}" type="parTrans" cxnId="{DF7F11F9-4C63-45AE-A645-3D3F7C67B3E3}">
      <dgm:prSet/>
      <dgm:spPr/>
      <dgm:t>
        <a:bodyPr/>
        <a:lstStyle/>
        <a:p>
          <a:endParaRPr lang="en-US"/>
        </a:p>
      </dgm:t>
    </dgm:pt>
    <dgm:pt modelId="{C774AA06-6932-4C8B-BEA5-DCC24732110D}" type="sibTrans" cxnId="{DF7F11F9-4C63-45AE-A645-3D3F7C67B3E3}">
      <dgm:prSet/>
      <dgm:spPr/>
      <dgm:t>
        <a:bodyPr/>
        <a:lstStyle/>
        <a:p>
          <a:endParaRPr lang="en-US"/>
        </a:p>
      </dgm:t>
    </dgm:pt>
    <dgm:pt modelId="{313F4E6C-5960-4E03-86D4-D34169DAA708}">
      <dgm:prSet phldrT="[Text]"/>
      <dgm:spPr/>
      <dgm:t>
        <a:bodyPr/>
        <a:lstStyle/>
        <a:p>
          <a:r>
            <a:rPr lang="en-US" dirty="0"/>
            <a:t>Responsible for top level domains</a:t>
          </a:r>
        </a:p>
      </dgm:t>
    </dgm:pt>
    <dgm:pt modelId="{4C94541B-8318-4FDE-83E2-1EE7012AEAB2}" type="parTrans" cxnId="{8D7C0DF7-1B29-4BCE-B013-6CE9F6980936}">
      <dgm:prSet/>
      <dgm:spPr/>
      <dgm:t>
        <a:bodyPr/>
        <a:lstStyle/>
        <a:p>
          <a:endParaRPr lang="en-US"/>
        </a:p>
      </dgm:t>
    </dgm:pt>
    <dgm:pt modelId="{74D9136D-57CC-4E31-9DDB-3EDB9D356C22}" type="sibTrans" cxnId="{8D7C0DF7-1B29-4BCE-B013-6CE9F6980936}">
      <dgm:prSet/>
      <dgm:spPr/>
      <dgm:t>
        <a:bodyPr/>
        <a:lstStyle/>
        <a:p>
          <a:endParaRPr lang="en-US"/>
        </a:p>
      </dgm:t>
    </dgm:pt>
    <dgm:pt modelId="{CBFD4037-DFE9-453D-85C0-3B627E028BF7}">
      <dgm:prSet phldrT="[Text]"/>
      <dgm:spPr/>
      <dgm:t>
        <a:bodyPr/>
        <a:lstStyle/>
        <a:p>
          <a:r>
            <a:rPr lang="en-US" dirty="0"/>
            <a:t>Ex. </a:t>
          </a:r>
          <a:r>
            <a:rPr lang="en-US" dirty="0" err="1"/>
            <a:t>Com,org,edu,gov</a:t>
          </a:r>
          <a:r>
            <a:rPr lang="en-US" dirty="0"/>
            <a:t> and all country domains</a:t>
          </a:r>
        </a:p>
      </dgm:t>
    </dgm:pt>
    <dgm:pt modelId="{BFEAD6B7-EB5E-48D8-A7E8-488D8227922A}" type="parTrans" cxnId="{570FD70C-77E3-4585-9FAC-047F4D40BFE7}">
      <dgm:prSet/>
      <dgm:spPr/>
      <dgm:t>
        <a:bodyPr/>
        <a:lstStyle/>
        <a:p>
          <a:endParaRPr lang="en-US"/>
        </a:p>
      </dgm:t>
    </dgm:pt>
    <dgm:pt modelId="{2113AE49-03FB-4085-9F8E-45DBC57B24A0}" type="sibTrans" cxnId="{570FD70C-77E3-4585-9FAC-047F4D40BFE7}">
      <dgm:prSet/>
      <dgm:spPr/>
      <dgm:t>
        <a:bodyPr/>
        <a:lstStyle/>
        <a:p>
          <a:endParaRPr lang="en-US"/>
        </a:p>
      </dgm:t>
    </dgm:pt>
    <dgm:pt modelId="{98955F85-FED8-45B9-BE85-C40E12165D3F}">
      <dgm:prSet phldrT="[Text]"/>
      <dgm:spPr/>
      <dgm:t>
        <a:bodyPr/>
        <a:lstStyle/>
        <a:p>
          <a:r>
            <a:rPr lang="en-US" b="1" dirty="0"/>
            <a:t>Authoritative DNS Servers</a:t>
          </a:r>
        </a:p>
      </dgm:t>
    </dgm:pt>
    <dgm:pt modelId="{CDD64BCA-51EA-4D9F-9E2C-720D819FB226}" type="parTrans" cxnId="{D800A1A8-CEC5-4009-9AE9-99206C799BD6}">
      <dgm:prSet/>
      <dgm:spPr/>
      <dgm:t>
        <a:bodyPr/>
        <a:lstStyle/>
        <a:p>
          <a:endParaRPr lang="en-US"/>
        </a:p>
      </dgm:t>
    </dgm:pt>
    <dgm:pt modelId="{3CC5E9EC-305D-4F6E-9619-EFBD1DEC4020}" type="sibTrans" cxnId="{D800A1A8-CEC5-4009-9AE9-99206C799BD6}">
      <dgm:prSet/>
      <dgm:spPr/>
      <dgm:t>
        <a:bodyPr/>
        <a:lstStyle/>
        <a:p>
          <a:endParaRPr lang="en-US"/>
        </a:p>
      </dgm:t>
    </dgm:pt>
    <dgm:pt modelId="{B0B189BA-55E1-4474-986A-5065F92E6766}">
      <dgm:prSet phldrT="[Text]" custT="1"/>
      <dgm:spPr/>
      <dgm:t>
        <a:bodyPr/>
        <a:lstStyle/>
        <a:p>
          <a:r>
            <a:rPr lang="en-US" sz="1900" dirty="0"/>
            <a:t>Contains DNS record for every publically accessible organization on Internet</a:t>
          </a:r>
        </a:p>
      </dgm:t>
    </dgm:pt>
    <dgm:pt modelId="{07D4182B-14F6-419A-B06A-A7CCECEAA7AC}" type="parTrans" cxnId="{A1E449F5-D3D7-40A7-AE4B-9ED3181F5FE5}">
      <dgm:prSet/>
      <dgm:spPr/>
      <dgm:t>
        <a:bodyPr/>
        <a:lstStyle/>
        <a:p>
          <a:endParaRPr lang="en-US"/>
        </a:p>
      </dgm:t>
    </dgm:pt>
    <dgm:pt modelId="{930E8A1B-DBDB-49B6-8520-90DD8F53176F}" type="sibTrans" cxnId="{A1E449F5-D3D7-40A7-AE4B-9ED3181F5FE5}">
      <dgm:prSet/>
      <dgm:spPr/>
      <dgm:t>
        <a:bodyPr/>
        <a:lstStyle/>
        <a:p>
          <a:endParaRPr lang="en-US"/>
        </a:p>
      </dgm:t>
    </dgm:pt>
    <dgm:pt modelId="{8A26B562-F161-4297-A705-07B923B636CE}">
      <dgm:prSet phldrT="[Text]" custT="1"/>
      <dgm:spPr/>
      <dgm:t>
        <a:bodyPr/>
        <a:lstStyle/>
        <a:p>
          <a:r>
            <a:rPr lang="en-US" sz="1900" dirty="0"/>
            <a:t>DNS record maps names to IP address</a:t>
          </a:r>
        </a:p>
      </dgm:t>
    </dgm:pt>
    <dgm:pt modelId="{27C34F71-0CD5-4843-9117-883B031015C0}" type="parTrans" cxnId="{2E4096F5-412C-4F69-A37F-28624325B477}">
      <dgm:prSet/>
      <dgm:spPr/>
      <dgm:t>
        <a:bodyPr/>
        <a:lstStyle/>
        <a:p>
          <a:endParaRPr lang="en-US"/>
        </a:p>
      </dgm:t>
    </dgm:pt>
    <dgm:pt modelId="{1EDEAC59-BA43-46BA-BC44-A206ECF59EEC}" type="sibTrans" cxnId="{2E4096F5-412C-4F69-A37F-28624325B477}">
      <dgm:prSet/>
      <dgm:spPr/>
      <dgm:t>
        <a:bodyPr/>
        <a:lstStyle/>
        <a:p>
          <a:endParaRPr lang="en-US"/>
        </a:p>
      </dgm:t>
    </dgm:pt>
    <dgm:pt modelId="{AC9751E3-2821-48A3-ABB3-6555A9F56697}">
      <dgm:prSet phldrT="[Text]"/>
      <dgm:spPr/>
      <dgm:t>
        <a:bodyPr/>
        <a:lstStyle/>
        <a:p>
          <a:r>
            <a:rPr lang="en-US" dirty="0"/>
            <a:t>Labeled A to M</a:t>
          </a:r>
        </a:p>
      </dgm:t>
    </dgm:pt>
    <dgm:pt modelId="{D81A415B-A69D-40ED-832F-87425C2FA6C0}" type="parTrans" cxnId="{963D1191-5F6A-4E55-ACA9-8299A74F802E}">
      <dgm:prSet/>
      <dgm:spPr/>
      <dgm:t>
        <a:bodyPr/>
        <a:lstStyle/>
        <a:p>
          <a:endParaRPr lang="en-US"/>
        </a:p>
      </dgm:t>
    </dgm:pt>
    <dgm:pt modelId="{CC459D19-3723-4E99-AEB1-667B6037A2C5}" type="sibTrans" cxnId="{963D1191-5F6A-4E55-ACA9-8299A74F802E}">
      <dgm:prSet/>
      <dgm:spPr/>
      <dgm:t>
        <a:bodyPr/>
        <a:lstStyle/>
        <a:p>
          <a:endParaRPr lang="en-US"/>
        </a:p>
      </dgm:t>
    </dgm:pt>
    <dgm:pt modelId="{3840F6F0-55EF-4E00-8108-22D1523FA386}" type="pres">
      <dgm:prSet presAssocID="{CE2CDF31-3AD8-49C9-86AE-1201F4EE7211}" presName="Name0" presStyleCnt="0">
        <dgm:presLayoutVars>
          <dgm:dir/>
          <dgm:animLvl val="lvl"/>
          <dgm:resizeHandles val="exact"/>
        </dgm:presLayoutVars>
      </dgm:prSet>
      <dgm:spPr/>
    </dgm:pt>
    <dgm:pt modelId="{1098A2D5-0A93-408B-8F0A-40A163786278}" type="pres">
      <dgm:prSet presAssocID="{A1449BE3-3535-4225-96FA-E36F46E7ECBA}" presName="linNode" presStyleCnt="0"/>
      <dgm:spPr/>
    </dgm:pt>
    <dgm:pt modelId="{812BE489-4D70-4F59-96A2-618C682B86AC}" type="pres">
      <dgm:prSet presAssocID="{A1449BE3-3535-4225-96FA-E36F46E7ECBA}" presName="parentText" presStyleLbl="node1" presStyleIdx="0" presStyleCnt="3" custScaleX="108852">
        <dgm:presLayoutVars>
          <dgm:chMax val="1"/>
          <dgm:bulletEnabled val="1"/>
        </dgm:presLayoutVars>
      </dgm:prSet>
      <dgm:spPr/>
    </dgm:pt>
    <dgm:pt modelId="{767C3D82-B78B-44BE-B0F9-A86A94942957}" type="pres">
      <dgm:prSet presAssocID="{A1449BE3-3535-4225-96FA-E36F46E7ECBA}" presName="descendantText" presStyleLbl="alignAccFollowNode1" presStyleIdx="0" presStyleCnt="3">
        <dgm:presLayoutVars>
          <dgm:bulletEnabled val="1"/>
        </dgm:presLayoutVars>
      </dgm:prSet>
      <dgm:spPr/>
    </dgm:pt>
    <dgm:pt modelId="{FA39B006-302B-46C8-9410-ACBB63B7DF06}" type="pres">
      <dgm:prSet presAssocID="{C0864255-620F-461E-A3BC-6CAC35F9662A}" presName="sp" presStyleCnt="0"/>
      <dgm:spPr/>
    </dgm:pt>
    <dgm:pt modelId="{AAB829C7-4812-44B5-AA0C-D20323531530}" type="pres">
      <dgm:prSet presAssocID="{FDAB298C-FC05-444A-8ACF-F93351DEB184}" presName="linNode" presStyleCnt="0"/>
      <dgm:spPr/>
    </dgm:pt>
    <dgm:pt modelId="{CE72CD9F-AA32-4AA3-9124-676EE90E9484}" type="pres">
      <dgm:prSet presAssocID="{FDAB298C-FC05-444A-8ACF-F93351DEB184}" presName="parentText" presStyleLbl="node1" presStyleIdx="1" presStyleCnt="3" custScaleX="105403">
        <dgm:presLayoutVars>
          <dgm:chMax val="1"/>
          <dgm:bulletEnabled val="1"/>
        </dgm:presLayoutVars>
      </dgm:prSet>
      <dgm:spPr/>
    </dgm:pt>
    <dgm:pt modelId="{90E4451C-426E-4558-A8AB-AADAC9C04090}" type="pres">
      <dgm:prSet presAssocID="{FDAB298C-FC05-444A-8ACF-F93351DEB184}" presName="descendantText" presStyleLbl="alignAccFollowNode1" presStyleIdx="1" presStyleCnt="3" custScaleX="104710">
        <dgm:presLayoutVars>
          <dgm:bulletEnabled val="1"/>
        </dgm:presLayoutVars>
      </dgm:prSet>
      <dgm:spPr/>
    </dgm:pt>
    <dgm:pt modelId="{BA158DF0-86B8-4496-8273-4B8C717F150C}" type="pres">
      <dgm:prSet presAssocID="{C774AA06-6932-4C8B-BEA5-DCC24732110D}" presName="sp" presStyleCnt="0"/>
      <dgm:spPr/>
    </dgm:pt>
    <dgm:pt modelId="{5A8C0CCB-0289-4DDC-88F5-1A7640C37BCB}" type="pres">
      <dgm:prSet presAssocID="{98955F85-FED8-45B9-BE85-C40E12165D3F}" presName="linNode" presStyleCnt="0"/>
      <dgm:spPr/>
    </dgm:pt>
    <dgm:pt modelId="{0DF7AB12-F96B-457D-86FE-94CA80829171}" type="pres">
      <dgm:prSet presAssocID="{98955F85-FED8-45B9-BE85-C40E12165D3F}" presName="parentText" presStyleLbl="node1" presStyleIdx="2" presStyleCnt="3">
        <dgm:presLayoutVars>
          <dgm:chMax val="1"/>
          <dgm:bulletEnabled val="1"/>
        </dgm:presLayoutVars>
      </dgm:prSet>
      <dgm:spPr/>
    </dgm:pt>
    <dgm:pt modelId="{3DA9944B-459B-4869-B1DC-EEEF0B136D66}" type="pres">
      <dgm:prSet presAssocID="{98955F85-FED8-45B9-BE85-C40E12165D3F}" presName="descendantText" presStyleLbl="alignAccFollowNode1" presStyleIdx="2" presStyleCnt="3" custScaleY="118635">
        <dgm:presLayoutVars>
          <dgm:bulletEnabled val="1"/>
        </dgm:presLayoutVars>
      </dgm:prSet>
      <dgm:spPr/>
    </dgm:pt>
  </dgm:ptLst>
  <dgm:cxnLst>
    <dgm:cxn modelId="{8AA32805-B94C-4227-8D72-8D51DA89A608}" type="presOf" srcId="{AC9751E3-2821-48A3-ABB3-6555A9F56697}" destId="{767C3D82-B78B-44BE-B0F9-A86A94942957}" srcOrd="0" destOrd="1" presId="urn:microsoft.com/office/officeart/2005/8/layout/vList5"/>
    <dgm:cxn modelId="{570FD70C-77E3-4585-9FAC-047F4D40BFE7}" srcId="{FDAB298C-FC05-444A-8ACF-F93351DEB184}" destId="{CBFD4037-DFE9-453D-85C0-3B627E028BF7}" srcOrd="1" destOrd="0" parTransId="{BFEAD6B7-EB5E-48D8-A7E8-488D8227922A}" sibTransId="{2113AE49-03FB-4085-9F8E-45DBC57B24A0}"/>
    <dgm:cxn modelId="{012BD02F-19A5-4266-B5A8-AEE5228C499F}" type="presOf" srcId="{A1449BE3-3535-4225-96FA-E36F46E7ECBA}" destId="{812BE489-4D70-4F59-96A2-618C682B86AC}" srcOrd="0" destOrd="0" presId="urn:microsoft.com/office/officeart/2005/8/layout/vList5"/>
    <dgm:cxn modelId="{63AA3464-32D6-4973-93C1-26A457E8C421}" type="presOf" srcId="{CE2CDF31-3AD8-49C9-86AE-1201F4EE7211}" destId="{3840F6F0-55EF-4E00-8108-22D1523FA386}" srcOrd="0" destOrd="0" presId="urn:microsoft.com/office/officeart/2005/8/layout/vList5"/>
    <dgm:cxn modelId="{8B07B652-4441-4309-AADB-6BD3BF830E26}" type="presOf" srcId="{FDAB298C-FC05-444A-8ACF-F93351DEB184}" destId="{CE72CD9F-AA32-4AA3-9124-676EE90E9484}" srcOrd="0" destOrd="0" presId="urn:microsoft.com/office/officeart/2005/8/layout/vList5"/>
    <dgm:cxn modelId="{8207AF7A-4BAB-4ACA-B8C0-6F9B93888F6B}" type="presOf" srcId="{55995063-6971-44A4-AD78-13641C94B15F}" destId="{767C3D82-B78B-44BE-B0F9-A86A94942957}" srcOrd="0" destOrd="0" presId="urn:microsoft.com/office/officeart/2005/8/layout/vList5"/>
    <dgm:cxn modelId="{5F7CCB7A-C434-4D33-9AC6-ECCF6EF8D0F8}" srcId="{CE2CDF31-3AD8-49C9-86AE-1201F4EE7211}" destId="{A1449BE3-3535-4225-96FA-E36F46E7ECBA}" srcOrd="0" destOrd="0" parTransId="{8FFB1C21-D849-44B0-AA2C-952465E28EE8}" sibTransId="{C0864255-620F-461E-A3BC-6CAC35F9662A}"/>
    <dgm:cxn modelId="{AB327682-0B74-442D-8AF1-9CE51C6C77B6}" type="presOf" srcId="{8A26B562-F161-4297-A705-07B923B636CE}" destId="{3DA9944B-459B-4869-B1DC-EEEF0B136D66}" srcOrd="0" destOrd="1" presId="urn:microsoft.com/office/officeart/2005/8/layout/vList5"/>
    <dgm:cxn modelId="{D74AD688-B64A-475A-9BBE-848A7852E994}" type="presOf" srcId="{CBFD4037-DFE9-453D-85C0-3B627E028BF7}" destId="{90E4451C-426E-4558-A8AB-AADAC9C04090}" srcOrd="0" destOrd="1" presId="urn:microsoft.com/office/officeart/2005/8/layout/vList5"/>
    <dgm:cxn modelId="{963D1191-5F6A-4E55-ACA9-8299A74F802E}" srcId="{A1449BE3-3535-4225-96FA-E36F46E7ECBA}" destId="{AC9751E3-2821-48A3-ABB3-6555A9F56697}" srcOrd="1" destOrd="0" parTransId="{D81A415B-A69D-40ED-832F-87425C2FA6C0}" sibTransId="{CC459D19-3723-4E99-AEB1-667B6037A2C5}"/>
    <dgm:cxn modelId="{4E7C6BA1-88DF-46F6-80AC-C362142D7EE2}" type="presOf" srcId="{98955F85-FED8-45B9-BE85-C40E12165D3F}" destId="{0DF7AB12-F96B-457D-86FE-94CA80829171}" srcOrd="0" destOrd="0" presId="urn:microsoft.com/office/officeart/2005/8/layout/vList5"/>
    <dgm:cxn modelId="{7939BAA1-707F-4BE4-862E-FF9306EC834D}" type="presOf" srcId="{B0B189BA-55E1-4474-986A-5065F92E6766}" destId="{3DA9944B-459B-4869-B1DC-EEEF0B136D66}" srcOrd="0" destOrd="0" presId="urn:microsoft.com/office/officeart/2005/8/layout/vList5"/>
    <dgm:cxn modelId="{D800A1A8-CEC5-4009-9AE9-99206C799BD6}" srcId="{CE2CDF31-3AD8-49C9-86AE-1201F4EE7211}" destId="{98955F85-FED8-45B9-BE85-C40E12165D3F}" srcOrd="2" destOrd="0" parTransId="{CDD64BCA-51EA-4D9F-9E2C-720D819FB226}" sibTransId="{3CC5E9EC-305D-4F6E-9619-EFBD1DEC4020}"/>
    <dgm:cxn modelId="{E334C4AB-1AD8-44B6-891A-F2A4B4E5E64B}" srcId="{A1449BE3-3535-4225-96FA-E36F46E7ECBA}" destId="{55995063-6971-44A4-AD78-13641C94B15F}" srcOrd="0" destOrd="0" parTransId="{72B6CDD5-FD36-43BB-AA89-B9296B3AD506}" sibTransId="{5AE4C8BE-E02A-455C-84A8-D50A94E947EA}"/>
    <dgm:cxn modelId="{98B938C1-A386-432B-ABED-A5E479AF0DF7}" type="presOf" srcId="{313F4E6C-5960-4E03-86D4-D34169DAA708}" destId="{90E4451C-426E-4558-A8AB-AADAC9C04090}" srcOrd="0" destOrd="0" presId="urn:microsoft.com/office/officeart/2005/8/layout/vList5"/>
    <dgm:cxn modelId="{A1E449F5-D3D7-40A7-AE4B-9ED3181F5FE5}" srcId="{98955F85-FED8-45B9-BE85-C40E12165D3F}" destId="{B0B189BA-55E1-4474-986A-5065F92E6766}" srcOrd="0" destOrd="0" parTransId="{07D4182B-14F6-419A-B06A-A7CCECEAA7AC}" sibTransId="{930E8A1B-DBDB-49B6-8520-90DD8F53176F}"/>
    <dgm:cxn modelId="{2E4096F5-412C-4F69-A37F-28624325B477}" srcId="{98955F85-FED8-45B9-BE85-C40E12165D3F}" destId="{8A26B562-F161-4297-A705-07B923B636CE}" srcOrd="1" destOrd="0" parTransId="{27C34F71-0CD5-4843-9117-883B031015C0}" sibTransId="{1EDEAC59-BA43-46BA-BC44-A206ECF59EEC}"/>
    <dgm:cxn modelId="{8D7C0DF7-1B29-4BCE-B013-6CE9F6980936}" srcId="{FDAB298C-FC05-444A-8ACF-F93351DEB184}" destId="{313F4E6C-5960-4E03-86D4-D34169DAA708}" srcOrd="0" destOrd="0" parTransId="{4C94541B-8318-4FDE-83E2-1EE7012AEAB2}" sibTransId="{74D9136D-57CC-4E31-9DDB-3EDB9D356C22}"/>
    <dgm:cxn modelId="{DF7F11F9-4C63-45AE-A645-3D3F7C67B3E3}" srcId="{CE2CDF31-3AD8-49C9-86AE-1201F4EE7211}" destId="{FDAB298C-FC05-444A-8ACF-F93351DEB184}" srcOrd="1" destOrd="0" parTransId="{04D6F98B-24ED-4B98-85E9-BBC3CA804A0A}" sibTransId="{C774AA06-6932-4C8B-BEA5-DCC24732110D}"/>
    <dgm:cxn modelId="{12D48A22-BC72-4C8B-AC78-AAD50D95981B}" type="presParOf" srcId="{3840F6F0-55EF-4E00-8108-22D1523FA386}" destId="{1098A2D5-0A93-408B-8F0A-40A163786278}" srcOrd="0" destOrd="0" presId="urn:microsoft.com/office/officeart/2005/8/layout/vList5"/>
    <dgm:cxn modelId="{572CC1B8-18E8-4673-B7A7-2963FF9A2047}" type="presParOf" srcId="{1098A2D5-0A93-408B-8F0A-40A163786278}" destId="{812BE489-4D70-4F59-96A2-618C682B86AC}" srcOrd="0" destOrd="0" presId="urn:microsoft.com/office/officeart/2005/8/layout/vList5"/>
    <dgm:cxn modelId="{FA8B0E87-87E1-475D-B880-0854924E2F00}" type="presParOf" srcId="{1098A2D5-0A93-408B-8F0A-40A163786278}" destId="{767C3D82-B78B-44BE-B0F9-A86A94942957}" srcOrd="1" destOrd="0" presId="urn:microsoft.com/office/officeart/2005/8/layout/vList5"/>
    <dgm:cxn modelId="{B071A28E-1F8C-419C-8ED7-2F49D9C2EBAB}" type="presParOf" srcId="{3840F6F0-55EF-4E00-8108-22D1523FA386}" destId="{FA39B006-302B-46C8-9410-ACBB63B7DF06}" srcOrd="1" destOrd="0" presId="urn:microsoft.com/office/officeart/2005/8/layout/vList5"/>
    <dgm:cxn modelId="{07AFEBC8-72FD-49E9-B87E-334F1B54D16A}" type="presParOf" srcId="{3840F6F0-55EF-4E00-8108-22D1523FA386}" destId="{AAB829C7-4812-44B5-AA0C-D20323531530}" srcOrd="2" destOrd="0" presId="urn:microsoft.com/office/officeart/2005/8/layout/vList5"/>
    <dgm:cxn modelId="{742C0ED9-E349-4500-BA61-4A2A2BD7C255}" type="presParOf" srcId="{AAB829C7-4812-44B5-AA0C-D20323531530}" destId="{CE72CD9F-AA32-4AA3-9124-676EE90E9484}" srcOrd="0" destOrd="0" presId="urn:microsoft.com/office/officeart/2005/8/layout/vList5"/>
    <dgm:cxn modelId="{69AEEB88-B7D5-474A-BE0B-B66551883028}" type="presParOf" srcId="{AAB829C7-4812-44B5-AA0C-D20323531530}" destId="{90E4451C-426E-4558-A8AB-AADAC9C04090}" srcOrd="1" destOrd="0" presId="urn:microsoft.com/office/officeart/2005/8/layout/vList5"/>
    <dgm:cxn modelId="{49580165-F5C7-4FD8-9D10-493FE3ECBEDA}" type="presParOf" srcId="{3840F6F0-55EF-4E00-8108-22D1523FA386}" destId="{BA158DF0-86B8-4496-8273-4B8C717F150C}" srcOrd="3" destOrd="0" presId="urn:microsoft.com/office/officeart/2005/8/layout/vList5"/>
    <dgm:cxn modelId="{B7FAE9E7-2298-4C35-9645-A31508D2F371}" type="presParOf" srcId="{3840F6F0-55EF-4E00-8108-22D1523FA386}" destId="{5A8C0CCB-0289-4DDC-88F5-1A7640C37BCB}" srcOrd="4" destOrd="0" presId="urn:microsoft.com/office/officeart/2005/8/layout/vList5"/>
    <dgm:cxn modelId="{950765A0-0327-4C75-8237-3A3EC707732E}" type="presParOf" srcId="{5A8C0CCB-0289-4DDC-88F5-1A7640C37BCB}" destId="{0DF7AB12-F96B-457D-86FE-94CA80829171}" srcOrd="0" destOrd="0" presId="urn:microsoft.com/office/officeart/2005/8/layout/vList5"/>
    <dgm:cxn modelId="{CB125245-4ABA-4DCD-A52E-E9044997A96A}" type="presParOf" srcId="{5A8C0CCB-0289-4DDC-88F5-1A7640C37BCB}" destId="{3DA9944B-459B-4869-B1DC-EEEF0B136D6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5F365CE-C4C2-4816-971D-B3428B151378}" type="doc">
      <dgm:prSet loTypeId="urn:microsoft.com/office/officeart/2005/8/layout/hierarchy3" loCatId="hierarchy" qsTypeId="urn:microsoft.com/office/officeart/2005/8/quickstyle/simple1" qsCatId="simple" csTypeId="urn:microsoft.com/office/officeart/2005/8/colors/accent2_1" csCatId="accent2" phldr="1"/>
      <dgm:spPr/>
      <dgm:t>
        <a:bodyPr/>
        <a:lstStyle/>
        <a:p>
          <a:endParaRPr lang="en-US"/>
        </a:p>
      </dgm:t>
    </dgm:pt>
    <dgm:pt modelId="{745DE798-38A5-465F-AD92-D4DC7623BF1E}">
      <dgm:prSet/>
      <dgm:spPr/>
      <dgm:t>
        <a:bodyPr/>
        <a:lstStyle/>
        <a:p>
          <a:pPr rtl="0"/>
          <a:r>
            <a:rPr lang="en-US" dirty="0"/>
            <a:t>Resolving can be done in two ways</a:t>
          </a:r>
        </a:p>
      </dgm:t>
    </dgm:pt>
    <dgm:pt modelId="{BD2C7958-5573-4B05-88A5-CC38E15B2A3E}" type="parTrans" cxnId="{29FB2AAB-702D-4446-A7FA-839A2AA1152A}">
      <dgm:prSet/>
      <dgm:spPr/>
      <dgm:t>
        <a:bodyPr/>
        <a:lstStyle/>
        <a:p>
          <a:endParaRPr lang="en-US"/>
        </a:p>
      </dgm:t>
    </dgm:pt>
    <dgm:pt modelId="{A38A9524-3763-45E6-BB9C-02A1B90CAD71}" type="sibTrans" cxnId="{29FB2AAB-702D-4446-A7FA-839A2AA1152A}">
      <dgm:prSet/>
      <dgm:spPr/>
      <dgm:t>
        <a:bodyPr/>
        <a:lstStyle/>
        <a:p>
          <a:endParaRPr lang="en-US"/>
        </a:p>
      </dgm:t>
    </dgm:pt>
    <dgm:pt modelId="{B4D14C25-A664-4DB6-85CF-145DA81B90E6}">
      <dgm:prSet/>
      <dgm:spPr/>
      <dgm:t>
        <a:bodyPr/>
        <a:lstStyle/>
        <a:p>
          <a:pPr rtl="0"/>
          <a:r>
            <a:rPr lang="en-US" dirty="0"/>
            <a:t>Iterative resolution</a:t>
          </a:r>
        </a:p>
      </dgm:t>
    </dgm:pt>
    <dgm:pt modelId="{145B8FD8-2938-48C4-9DAE-E973A1D0C969}" type="parTrans" cxnId="{42D28CDC-DFCB-4765-837E-A9632CEB99F2}">
      <dgm:prSet/>
      <dgm:spPr/>
      <dgm:t>
        <a:bodyPr/>
        <a:lstStyle/>
        <a:p>
          <a:endParaRPr lang="en-US"/>
        </a:p>
      </dgm:t>
    </dgm:pt>
    <dgm:pt modelId="{61C142B9-C23C-4475-AD1C-D4ED890B52A0}" type="sibTrans" cxnId="{42D28CDC-DFCB-4765-837E-A9632CEB99F2}">
      <dgm:prSet/>
      <dgm:spPr/>
      <dgm:t>
        <a:bodyPr/>
        <a:lstStyle/>
        <a:p>
          <a:endParaRPr lang="en-US"/>
        </a:p>
      </dgm:t>
    </dgm:pt>
    <dgm:pt modelId="{6D56EAFC-402A-4A27-9377-C96D7E9B6FE9}">
      <dgm:prSet/>
      <dgm:spPr/>
      <dgm:t>
        <a:bodyPr/>
        <a:lstStyle/>
        <a:p>
          <a:pPr rtl="0"/>
          <a:r>
            <a:rPr lang="en-US" dirty="0"/>
            <a:t>Recursive resolution</a:t>
          </a:r>
        </a:p>
      </dgm:t>
    </dgm:pt>
    <dgm:pt modelId="{BDB210A6-F134-4A0F-B380-0CD06A84BB6A}" type="parTrans" cxnId="{43974399-1567-4097-B64F-3E428586E850}">
      <dgm:prSet/>
      <dgm:spPr/>
      <dgm:t>
        <a:bodyPr/>
        <a:lstStyle/>
        <a:p>
          <a:endParaRPr lang="en-US"/>
        </a:p>
      </dgm:t>
    </dgm:pt>
    <dgm:pt modelId="{7F60D8AC-6772-45AF-B53E-152ABE99DBC0}" type="sibTrans" cxnId="{43974399-1567-4097-B64F-3E428586E850}">
      <dgm:prSet/>
      <dgm:spPr/>
      <dgm:t>
        <a:bodyPr/>
        <a:lstStyle/>
        <a:p>
          <a:endParaRPr lang="en-US"/>
        </a:p>
      </dgm:t>
    </dgm:pt>
    <dgm:pt modelId="{40BB6F03-4A38-495D-B0D7-2957E0FA4436}" type="pres">
      <dgm:prSet presAssocID="{25F365CE-C4C2-4816-971D-B3428B151378}" presName="diagram" presStyleCnt="0">
        <dgm:presLayoutVars>
          <dgm:chPref val="1"/>
          <dgm:dir/>
          <dgm:animOne val="branch"/>
          <dgm:animLvl val="lvl"/>
          <dgm:resizeHandles/>
        </dgm:presLayoutVars>
      </dgm:prSet>
      <dgm:spPr/>
    </dgm:pt>
    <dgm:pt modelId="{6D22CBB6-74A5-4D7B-81B7-67EB674A7BE3}" type="pres">
      <dgm:prSet presAssocID="{745DE798-38A5-465F-AD92-D4DC7623BF1E}" presName="root" presStyleCnt="0"/>
      <dgm:spPr/>
    </dgm:pt>
    <dgm:pt modelId="{05995D57-DB9B-4442-AA5B-CBED6CBE2804}" type="pres">
      <dgm:prSet presAssocID="{745DE798-38A5-465F-AD92-D4DC7623BF1E}" presName="rootComposite" presStyleCnt="0"/>
      <dgm:spPr/>
    </dgm:pt>
    <dgm:pt modelId="{E224D7A4-907A-4B1B-8256-935EDEAB905A}" type="pres">
      <dgm:prSet presAssocID="{745DE798-38A5-465F-AD92-D4DC7623BF1E}" presName="rootText" presStyleLbl="node1" presStyleIdx="0" presStyleCnt="1" custScaleX="171629"/>
      <dgm:spPr/>
    </dgm:pt>
    <dgm:pt modelId="{B2B30FD3-7642-42D7-826B-3B270BE8F9C0}" type="pres">
      <dgm:prSet presAssocID="{745DE798-38A5-465F-AD92-D4DC7623BF1E}" presName="rootConnector" presStyleLbl="node1" presStyleIdx="0" presStyleCnt="1"/>
      <dgm:spPr/>
    </dgm:pt>
    <dgm:pt modelId="{DDC637B7-2444-4028-9C49-9C792F80F93A}" type="pres">
      <dgm:prSet presAssocID="{745DE798-38A5-465F-AD92-D4DC7623BF1E}" presName="childShape" presStyleCnt="0"/>
      <dgm:spPr/>
    </dgm:pt>
    <dgm:pt modelId="{180F008B-13C4-4213-BF2F-60C3519DDDA9}" type="pres">
      <dgm:prSet presAssocID="{145B8FD8-2938-48C4-9DAE-E973A1D0C969}" presName="Name13" presStyleLbl="parChTrans1D2" presStyleIdx="0" presStyleCnt="2"/>
      <dgm:spPr/>
    </dgm:pt>
    <dgm:pt modelId="{AC3F77A4-5D3B-44B6-A80E-D87ABA195179}" type="pres">
      <dgm:prSet presAssocID="{B4D14C25-A664-4DB6-85CF-145DA81B90E6}" presName="childText" presStyleLbl="bgAcc1" presStyleIdx="0" presStyleCnt="2" custScaleX="171362">
        <dgm:presLayoutVars>
          <dgm:bulletEnabled val="1"/>
        </dgm:presLayoutVars>
      </dgm:prSet>
      <dgm:spPr/>
    </dgm:pt>
    <dgm:pt modelId="{A0983BC8-DE9B-4B5A-B788-CB78EAD4A71F}" type="pres">
      <dgm:prSet presAssocID="{BDB210A6-F134-4A0F-B380-0CD06A84BB6A}" presName="Name13" presStyleLbl="parChTrans1D2" presStyleIdx="1" presStyleCnt="2"/>
      <dgm:spPr/>
    </dgm:pt>
    <dgm:pt modelId="{13F799DA-7D90-4D16-A664-AA2E0B842754}" type="pres">
      <dgm:prSet presAssocID="{6D56EAFC-402A-4A27-9377-C96D7E9B6FE9}" presName="childText" presStyleLbl="bgAcc1" presStyleIdx="1" presStyleCnt="2" custScaleX="168305">
        <dgm:presLayoutVars>
          <dgm:bulletEnabled val="1"/>
        </dgm:presLayoutVars>
      </dgm:prSet>
      <dgm:spPr/>
    </dgm:pt>
  </dgm:ptLst>
  <dgm:cxnLst>
    <dgm:cxn modelId="{0EB66204-13DA-42EC-BBE9-6FCB264E3272}" type="presOf" srcId="{745DE798-38A5-465F-AD92-D4DC7623BF1E}" destId="{B2B30FD3-7642-42D7-826B-3B270BE8F9C0}" srcOrd="1" destOrd="0" presId="urn:microsoft.com/office/officeart/2005/8/layout/hierarchy3"/>
    <dgm:cxn modelId="{92A43E10-196E-408E-B2F5-EF33223B64AE}" type="presOf" srcId="{BDB210A6-F134-4A0F-B380-0CD06A84BB6A}" destId="{A0983BC8-DE9B-4B5A-B788-CB78EAD4A71F}" srcOrd="0" destOrd="0" presId="urn:microsoft.com/office/officeart/2005/8/layout/hierarchy3"/>
    <dgm:cxn modelId="{5D3EB54B-BC16-4BAF-BB4E-3EB75D055441}" type="presOf" srcId="{145B8FD8-2938-48C4-9DAE-E973A1D0C969}" destId="{180F008B-13C4-4213-BF2F-60C3519DDDA9}" srcOrd="0" destOrd="0" presId="urn:microsoft.com/office/officeart/2005/8/layout/hierarchy3"/>
    <dgm:cxn modelId="{7ED76C70-42C7-4F88-80C6-03ACE351AAFB}" type="presOf" srcId="{745DE798-38A5-465F-AD92-D4DC7623BF1E}" destId="{E224D7A4-907A-4B1B-8256-935EDEAB905A}" srcOrd="0" destOrd="0" presId="urn:microsoft.com/office/officeart/2005/8/layout/hierarchy3"/>
    <dgm:cxn modelId="{F9A84259-2498-44AB-8B97-CAAA0B756762}" type="presOf" srcId="{25F365CE-C4C2-4816-971D-B3428B151378}" destId="{40BB6F03-4A38-495D-B0D7-2957E0FA4436}" srcOrd="0" destOrd="0" presId="urn:microsoft.com/office/officeart/2005/8/layout/hierarchy3"/>
    <dgm:cxn modelId="{BBE9477A-D7A8-4353-9FE3-6E1D3423EE5A}" type="presOf" srcId="{B4D14C25-A664-4DB6-85CF-145DA81B90E6}" destId="{AC3F77A4-5D3B-44B6-A80E-D87ABA195179}" srcOrd="0" destOrd="0" presId="urn:microsoft.com/office/officeart/2005/8/layout/hierarchy3"/>
    <dgm:cxn modelId="{43974399-1567-4097-B64F-3E428586E850}" srcId="{745DE798-38A5-465F-AD92-D4DC7623BF1E}" destId="{6D56EAFC-402A-4A27-9377-C96D7E9B6FE9}" srcOrd="1" destOrd="0" parTransId="{BDB210A6-F134-4A0F-B380-0CD06A84BB6A}" sibTransId="{7F60D8AC-6772-45AF-B53E-152ABE99DBC0}"/>
    <dgm:cxn modelId="{29FB2AAB-702D-4446-A7FA-839A2AA1152A}" srcId="{25F365CE-C4C2-4816-971D-B3428B151378}" destId="{745DE798-38A5-465F-AD92-D4DC7623BF1E}" srcOrd="0" destOrd="0" parTransId="{BD2C7958-5573-4B05-88A5-CC38E15B2A3E}" sibTransId="{A38A9524-3763-45E6-BB9C-02A1B90CAD71}"/>
    <dgm:cxn modelId="{9DACAFAE-4243-47B3-897F-C8FD9796D0E5}" type="presOf" srcId="{6D56EAFC-402A-4A27-9377-C96D7E9B6FE9}" destId="{13F799DA-7D90-4D16-A664-AA2E0B842754}" srcOrd="0" destOrd="0" presId="urn:microsoft.com/office/officeart/2005/8/layout/hierarchy3"/>
    <dgm:cxn modelId="{42D28CDC-DFCB-4765-837E-A9632CEB99F2}" srcId="{745DE798-38A5-465F-AD92-D4DC7623BF1E}" destId="{B4D14C25-A664-4DB6-85CF-145DA81B90E6}" srcOrd="0" destOrd="0" parTransId="{145B8FD8-2938-48C4-9DAE-E973A1D0C969}" sibTransId="{61C142B9-C23C-4475-AD1C-D4ED890B52A0}"/>
    <dgm:cxn modelId="{F3293B2D-DDAF-4535-8ACF-7FCF4EE0D7FC}" type="presParOf" srcId="{40BB6F03-4A38-495D-B0D7-2957E0FA4436}" destId="{6D22CBB6-74A5-4D7B-81B7-67EB674A7BE3}" srcOrd="0" destOrd="0" presId="urn:microsoft.com/office/officeart/2005/8/layout/hierarchy3"/>
    <dgm:cxn modelId="{E4FA9D3F-7744-4595-BCA0-AD6F363E02DA}" type="presParOf" srcId="{6D22CBB6-74A5-4D7B-81B7-67EB674A7BE3}" destId="{05995D57-DB9B-4442-AA5B-CBED6CBE2804}" srcOrd="0" destOrd="0" presId="urn:microsoft.com/office/officeart/2005/8/layout/hierarchy3"/>
    <dgm:cxn modelId="{BEE7D611-A111-404C-B3D6-C97292EAB0BB}" type="presParOf" srcId="{05995D57-DB9B-4442-AA5B-CBED6CBE2804}" destId="{E224D7A4-907A-4B1B-8256-935EDEAB905A}" srcOrd="0" destOrd="0" presId="urn:microsoft.com/office/officeart/2005/8/layout/hierarchy3"/>
    <dgm:cxn modelId="{2035C2A7-EF1D-4895-927A-F07391A4A3BB}" type="presParOf" srcId="{05995D57-DB9B-4442-AA5B-CBED6CBE2804}" destId="{B2B30FD3-7642-42D7-826B-3B270BE8F9C0}" srcOrd="1" destOrd="0" presId="urn:microsoft.com/office/officeart/2005/8/layout/hierarchy3"/>
    <dgm:cxn modelId="{113AB0F0-4178-44BA-BF93-1C54050D2762}" type="presParOf" srcId="{6D22CBB6-74A5-4D7B-81B7-67EB674A7BE3}" destId="{DDC637B7-2444-4028-9C49-9C792F80F93A}" srcOrd="1" destOrd="0" presId="urn:microsoft.com/office/officeart/2005/8/layout/hierarchy3"/>
    <dgm:cxn modelId="{24BDF743-0F03-458E-A4B8-5A6BACAFFFC1}" type="presParOf" srcId="{DDC637B7-2444-4028-9C49-9C792F80F93A}" destId="{180F008B-13C4-4213-BF2F-60C3519DDDA9}" srcOrd="0" destOrd="0" presId="urn:microsoft.com/office/officeart/2005/8/layout/hierarchy3"/>
    <dgm:cxn modelId="{09E139D4-1830-4EDF-B666-38D7B03B6823}" type="presParOf" srcId="{DDC637B7-2444-4028-9C49-9C792F80F93A}" destId="{AC3F77A4-5D3B-44B6-A80E-D87ABA195179}" srcOrd="1" destOrd="0" presId="urn:microsoft.com/office/officeart/2005/8/layout/hierarchy3"/>
    <dgm:cxn modelId="{A23B6D99-CE72-4AF6-B760-56E02CC02937}" type="presParOf" srcId="{DDC637B7-2444-4028-9C49-9C792F80F93A}" destId="{A0983BC8-DE9B-4B5A-B788-CB78EAD4A71F}" srcOrd="2" destOrd="0" presId="urn:microsoft.com/office/officeart/2005/8/layout/hierarchy3"/>
    <dgm:cxn modelId="{DADCB7D1-6F78-4459-B95D-D3E54E0E5DC9}" type="presParOf" srcId="{DDC637B7-2444-4028-9C49-9C792F80F93A}" destId="{13F799DA-7D90-4D16-A664-AA2E0B842754}"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458BECC8-FC72-4244-A66D-8549F33594BA}" type="doc">
      <dgm:prSet loTypeId="urn:microsoft.com/office/officeart/2005/8/layout/vList2" loCatId="list" qsTypeId="urn:microsoft.com/office/officeart/2005/8/quickstyle/simple3" qsCatId="simple" csTypeId="urn:microsoft.com/office/officeart/2005/8/colors/accent2_2" csCatId="accent2"/>
      <dgm:spPr/>
      <dgm:t>
        <a:bodyPr/>
        <a:lstStyle/>
        <a:p>
          <a:endParaRPr lang="en-US"/>
        </a:p>
      </dgm:t>
    </dgm:pt>
    <dgm:pt modelId="{D8E0F1AB-A8D2-4C90-B5D7-EB61EEEE51DE}">
      <dgm:prSet/>
      <dgm:spPr/>
      <dgm:t>
        <a:bodyPr/>
        <a:lstStyle/>
        <a:p>
          <a:pPr rtl="0"/>
          <a:r>
            <a:rPr lang="en-US"/>
            <a:t>Domain name</a:t>
          </a:r>
        </a:p>
      </dgm:t>
    </dgm:pt>
    <dgm:pt modelId="{4469F8B3-72FF-43C1-8DBC-07FE51C44207}" type="parTrans" cxnId="{5985D058-9DDB-4F9B-B411-12D162A9B4B7}">
      <dgm:prSet/>
      <dgm:spPr/>
      <dgm:t>
        <a:bodyPr/>
        <a:lstStyle/>
        <a:p>
          <a:endParaRPr lang="en-US"/>
        </a:p>
      </dgm:t>
    </dgm:pt>
    <dgm:pt modelId="{C0172008-E876-4170-BD5F-0621131DC129}" type="sibTrans" cxnId="{5985D058-9DDB-4F9B-B411-12D162A9B4B7}">
      <dgm:prSet/>
      <dgm:spPr/>
      <dgm:t>
        <a:bodyPr/>
        <a:lstStyle/>
        <a:p>
          <a:endParaRPr lang="en-US"/>
        </a:p>
      </dgm:t>
    </dgm:pt>
    <dgm:pt modelId="{E633D0A9-B723-4EFA-B703-67568600056B}">
      <dgm:prSet/>
      <dgm:spPr/>
      <dgm:t>
        <a:bodyPr/>
        <a:lstStyle/>
        <a:p>
          <a:pPr rtl="0"/>
          <a:r>
            <a:rPr lang="en-US"/>
            <a:t>Time to Live</a:t>
          </a:r>
        </a:p>
      </dgm:t>
    </dgm:pt>
    <dgm:pt modelId="{2C42E57B-95A4-4F68-A299-B0FB975ED13E}" type="parTrans" cxnId="{7DE94847-B471-492E-BEEE-13A8D1C4DE95}">
      <dgm:prSet/>
      <dgm:spPr/>
      <dgm:t>
        <a:bodyPr/>
        <a:lstStyle/>
        <a:p>
          <a:endParaRPr lang="en-US"/>
        </a:p>
      </dgm:t>
    </dgm:pt>
    <dgm:pt modelId="{C0535608-485C-4C5E-886A-E728CAC6FB31}" type="sibTrans" cxnId="{7DE94847-B471-492E-BEEE-13A8D1C4DE95}">
      <dgm:prSet/>
      <dgm:spPr/>
      <dgm:t>
        <a:bodyPr/>
        <a:lstStyle/>
        <a:p>
          <a:endParaRPr lang="en-US"/>
        </a:p>
      </dgm:t>
    </dgm:pt>
    <dgm:pt modelId="{91CD0BDF-EDB9-4ECC-93A7-6474CC3CB39E}">
      <dgm:prSet/>
      <dgm:spPr/>
      <dgm:t>
        <a:bodyPr/>
        <a:lstStyle/>
        <a:p>
          <a:pPr rtl="0"/>
          <a:r>
            <a:rPr lang="en-US"/>
            <a:t>Class</a:t>
          </a:r>
        </a:p>
      </dgm:t>
    </dgm:pt>
    <dgm:pt modelId="{6CFC11DA-CAEF-46FA-8248-B05F95D093F0}" type="parTrans" cxnId="{5DD58AA0-CAA4-453C-A266-C406E2C52CDC}">
      <dgm:prSet/>
      <dgm:spPr/>
      <dgm:t>
        <a:bodyPr/>
        <a:lstStyle/>
        <a:p>
          <a:endParaRPr lang="en-US"/>
        </a:p>
      </dgm:t>
    </dgm:pt>
    <dgm:pt modelId="{CBA80156-E929-4673-B932-5FD6062E2091}" type="sibTrans" cxnId="{5DD58AA0-CAA4-453C-A266-C406E2C52CDC}">
      <dgm:prSet/>
      <dgm:spPr/>
      <dgm:t>
        <a:bodyPr/>
        <a:lstStyle/>
        <a:p>
          <a:endParaRPr lang="en-US"/>
        </a:p>
      </dgm:t>
    </dgm:pt>
    <dgm:pt modelId="{C4C4E1F9-8028-4CDF-9456-F6AAE2078A17}">
      <dgm:prSet/>
      <dgm:spPr/>
      <dgm:t>
        <a:bodyPr/>
        <a:lstStyle/>
        <a:p>
          <a:pPr rtl="0"/>
          <a:r>
            <a:rPr lang="en-US"/>
            <a:t>Type</a:t>
          </a:r>
        </a:p>
      </dgm:t>
    </dgm:pt>
    <dgm:pt modelId="{84316824-3FE5-4823-8A77-443B07025FD3}" type="parTrans" cxnId="{11DC6139-841D-42AB-902B-A16AF08AAC0A}">
      <dgm:prSet/>
      <dgm:spPr/>
      <dgm:t>
        <a:bodyPr/>
        <a:lstStyle/>
        <a:p>
          <a:endParaRPr lang="en-US"/>
        </a:p>
      </dgm:t>
    </dgm:pt>
    <dgm:pt modelId="{BA31A3F2-53CC-4A3E-A470-74CF2316CDE0}" type="sibTrans" cxnId="{11DC6139-841D-42AB-902B-A16AF08AAC0A}">
      <dgm:prSet/>
      <dgm:spPr/>
      <dgm:t>
        <a:bodyPr/>
        <a:lstStyle/>
        <a:p>
          <a:endParaRPr lang="en-US"/>
        </a:p>
      </dgm:t>
    </dgm:pt>
    <dgm:pt modelId="{3CE337DD-C128-4136-B98B-9D1249FC7FE9}">
      <dgm:prSet/>
      <dgm:spPr/>
      <dgm:t>
        <a:bodyPr/>
        <a:lstStyle/>
        <a:p>
          <a:pPr rtl="0"/>
          <a:r>
            <a:rPr lang="en-US"/>
            <a:t>Value</a:t>
          </a:r>
        </a:p>
      </dgm:t>
    </dgm:pt>
    <dgm:pt modelId="{9ED95711-7376-42CF-9E4F-34AAE1F2DE33}" type="parTrans" cxnId="{B9A2C1ED-5E46-4F52-A4A7-283FFF528762}">
      <dgm:prSet/>
      <dgm:spPr/>
      <dgm:t>
        <a:bodyPr/>
        <a:lstStyle/>
        <a:p>
          <a:endParaRPr lang="en-US"/>
        </a:p>
      </dgm:t>
    </dgm:pt>
    <dgm:pt modelId="{8B9D301E-9D26-4D78-8830-09BBBE90CE67}" type="sibTrans" cxnId="{B9A2C1ED-5E46-4F52-A4A7-283FFF528762}">
      <dgm:prSet/>
      <dgm:spPr/>
      <dgm:t>
        <a:bodyPr/>
        <a:lstStyle/>
        <a:p>
          <a:endParaRPr lang="en-US"/>
        </a:p>
      </dgm:t>
    </dgm:pt>
    <dgm:pt modelId="{99BD23C0-5A2B-4CF7-94DE-5E05B4B603D9}" type="pres">
      <dgm:prSet presAssocID="{458BECC8-FC72-4244-A66D-8549F33594BA}" presName="linear" presStyleCnt="0">
        <dgm:presLayoutVars>
          <dgm:animLvl val="lvl"/>
          <dgm:resizeHandles val="exact"/>
        </dgm:presLayoutVars>
      </dgm:prSet>
      <dgm:spPr/>
    </dgm:pt>
    <dgm:pt modelId="{FE97BC17-BF68-41F2-9D3D-153B1ABF1704}" type="pres">
      <dgm:prSet presAssocID="{D8E0F1AB-A8D2-4C90-B5D7-EB61EEEE51DE}" presName="parentText" presStyleLbl="node1" presStyleIdx="0" presStyleCnt="5">
        <dgm:presLayoutVars>
          <dgm:chMax val="0"/>
          <dgm:bulletEnabled val="1"/>
        </dgm:presLayoutVars>
      </dgm:prSet>
      <dgm:spPr/>
    </dgm:pt>
    <dgm:pt modelId="{76FE03A1-A384-4E92-8FFA-011D345813F2}" type="pres">
      <dgm:prSet presAssocID="{C0172008-E876-4170-BD5F-0621131DC129}" presName="spacer" presStyleCnt="0"/>
      <dgm:spPr/>
    </dgm:pt>
    <dgm:pt modelId="{1C6F6FDC-45BA-4126-BB0A-A4F4329894C0}" type="pres">
      <dgm:prSet presAssocID="{E633D0A9-B723-4EFA-B703-67568600056B}" presName="parentText" presStyleLbl="node1" presStyleIdx="1" presStyleCnt="5">
        <dgm:presLayoutVars>
          <dgm:chMax val="0"/>
          <dgm:bulletEnabled val="1"/>
        </dgm:presLayoutVars>
      </dgm:prSet>
      <dgm:spPr/>
    </dgm:pt>
    <dgm:pt modelId="{766EF544-A07D-438A-BC80-CED89F83ACE5}" type="pres">
      <dgm:prSet presAssocID="{C0535608-485C-4C5E-886A-E728CAC6FB31}" presName="spacer" presStyleCnt="0"/>
      <dgm:spPr/>
    </dgm:pt>
    <dgm:pt modelId="{B204B8C6-4E94-45C0-835F-9CC1FEE4389D}" type="pres">
      <dgm:prSet presAssocID="{91CD0BDF-EDB9-4ECC-93A7-6474CC3CB39E}" presName="parentText" presStyleLbl="node1" presStyleIdx="2" presStyleCnt="5">
        <dgm:presLayoutVars>
          <dgm:chMax val="0"/>
          <dgm:bulletEnabled val="1"/>
        </dgm:presLayoutVars>
      </dgm:prSet>
      <dgm:spPr/>
    </dgm:pt>
    <dgm:pt modelId="{8227036F-9349-4C3E-8C79-10303284F0FA}" type="pres">
      <dgm:prSet presAssocID="{CBA80156-E929-4673-B932-5FD6062E2091}" presName="spacer" presStyleCnt="0"/>
      <dgm:spPr/>
    </dgm:pt>
    <dgm:pt modelId="{DFFA6F3D-89A6-4935-BDA8-A987F3DCBB53}" type="pres">
      <dgm:prSet presAssocID="{C4C4E1F9-8028-4CDF-9456-F6AAE2078A17}" presName="parentText" presStyleLbl="node1" presStyleIdx="3" presStyleCnt="5">
        <dgm:presLayoutVars>
          <dgm:chMax val="0"/>
          <dgm:bulletEnabled val="1"/>
        </dgm:presLayoutVars>
      </dgm:prSet>
      <dgm:spPr/>
    </dgm:pt>
    <dgm:pt modelId="{063D0387-386A-446C-B9BB-27ADD5A5D3F0}" type="pres">
      <dgm:prSet presAssocID="{BA31A3F2-53CC-4A3E-A470-74CF2316CDE0}" presName="spacer" presStyleCnt="0"/>
      <dgm:spPr/>
    </dgm:pt>
    <dgm:pt modelId="{A06F0E92-DFD4-47DD-92AA-A6C0288CA499}" type="pres">
      <dgm:prSet presAssocID="{3CE337DD-C128-4136-B98B-9D1249FC7FE9}" presName="parentText" presStyleLbl="node1" presStyleIdx="4" presStyleCnt="5">
        <dgm:presLayoutVars>
          <dgm:chMax val="0"/>
          <dgm:bulletEnabled val="1"/>
        </dgm:presLayoutVars>
      </dgm:prSet>
      <dgm:spPr/>
    </dgm:pt>
  </dgm:ptLst>
  <dgm:cxnLst>
    <dgm:cxn modelId="{8973BD23-9DC0-4B9D-BE76-39CFD09ED05B}" type="presOf" srcId="{458BECC8-FC72-4244-A66D-8549F33594BA}" destId="{99BD23C0-5A2B-4CF7-94DE-5E05B4B603D9}" srcOrd="0" destOrd="0" presId="urn:microsoft.com/office/officeart/2005/8/layout/vList2"/>
    <dgm:cxn modelId="{11DC6139-841D-42AB-902B-A16AF08AAC0A}" srcId="{458BECC8-FC72-4244-A66D-8549F33594BA}" destId="{C4C4E1F9-8028-4CDF-9456-F6AAE2078A17}" srcOrd="3" destOrd="0" parTransId="{84316824-3FE5-4823-8A77-443B07025FD3}" sibTransId="{BA31A3F2-53CC-4A3E-A470-74CF2316CDE0}"/>
    <dgm:cxn modelId="{7DE94847-B471-492E-BEEE-13A8D1C4DE95}" srcId="{458BECC8-FC72-4244-A66D-8549F33594BA}" destId="{E633D0A9-B723-4EFA-B703-67568600056B}" srcOrd="1" destOrd="0" parTransId="{2C42E57B-95A4-4F68-A299-B0FB975ED13E}" sibTransId="{C0535608-485C-4C5E-886A-E728CAC6FB31}"/>
    <dgm:cxn modelId="{5985D058-9DDB-4F9B-B411-12D162A9B4B7}" srcId="{458BECC8-FC72-4244-A66D-8549F33594BA}" destId="{D8E0F1AB-A8D2-4C90-B5D7-EB61EEEE51DE}" srcOrd="0" destOrd="0" parTransId="{4469F8B3-72FF-43C1-8DBC-07FE51C44207}" sibTransId="{C0172008-E876-4170-BD5F-0621131DC129}"/>
    <dgm:cxn modelId="{8320718A-4C2F-4A16-A737-5FE2A348ABE2}" type="presOf" srcId="{C4C4E1F9-8028-4CDF-9456-F6AAE2078A17}" destId="{DFFA6F3D-89A6-4935-BDA8-A987F3DCBB53}" srcOrd="0" destOrd="0" presId="urn:microsoft.com/office/officeart/2005/8/layout/vList2"/>
    <dgm:cxn modelId="{CC808B97-5E80-43A6-BCB1-ED03B4003DFD}" type="presOf" srcId="{E633D0A9-B723-4EFA-B703-67568600056B}" destId="{1C6F6FDC-45BA-4126-BB0A-A4F4329894C0}" srcOrd="0" destOrd="0" presId="urn:microsoft.com/office/officeart/2005/8/layout/vList2"/>
    <dgm:cxn modelId="{5DD58AA0-CAA4-453C-A266-C406E2C52CDC}" srcId="{458BECC8-FC72-4244-A66D-8549F33594BA}" destId="{91CD0BDF-EDB9-4ECC-93A7-6474CC3CB39E}" srcOrd="2" destOrd="0" parTransId="{6CFC11DA-CAEF-46FA-8248-B05F95D093F0}" sibTransId="{CBA80156-E929-4673-B932-5FD6062E2091}"/>
    <dgm:cxn modelId="{D62594DA-3A09-469D-ABC3-39E948CA7DAE}" type="presOf" srcId="{D8E0F1AB-A8D2-4C90-B5D7-EB61EEEE51DE}" destId="{FE97BC17-BF68-41F2-9D3D-153B1ABF1704}" srcOrd="0" destOrd="0" presId="urn:microsoft.com/office/officeart/2005/8/layout/vList2"/>
    <dgm:cxn modelId="{61B0C7E1-7C76-4C46-9BA4-DABF0ED3A39A}" type="presOf" srcId="{91CD0BDF-EDB9-4ECC-93A7-6474CC3CB39E}" destId="{B204B8C6-4E94-45C0-835F-9CC1FEE4389D}" srcOrd="0" destOrd="0" presId="urn:microsoft.com/office/officeart/2005/8/layout/vList2"/>
    <dgm:cxn modelId="{B9A2C1ED-5E46-4F52-A4A7-283FFF528762}" srcId="{458BECC8-FC72-4244-A66D-8549F33594BA}" destId="{3CE337DD-C128-4136-B98B-9D1249FC7FE9}" srcOrd="4" destOrd="0" parTransId="{9ED95711-7376-42CF-9E4F-34AAE1F2DE33}" sibTransId="{8B9D301E-9D26-4D78-8830-09BBBE90CE67}"/>
    <dgm:cxn modelId="{CE39F9FA-F2DF-467D-97F5-4AFE8F9DA351}" type="presOf" srcId="{3CE337DD-C128-4136-B98B-9D1249FC7FE9}" destId="{A06F0E92-DFD4-47DD-92AA-A6C0288CA499}" srcOrd="0" destOrd="0" presId="urn:microsoft.com/office/officeart/2005/8/layout/vList2"/>
    <dgm:cxn modelId="{9E8259D5-34D5-416E-AA17-0614E9411124}" type="presParOf" srcId="{99BD23C0-5A2B-4CF7-94DE-5E05B4B603D9}" destId="{FE97BC17-BF68-41F2-9D3D-153B1ABF1704}" srcOrd="0" destOrd="0" presId="urn:microsoft.com/office/officeart/2005/8/layout/vList2"/>
    <dgm:cxn modelId="{2534F41C-0DC1-46A3-9071-2F28862141C9}" type="presParOf" srcId="{99BD23C0-5A2B-4CF7-94DE-5E05B4B603D9}" destId="{76FE03A1-A384-4E92-8FFA-011D345813F2}" srcOrd="1" destOrd="0" presId="urn:microsoft.com/office/officeart/2005/8/layout/vList2"/>
    <dgm:cxn modelId="{6BC802FA-3675-4E16-AE2E-60EBD992D4BF}" type="presParOf" srcId="{99BD23C0-5A2B-4CF7-94DE-5E05B4B603D9}" destId="{1C6F6FDC-45BA-4126-BB0A-A4F4329894C0}" srcOrd="2" destOrd="0" presId="urn:microsoft.com/office/officeart/2005/8/layout/vList2"/>
    <dgm:cxn modelId="{6EAA0523-D60C-41EB-9255-E2C40129D23A}" type="presParOf" srcId="{99BD23C0-5A2B-4CF7-94DE-5E05B4B603D9}" destId="{766EF544-A07D-438A-BC80-CED89F83ACE5}" srcOrd="3" destOrd="0" presId="urn:microsoft.com/office/officeart/2005/8/layout/vList2"/>
    <dgm:cxn modelId="{0C8EE0FC-88DA-4406-B208-E6C1841D4F95}" type="presParOf" srcId="{99BD23C0-5A2B-4CF7-94DE-5E05B4B603D9}" destId="{B204B8C6-4E94-45C0-835F-9CC1FEE4389D}" srcOrd="4" destOrd="0" presId="urn:microsoft.com/office/officeart/2005/8/layout/vList2"/>
    <dgm:cxn modelId="{EEC01403-9BD0-41DE-9290-0AEE52ABC363}" type="presParOf" srcId="{99BD23C0-5A2B-4CF7-94DE-5E05B4B603D9}" destId="{8227036F-9349-4C3E-8C79-10303284F0FA}" srcOrd="5" destOrd="0" presId="urn:microsoft.com/office/officeart/2005/8/layout/vList2"/>
    <dgm:cxn modelId="{53860DD2-1A9D-43E0-9A4A-9099E24819A4}" type="presParOf" srcId="{99BD23C0-5A2B-4CF7-94DE-5E05B4B603D9}" destId="{DFFA6F3D-89A6-4935-BDA8-A987F3DCBB53}" srcOrd="6" destOrd="0" presId="urn:microsoft.com/office/officeart/2005/8/layout/vList2"/>
    <dgm:cxn modelId="{5F6906CF-59BD-4B3F-8ADB-E1F8C4D1B52E}" type="presParOf" srcId="{99BD23C0-5A2B-4CF7-94DE-5E05B4B603D9}" destId="{063D0387-386A-446C-B9BB-27ADD5A5D3F0}" srcOrd="7" destOrd="0" presId="urn:microsoft.com/office/officeart/2005/8/layout/vList2"/>
    <dgm:cxn modelId="{9F4961BF-E352-448E-82E1-4108FEB321D8}" type="presParOf" srcId="{99BD23C0-5A2B-4CF7-94DE-5E05B4B603D9}" destId="{A06F0E92-DFD4-47DD-92AA-A6C0288CA49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075A220-1D2C-4F86-907C-FFA525A206CA}" type="doc">
      <dgm:prSet loTypeId="urn:microsoft.com/office/officeart/2005/8/layout/vList2" loCatId="list" qsTypeId="urn:microsoft.com/office/officeart/2005/8/quickstyle/simple2" qsCatId="simple" csTypeId="urn:microsoft.com/office/officeart/2005/8/colors/accent1_1" csCatId="accent1" phldr="1"/>
      <dgm:spPr/>
      <dgm:t>
        <a:bodyPr/>
        <a:lstStyle/>
        <a:p>
          <a:endParaRPr lang="en-US"/>
        </a:p>
      </dgm:t>
    </dgm:pt>
    <dgm:pt modelId="{810F3F48-66FF-49CD-8DAA-1823457CEC03}">
      <dgm:prSet/>
      <dgm:spPr/>
      <dgm:t>
        <a:bodyPr/>
        <a:lstStyle/>
        <a:p>
          <a:pPr rtl="0"/>
          <a:r>
            <a:rPr lang="en-US" b="0" dirty="0">
              <a:solidFill>
                <a:schemeClr val="bg1">
                  <a:lumMod val="65000"/>
                </a:schemeClr>
              </a:solidFill>
            </a:rPr>
            <a:t>Hyper Text Transfer Protocol (HTTP), </a:t>
          </a:r>
        </a:p>
      </dgm:t>
    </dgm:pt>
    <dgm:pt modelId="{94E584A9-8091-43B6-9790-D1ABB7ECA314}" type="parTrans" cxnId="{541F0B4A-5425-4AB9-AD18-4B6EA553AD29}">
      <dgm:prSet/>
      <dgm:spPr/>
      <dgm:t>
        <a:bodyPr/>
        <a:lstStyle/>
        <a:p>
          <a:endParaRPr lang="en-US"/>
        </a:p>
      </dgm:t>
    </dgm:pt>
    <dgm:pt modelId="{1F6B4140-69BA-4F84-A294-1AEA20BF5D65}" type="sibTrans" cxnId="{541F0B4A-5425-4AB9-AD18-4B6EA553AD29}">
      <dgm:prSet/>
      <dgm:spPr/>
      <dgm:t>
        <a:bodyPr/>
        <a:lstStyle/>
        <a:p>
          <a:endParaRPr lang="en-US"/>
        </a:p>
      </dgm:t>
    </dgm:pt>
    <dgm:pt modelId="{4A57B75E-38D0-44F2-BAFD-5D323F84AABD}">
      <dgm:prSet/>
      <dgm:spPr/>
      <dgm:t>
        <a:bodyPr/>
        <a:lstStyle/>
        <a:p>
          <a:pPr rtl="0"/>
          <a:r>
            <a:rPr lang="en-US" b="0" dirty="0">
              <a:solidFill>
                <a:schemeClr val="bg1">
                  <a:lumMod val="65000"/>
                </a:schemeClr>
              </a:solidFill>
            </a:rPr>
            <a:t>Email: SMTP, MIME, POP3, Webmail,</a:t>
          </a:r>
        </a:p>
      </dgm:t>
    </dgm:pt>
    <dgm:pt modelId="{C7CF776E-32C3-4944-A258-18B342D91B8F}" type="parTrans" cxnId="{9C1AFE77-1CE1-4854-A1CA-CDC119B58F46}">
      <dgm:prSet/>
      <dgm:spPr/>
      <dgm:t>
        <a:bodyPr/>
        <a:lstStyle/>
        <a:p>
          <a:endParaRPr lang="en-US"/>
        </a:p>
      </dgm:t>
    </dgm:pt>
    <dgm:pt modelId="{8512AD50-4FEA-41F4-927A-24F6AF80B943}" type="sibTrans" cxnId="{9C1AFE77-1CE1-4854-A1CA-CDC119B58F46}">
      <dgm:prSet/>
      <dgm:spPr/>
      <dgm:t>
        <a:bodyPr/>
        <a:lstStyle/>
        <a:p>
          <a:endParaRPr lang="en-US"/>
        </a:p>
      </dgm:t>
    </dgm:pt>
    <dgm:pt modelId="{DD4EC2C3-7955-4096-854C-AFD25C2BD4E2}">
      <dgm:prSet/>
      <dgm:spPr/>
      <dgm:t>
        <a:bodyPr/>
        <a:lstStyle/>
        <a:p>
          <a:pPr rtl="0"/>
          <a:r>
            <a:rPr lang="en-US" b="1" dirty="0">
              <a:solidFill>
                <a:srgbClr val="FF0000"/>
              </a:solidFill>
            </a:rPr>
            <a:t>TELNET, </a:t>
          </a:r>
        </a:p>
      </dgm:t>
    </dgm:pt>
    <dgm:pt modelId="{D6AF8E8B-169D-4247-9925-220AA8CEDEDD}" type="parTrans" cxnId="{6F1FB305-C4D2-4A6C-81BD-F692CB1156FD}">
      <dgm:prSet/>
      <dgm:spPr/>
      <dgm:t>
        <a:bodyPr/>
        <a:lstStyle/>
        <a:p>
          <a:endParaRPr lang="en-US"/>
        </a:p>
      </dgm:t>
    </dgm:pt>
    <dgm:pt modelId="{B421C451-60E0-4C93-9A14-10220235284D}" type="sibTrans" cxnId="{6F1FB305-C4D2-4A6C-81BD-F692CB1156FD}">
      <dgm:prSet/>
      <dgm:spPr/>
      <dgm:t>
        <a:bodyPr/>
        <a:lstStyle/>
        <a:p>
          <a:endParaRPr lang="en-US"/>
        </a:p>
      </dgm:t>
    </dgm:pt>
    <dgm:pt modelId="{AA560C6A-4103-4DDD-A74D-B7D92F38491C}">
      <dgm:prSet/>
      <dgm:spPr/>
      <dgm:t>
        <a:bodyPr/>
        <a:lstStyle/>
        <a:p>
          <a:pPr rtl="0"/>
          <a:r>
            <a:rPr lang="en-US"/>
            <a:t>Dynamic Host Control Protocol (DHCP), </a:t>
          </a:r>
        </a:p>
      </dgm:t>
    </dgm:pt>
    <dgm:pt modelId="{9CF6900C-0D0D-486F-85BA-B10AE4434F20}" type="parTrans" cxnId="{BD434B37-2C15-476B-B91D-3064061DEDD8}">
      <dgm:prSet/>
      <dgm:spPr/>
      <dgm:t>
        <a:bodyPr/>
        <a:lstStyle/>
        <a:p>
          <a:endParaRPr lang="en-US"/>
        </a:p>
      </dgm:t>
    </dgm:pt>
    <dgm:pt modelId="{F06774C2-5AAF-433B-A2BE-2D48032DCB97}" type="sibTrans" cxnId="{BD434B37-2C15-476B-B91D-3064061DEDD8}">
      <dgm:prSet/>
      <dgm:spPr/>
      <dgm:t>
        <a:bodyPr/>
        <a:lstStyle/>
        <a:p>
          <a:endParaRPr lang="en-US"/>
        </a:p>
      </dgm:t>
    </dgm:pt>
    <dgm:pt modelId="{9E60C330-70D0-456A-9DDA-FC0443B0D9C7}">
      <dgm:prSet/>
      <dgm:spPr/>
      <dgm:t>
        <a:bodyPr/>
        <a:lstStyle/>
        <a:p>
          <a:pPr rtl="0"/>
          <a:r>
            <a:rPr lang="en-US"/>
            <a:t>Simple Network Management Protocol (SNMP). </a:t>
          </a:r>
        </a:p>
      </dgm:t>
    </dgm:pt>
    <dgm:pt modelId="{BC92BF08-B3B1-4BA4-A0E6-02675D4E6A8A}" type="parTrans" cxnId="{687CA682-3C58-4A5C-BF4B-A6334D28EB7E}">
      <dgm:prSet/>
      <dgm:spPr/>
      <dgm:t>
        <a:bodyPr/>
        <a:lstStyle/>
        <a:p>
          <a:endParaRPr lang="en-US"/>
        </a:p>
      </dgm:t>
    </dgm:pt>
    <dgm:pt modelId="{36C02FF4-9BDA-4ED4-A0F0-62954E88C63C}" type="sibTrans" cxnId="{687CA682-3C58-4A5C-BF4B-A6334D28EB7E}">
      <dgm:prSet/>
      <dgm:spPr/>
      <dgm:t>
        <a:bodyPr/>
        <a:lstStyle/>
        <a:p>
          <a:endParaRPr lang="en-US"/>
        </a:p>
      </dgm:t>
    </dgm:pt>
    <dgm:pt modelId="{1A571728-6463-4867-ACD9-1399DAF2CFB2}">
      <dgm:prSet/>
      <dgm:spPr/>
      <dgm:t>
        <a:bodyPr/>
        <a:lstStyle/>
        <a:p>
          <a:pPr rtl="0"/>
          <a:r>
            <a:rPr lang="en-US" b="0" dirty="0">
              <a:solidFill>
                <a:schemeClr val="bg1">
                  <a:lumMod val="65000"/>
                </a:schemeClr>
              </a:solidFill>
            </a:rPr>
            <a:t>FTP, </a:t>
          </a:r>
        </a:p>
      </dgm:t>
    </dgm:pt>
    <dgm:pt modelId="{56C34691-7DD7-4C88-8877-8C4E2FB49BB4}" type="sibTrans" cxnId="{53160DF3-9D35-4EFA-937B-B7B98C3B33D1}">
      <dgm:prSet/>
      <dgm:spPr/>
      <dgm:t>
        <a:bodyPr/>
        <a:lstStyle/>
        <a:p>
          <a:endParaRPr lang="en-US"/>
        </a:p>
      </dgm:t>
    </dgm:pt>
    <dgm:pt modelId="{B2E4F2C4-EBCB-41C5-8DA0-BB6E623EB0FD}" type="parTrans" cxnId="{53160DF3-9D35-4EFA-937B-B7B98C3B33D1}">
      <dgm:prSet/>
      <dgm:spPr/>
      <dgm:t>
        <a:bodyPr/>
        <a:lstStyle/>
        <a:p>
          <a:endParaRPr lang="en-US"/>
        </a:p>
      </dgm:t>
    </dgm:pt>
    <dgm:pt modelId="{D99213FD-EA02-4158-9A8B-48189E7C331F}">
      <dgm:prSet/>
      <dgm:spPr/>
      <dgm:t>
        <a:bodyPr/>
        <a:lstStyle/>
        <a:p>
          <a:r>
            <a:rPr lang="en-US" b="0" dirty="0">
              <a:solidFill>
                <a:schemeClr val="bg1">
                  <a:lumMod val="65000"/>
                </a:schemeClr>
              </a:solidFill>
            </a:rPr>
            <a:t>Domain Name System (DNS), </a:t>
          </a:r>
        </a:p>
      </dgm:t>
    </dgm:pt>
    <dgm:pt modelId="{E4D8E108-4B2E-47D0-8122-93103D76F80E}" type="parTrans" cxnId="{5878F473-E4E3-4B61-89C3-5811AE0FEB7F}">
      <dgm:prSet/>
      <dgm:spPr/>
      <dgm:t>
        <a:bodyPr/>
        <a:lstStyle/>
        <a:p>
          <a:endParaRPr lang="en-US"/>
        </a:p>
      </dgm:t>
    </dgm:pt>
    <dgm:pt modelId="{A89D27DF-2D52-4E8B-93B6-1EE6D9A35C18}" type="sibTrans" cxnId="{5878F473-E4E3-4B61-89C3-5811AE0FEB7F}">
      <dgm:prSet/>
      <dgm:spPr/>
      <dgm:t>
        <a:bodyPr/>
        <a:lstStyle/>
        <a:p>
          <a:endParaRPr lang="en-US"/>
        </a:p>
      </dgm:t>
    </dgm:pt>
    <dgm:pt modelId="{763A7BF4-ECD5-4BFC-8138-A60947D0EFE5}" type="pres">
      <dgm:prSet presAssocID="{E075A220-1D2C-4F86-907C-FFA525A206CA}" presName="linear" presStyleCnt="0">
        <dgm:presLayoutVars>
          <dgm:animLvl val="lvl"/>
          <dgm:resizeHandles val="exact"/>
        </dgm:presLayoutVars>
      </dgm:prSet>
      <dgm:spPr/>
    </dgm:pt>
    <dgm:pt modelId="{2D9D1D3A-EF37-4E94-BB82-63F90F047EA1}" type="pres">
      <dgm:prSet presAssocID="{810F3F48-66FF-49CD-8DAA-1823457CEC03}" presName="parentText" presStyleLbl="node1" presStyleIdx="0" presStyleCnt="7">
        <dgm:presLayoutVars>
          <dgm:chMax val="0"/>
          <dgm:bulletEnabled val="1"/>
        </dgm:presLayoutVars>
      </dgm:prSet>
      <dgm:spPr/>
    </dgm:pt>
    <dgm:pt modelId="{6375FE5A-8276-43A1-958E-019EBBD85849}" type="pres">
      <dgm:prSet presAssocID="{1F6B4140-69BA-4F84-A294-1AEA20BF5D65}" presName="spacer" presStyleCnt="0"/>
      <dgm:spPr/>
    </dgm:pt>
    <dgm:pt modelId="{0DFC7B3F-6C74-488A-9688-6568BEF192A6}" type="pres">
      <dgm:prSet presAssocID="{1A571728-6463-4867-ACD9-1399DAF2CFB2}" presName="parentText" presStyleLbl="node1" presStyleIdx="1" presStyleCnt="7">
        <dgm:presLayoutVars>
          <dgm:chMax val="0"/>
          <dgm:bulletEnabled val="1"/>
        </dgm:presLayoutVars>
      </dgm:prSet>
      <dgm:spPr/>
    </dgm:pt>
    <dgm:pt modelId="{4D8EC412-1B35-4736-8CCC-3FDB20B6D329}" type="pres">
      <dgm:prSet presAssocID="{56C34691-7DD7-4C88-8877-8C4E2FB49BB4}" presName="spacer" presStyleCnt="0"/>
      <dgm:spPr/>
    </dgm:pt>
    <dgm:pt modelId="{809912B0-0A66-4FAB-95BA-2EFCC18BE0B0}" type="pres">
      <dgm:prSet presAssocID="{4A57B75E-38D0-44F2-BAFD-5D323F84AABD}" presName="parentText" presStyleLbl="node1" presStyleIdx="2" presStyleCnt="7" custLinFactNeighborY="-4167">
        <dgm:presLayoutVars>
          <dgm:chMax val="0"/>
          <dgm:bulletEnabled val="1"/>
        </dgm:presLayoutVars>
      </dgm:prSet>
      <dgm:spPr/>
    </dgm:pt>
    <dgm:pt modelId="{DEBC916D-161E-48DA-A9EE-FC5B4EF1B45C}" type="pres">
      <dgm:prSet presAssocID="{8512AD50-4FEA-41F4-927A-24F6AF80B943}" presName="spacer" presStyleCnt="0"/>
      <dgm:spPr/>
    </dgm:pt>
    <dgm:pt modelId="{F44FB075-EA70-4836-8B81-64E9E8EFC90B}" type="pres">
      <dgm:prSet presAssocID="{D99213FD-EA02-4158-9A8B-48189E7C331F}" presName="parentText" presStyleLbl="node1" presStyleIdx="3" presStyleCnt="7">
        <dgm:presLayoutVars>
          <dgm:chMax val="0"/>
          <dgm:bulletEnabled val="1"/>
        </dgm:presLayoutVars>
      </dgm:prSet>
      <dgm:spPr/>
    </dgm:pt>
    <dgm:pt modelId="{88251D84-6548-4D15-A07D-46A29D029BD0}" type="pres">
      <dgm:prSet presAssocID="{A89D27DF-2D52-4E8B-93B6-1EE6D9A35C18}" presName="spacer" presStyleCnt="0"/>
      <dgm:spPr/>
    </dgm:pt>
    <dgm:pt modelId="{7A88E90F-3920-4B54-A6F8-D9C1648BA3E3}" type="pres">
      <dgm:prSet presAssocID="{DD4EC2C3-7955-4096-854C-AFD25C2BD4E2}" presName="parentText" presStyleLbl="node1" presStyleIdx="4" presStyleCnt="7">
        <dgm:presLayoutVars>
          <dgm:chMax val="0"/>
          <dgm:bulletEnabled val="1"/>
        </dgm:presLayoutVars>
      </dgm:prSet>
      <dgm:spPr/>
    </dgm:pt>
    <dgm:pt modelId="{D3F650FC-7ACF-4CAE-BAC0-F950105E3EB2}" type="pres">
      <dgm:prSet presAssocID="{B421C451-60E0-4C93-9A14-10220235284D}" presName="spacer" presStyleCnt="0"/>
      <dgm:spPr/>
    </dgm:pt>
    <dgm:pt modelId="{AB7FD01E-D5CF-4D58-ADF8-798E3459B418}" type="pres">
      <dgm:prSet presAssocID="{AA560C6A-4103-4DDD-A74D-B7D92F38491C}" presName="parentText" presStyleLbl="node1" presStyleIdx="5" presStyleCnt="7">
        <dgm:presLayoutVars>
          <dgm:chMax val="0"/>
          <dgm:bulletEnabled val="1"/>
        </dgm:presLayoutVars>
      </dgm:prSet>
      <dgm:spPr/>
    </dgm:pt>
    <dgm:pt modelId="{0287D08C-33E7-4BCB-B21C-36CEF466FAAD}" type="pres">
      <dgm:prSet presAssocID="{F06774C2-5AAF-433B-A2BE-2D48032DCB97}" presName="spacer" presStyleCnt="0"/>
      <dgm:spPr/>
    </dgm:pt>
    <dgm:pt modelId="{6D9AA556-3632-494E-AC7A-459D2F5650B2}" type="pres">
      <dgm:prSet presAssocID="{9E60C330-70D0-456A-9DDA-FC0443B0D9C7}" presName="parentText" presStyleLbl="node1" presStyleIdx="6" presStyleCnt="7">
        <dgm:presLayoutVars>
          <dgm:chMax val="0"/>
          <dgm:bulletEnabled val="1"/>
        </dgm:presLayoutVars>
      </dgm:prSet>
      <dgm:spPr/>
    </dgm:pt>
  </dgm:ptLst>
  <dgm:cxnLst>
    <dgm:cxn modelId="{6F1FB305-C4D2-4A6C-81BD-F692CB1156FD}" srcId="{E075A220-1D2C-4F86-907C-FFA525A206CA}" destId="{DD4EC2C3-7955-4096-854C-AFD25C2BD4E2}" srcOrd="4" destOrd="0" parTransId="{D6AF8E8B-169D-4247-9925-220AA8CEDEDD}" sibTransId="{B421C451-60E0-4C93-9A14-10220235284D}"/>
    <dgm:cxn modelId="{6FC2F217-C278-44F8-91B0-2A60F1052D4A}" type="presOf" srcId="{810F3F48-66FF-49CD-8DAA-1823457CEC03}" destId="{2D9D1D3A-EF37-4E94-BB82-63F90F047EA1}" srcOrd="0" destOrd="0" presId="urn:microsoft.com/office/officeart/2005/8/layout/vList2"/>
    <dgm:cxn modelId="{16EFBA25-B092-4398-87A8-5AAEBB5001A4}" type="presOf" srcId="{DD4EC2C3-7955-4096-854C-AFD25C2BD4E2}" destId="{7A88E90F-3920-4B54-A6F8-D9C1648BA3E3}" srcOrd="0" destOrd="0" presId="urn:microsoft.com/office/officeart/2005/8/layout/vList2"/>
    <dgm:cxn modelId="{5912CB35-E4CD-48E1-A405-759C4CBD93E4}" type="presOf" srcId="{AA560C6A-4103-4DDD-A74D-B7D92F38491C}" destId="{AB7FD01E-D5CF-4D58-ADF8-798E3459B418}" srcOrd="0" destOrd="0" presId="urn:microsoft.com/office/officeart/2005/8/layout/vList2"/>
    <dgm:cxn modelId="{BD434B37-2C15-476B-B91D-3064061DEDD8}" srcId="{E075A220-1D2C-4F86-907C-FFA525A206CA}" destId="{AA560C6A-4103-4DDD-A74D-B7D92F38491C}" srcOrd="5" destOrd="0" parTransId="{9CF6900C-0D0D-486F-85BA-B10AE4434F20}" sibTransId="{F06774C2-5AAF-433B-A2BE-2D48032DCB97}"/>
    <dgm:cxn modelId="{541F0B4A-5425-4AB9-AD18-4B6EA553AD29}" srcId="{E075A220-1D2C-4F86-907C-FFA525A206CA}" destId="{810F3F48-66FF-49CD-8DAA-1823457CEC03}" srcOrd="0" destOrd="0" parTransId="{94E584A9-8091-43B6-9790-D1ABB7ECA314}" sibTransId="{1F6B4140-69BA-4F84-A294-1AEA20BF5D65}"/>
    <dgm:cxn modelId="{B900D271-69B0-4FB3-B73A-53FE7D570B81}" type="presOf" srcId="{E075A220-1D2C-4F86-907C-FFA525A206CA}" destId="{763A7BF4-ECD5-4BFC-8138-A60947D0EFE5}" srcOrd="0" destOrd="0" presId="urn:microsoft.com/office/officeart/2005/8/layout/vList2"/>
    <dgm:cxn modelId="{5878F473-E4E3-4B61-89C3-5811AE0FEB7F}" srcId="{E075A220-1D2C-4F86-907C-FFA525A206CA}" destId="{D99213FD-EA02-4158-9A8B-48189E7C331F}" srcOrd="3" destOrd="0" parTransId="{E4D8E108-4B2E-47D0-8122-93103D76F80E}" sibTransId="{A89D27DF-2D52-4E8B-93B6-1EE6D9A35C18}"/>
    <dgm:cxn modelId="{9C1AFE77-1CE1-4854-A1CA-CDC119B58F46}" srcId="{E075A220-1D2C-4F86-907C-FFA525A206CA}" destId="{4A57B75E-38D0-44F2-BAFD-5D323F84AABD}" srcOrd="2" destOrd="0" parTransId="{C7CF776E-32C3-4944-A258-18B342D91B8F}" sibTransId="{8512AD50-4FEA-41F4-927A-24F6AF80B943}"/>
    <dgm:cxn modelId="{687CA682-3C58-4A5C-BF4B-A6334D28EB7E}" srcId="{E075A220-1D2C-4F86-907C-FFA525A206CA}" destId="{9E60C330-70D0-456A-9DDA-FC0443B0D9C7}" srcOrd="6" destOrd="0" parTransId="{BC92BF08-B3B1-4BA4-A0E6-02675D4E6A8A}" sibTransId="{36C02FF4-9BDA-4ED4-A0F0-62954E88C63C}"/>
    <dgm:cxn modelId="{6A88968C-B63B-489F-AD53-CEB98F768097}" type="presOf" srcId="{4A57B75E-38D0-44F2-BAFD-5D323F84AABD}" destId="{809912B0-0A66-4FAB-95BA-2EFCC18BE0B0}" srcOrd="0" destOrd="0" presId="urn:microsoft.com/office/officeart/2005/8/layout/vList2"/>
    <dgm:cxn modelId="{DE3AE1A1-4093-4C4D-A947-9847D680FC6E}" type="presOf" srcId="{9E60C330-70D0-456A-9DDA-FC0443B0D9C7}" destId="{6D9AA556-3632-494E-AC7A-459D2F5650B2}" srcOrd="0" destOrd="0" presId="urn:microsoft.com/office/officeart/2005/8/layout/vList2"/>
    <dgm:cxn modelId="{C36D22A2-1F12-4C83-8AAE-5616588388B8}" type="presOf" srcId="{1A571728-6463-4867-ACD9-1399DAF2CFB2}" destId="{0DFC7B3F-6C74-488A-9688-6568BEF192A6}" srcOrd="0" destOrd="0" presId="urn:microsoft.com/office/officeart/2005/8/layout/vList2"/>
    <dgm:cxn modelId="{D35D5AE7-ACFE-41D0-B0B2-11404DA7DBD9}" type="presOf" srcId="{D99213FD-EA02-4158-9A8B-48189E7C331F}" destId="{F44FB075-EA70-4836-8B81-64E9E8EFC90B}" srcOrd="0" destOrd="0" presId="urn:microsoft.com/office/officeart/2005/8/layout/vList2"/>
    <dgm:cxn modelId="{53160DF3-9D35-4EFA-937B-B7B98C3B33D1}" srcId="{E075A220-1D2C-4F86-907C-FFA525A206CA}" destId="{1A571728-6463-4867-ACD9-1399DAF2CFB2}" srcOrd="1" destOrd="0" parTransId="{B2E4F2C4-EBCB-41C5-8DA0-BB6E623EB0FD}" sibTransId="{56C34691-7DD7-4C88-8877-8C4E2FB49BB4}"/>
    <dgm:cxn modelId="{F28779A4-A140-4AFC-96AB-DC1C79166F92}" type="presParOf" srcId="{763A7BF4-ECD5-4BFC-8138-A60947D0EFE5}" destId="{2D9D1D3A-EF37-4E94-BB82-63F90F047EA1}" srcOrd="0" destOrd="0" presId="urn:microsoft.com/office/officeart/2005/8/layout/vList2"/>
    <dgm:cxn modelId="{D2B32450-D727-40FF-986D-94B422E871D0}" type="presParOf" srcId="{763A7BF4-ECD5-4BFC-8138-A60947D0EFE5}" destId="{6375FE5A-8276-43A1-958E-019EBBD85849}" srcOrd="1" destOrd="0" presId="urn:microsoft.com/office/officeart/2005/8/layout/vList2"/>
    <dgm:cxn modelId="{3F055FCD-00D8-456F-B4B8-14395C6441B5}" type="presParOf" srcId="{763A7BF4-ECD5-4BFC-8138-A60947D0EFE5}" destId="{0DFC7B3F-6C74-488A-9688-6568BEF192A6}" srcOrd="2" destOrd="0" presId="urn:microsoft.com/office/officeart/2005/8/layout/vList2"/>
    <dgm:cxn modelId="{F37BE7C6-24CA-4D86-97A6-AC359CBBCE47}" type="presParOf" srcId="{763A7BF4-ECD5-4BFC-8138-A60947D0EFE5}" destId="{4D8EC412-1B35-4736-8CCC-3FDB20B6D329}" srcOrd="3" destOrd="0" presId="urn:microsoft.com/office/officeart/2005/8/layout/vList2"/>
    <dgm:cxn modelId="{56A62245-0C82-49BA-A63B-D0E10C6076F9}" type="presParOf" srcId="{763A7BF4-ECD5-4BFC-8138-A60947D0EFE5}" destId="{809912B0-0A66-4FAB-95BA-2EFCC18BE0B0}" srcOrd="4" destOrd="0" presId="urn:microsoft.com/office/officeart/2005/8/layout/vList2"/>
    <dgm:cxn modelId="{5F1E781C-54D2-446D-9CA8-A32586166F9E}" type="presParOf" srcId="{763A7BF4-ECD5-4BFC-8138-A60947D0EFE5}" destId="{DEBC916D-161E-48DA-A9EE-FC5B4EF1B45C}" srcOrd="5" destOrd="0" presId="urn:microsoft.com/office/officeart/2005/8/layout/vList2"/>
    <dgm:cxn modelId="{67F2811F-0F00-4FD4-86E9-DEA1EB3ED4CA}" type="presParOf" srcId="{763A7BF4-ECD5-4BFC-8138-A60947D0EFE5}" destId="{F44FB075-EA70-4836-8B81-64E9E8EFC90B}" srcOrd="6" destOrd="0" presId="urn:microsoft.com/office/officeart/2005/8/layout/vList2"/>
    <dgm:cxn modelId="{CA8CA87F-3948-462C-8969-D718E666AB27}" type="presParOf" srcId="{763A7BF4-ECD5-4BFC-8138-A60947D0EFE5}" destId="{88251D84-6548-4D15-A07D-46A29D029BD0}" srcOrd="7" destOrd="0" presId="urn:microsoft.com/office/officeart/2005/8/layout/vList2"/>
    <dgm:cxn modelId="{07EB7379-36E2-48F9-A55B-5C360409BCC6}" type="presParOf" srcId="{763A7BF4-ECD5-4BFC-8138-A60947D0EFE5}" destId="{7A88E90F-3920-4B54-A6F8-D9C1648BA3E3}" srcOrd="8" destOrd="0" presId="urn:microsoft.com/office/officeart/2005/8/layout/vList2"/>
    <dgm:cxn modelId="{BA3133A3-493B-4920-96E5-FC8BDB8267BE}" type="presParOf" srcId="{763A7BF4-ECD5-4BFC-8138-A60947D0EFE5}" destId="{D3F650FC-7ACF-4CAE-BAC0-F950105E3EB2}" srcOrd="9" destOrd="0" presId="urn:microsoft.com/office/officeart/2005/8/layout/vList2"/>
    <dgm:cxn modelId="{07E2F76B-FBB4-4E09-8F97-9F3361F9EFB9}" type="presParOf" srcId="{763A7BF4-ECD5-4BFC-8138-A60947D0EFE5}" destId="{AB7FD01E-D5CF-4D58-ADF8-798E3459B418}" srcOrd="10" destOrd="0" presId="urn:microsoft.com/office/officeart/2005/8/layout/vList2"/>
    <dgm:cxn modelId="{E0D97482-98EF-4BB2-B7F4-6D26BFC872E8}" type="presParOf" srcId="{763A7BF4-ECD5-4BFC-8138-A60947D0EFE5}" destId="{0287D08C-33E7-4BCB-B21C-36CEF466FAAD}" srcOrd="11" destOrd="0" presId="urn:microsoft.com/office/officeart/2005/8/layout/vList2"/>
    <dgm:cxn modelId="{96C58444-7E7D-4B9D-9755-283C5BAD02DC}" type="presParOf" srcId="{763A7BF4-ECD5-4BFC-8138-A60947D0EFE5}" destId="{6D9AA556-3632-494E-AC7A-459D2F5650B2}"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4E852ADA-3F56-49AA-A334-2E131F1FD490}"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n-US"/>
        </a:p>
      </dgm:t>
    </dgm:pt>
    <dgm:pt modelId="{D7863BCF-4E45-4188-830A-B79C703EB7BE}">
      <dgm:prSet/>
      <dgm:spPr/>
      <dgm:t>
        <a:bodyPr/>
        <a:lstStyle/>
        <a:p>
          <a:pPr rtl="0"/>
          <a:r>
            <a:rPr lang="en-US" i="1" dirty="0"/>
            <a:t>TELNET is a general-purpose </a:t>
          </a:r>
          <a:br>
            <a:rPr lang="en-US" i="1" dirty="0"/>
          </a:br>
          <a:r>
            <a:rPr lang="en-US" i="1" dirty="0"/>
            <a:t>client-server application program.</a:t>
          </a:r>
          <a:endParaRPr lang="en-US" dirty="0"/>
        </a:p>
      </dgm:t>
    </dgm:pt>
    <dgm:pt modelId="{56FA587B-D633-4535-8851-6F9B56DE05DB}" type="parTrans" cxnId="{C1B52ADC-0069-4DDF-B0A0-C88BD9F0C7FB}">
      <dgm:prSet/>
      <dgm:spPr/>
      <dgm:t>
        <a:bodyPr/>
        <a:lstStyle/>
        <a:p>
          <a:endParaRPr lang="en-US"/>
        </a:p>
      </dgm:t>
    </dgm:pt>
    <dgm:pt modelId="{8192C780-D6AE-48FF-A6C0-92BA18E94522}" type="sibTrans" cxnId="{C1B52ADC-0069-4DDF-B0A0-C88BD9F0C7FB}">
      <dgm:prSet/>
      <dgm:spPr/>
      <dgm:t>
        <a:bodyPr/>
        <a:lstStyle/>
        <a:p>
          <a:endParaRPr lang="en-US"/>
        </a:p>
      </dgm:t>
    </dgm:pt>
    <dgm:pt modelId="{B35F6E26-E04B-4DC5-8DDB-1EEA4F032F46}">
      <dgm:prSet/>
      <dgm:spPr/>
      <dgm:t>
        <a:bodyPr/>
        <a:lstStyle/>
        <a:p>
          <a:pPr rtl="0"/>
          <a:r>
            <a:rPr lang="en-US" i="1" dirty="0"/>
            <a:t>TELNET is an abbreviation for TErminaL NETwork</a:t>
          </a:r>
          <a:endParaRPr lang="en-US" dirty="0"/>
        </a:p>
      </dgm:t>
    </dgm:pt>
    <dgm:pt modelId="{09276254-5BCA-413C-8518-9E78A90F7A3C}" type="parTrans" cxnId="{8558AA0C-F6D9-4547-84CC-E4C519B9D822}">
      <dgm:prSet/>
      <dgm:spPr/>
      <dgm:t>
        <a:bodyPr/>
        <a:lstStyle/>
        <a:p>
          <a:endParaRPr lang="en-US"/>
        </a:p>
      </dgm:t>
    </dgm:pt>
    <dgm:pt modelId="{53B62691-D544-4D06-B46F-702FBEB1A63C}" type="sibTrans" cxnId="{8558AA0C-F6D9-4547-84CC-E4C519B9D822}">
      <dgm:prSet/>
      <dgm:spPr/>
      <dgm:t>
        <a:bodyPr/>
        <a:lstStyle/>
        <a:p>
          <a:endParaRPr lang="en-US"/>
        </a:p>
      </dgm:t>
    </dgm:pt>
    <dgm:pt modelId="{F8BDCA6D-C90C-4A0B-8D13-AFDDFD8351A4}">
      <dgm:prSet/>
      <dgm:spPr/>
      <dgm:t>
        <a:bodyPr/>
        <a:lstStyle/>
        <a:p>
          <a:pPr rtl="0"/>
          <a:r>
            <a:rPr lang="en-US" i="1" dirty="0"/>
            <a:t>Uses Port No 23 and TCP Protocol</a:t>
          </a:r>
          <a:endParaRPr lang="en-US" dirty="0"/>
        </a:p>
      </dgm:t>
    </dgm:pt>
    <dgm:pt modelId="{3373477D-0F69-4FD7-BBCB-E449E8F626DB}" type="parTrans" cxnId="{E16F61ED-7AB1-45FC-86F7-AA5175D1B74F}">
      <dgm:prSet/>
      <dgm:spPr/>
      <dgm:t>
        <a:bodyPr/>
        <a:lstStyle/>
        <a:p>
          <a:endParaRPr lang="en-US"/>
        </a:p>
      </dgm:t>
    </dgm:pt>
    <dgm:pt modelId="{4B30AECE-10DA-4EC9-98C7-DF3483A9FFD1}" type="sibTrans" cxnId="{E16F61ED-7AB1-45FC-86F7-AA5175D1B74F}">
      <dgm:prSet/>
      <dgm:spPr/>
      <dgm:t>
        <a:bodyPr/>
        <a:lstStyle/>
        <a:p>
          <a:endParaRPr lang="en-US"/>
        </a:p>
      </dgm:t>
    </dgm:pt>
    <dgm:pt modelId="{0C753796-CF86-4403-BC25-B6CE560B56A7}">
      <dgm:prSet/>
      <dgm:spPr/>
      <dgm:t>
        <a:bodyPr/>
        <a:lstStyle/>
        <a:p>
          <a:pPr rtl="0"/>
          <a:r>
            <a:rPr lang="en-US" i="1" dirty="0"/>
            <a:t>Used for Virtual terminal service</a:t>
          </a:r>
        </a:p>
      </dgm:t>
    </dgm:pt>
    <dgm:pt modelId="{2745C4AD-6FF1-4CA6-8352-93EE84CB85DB}" type="parTrans" cxnId="{F5426848-F715-4301-A52E-7AEC32B5939C}">
      <dgm:prSet/>
      <dgm:spPr/>
      <dgm:t>
        <a:bodyPr/>
        <a:lstStyle/>
        <a:p>
          <a:endParaRPr lang="en-US"/>
        </a:p>
      </dgm:t>
    </dgm:pt>
    <dgm:pt modelId="{A0307032-1715-49C7-B309-DFA7EBC6C8D2}" type="sibTrans" cxnId="{F5426848-F715-4301-A52E-7AEC32B5939C}">
      <dgm:prSet/>
      <dgm:spPr/>
      <dgm:t>
        <a:bodyPr/>
        <a:lstStyle/>
        <a:p>
          <a:endParaRPr lang="en-US"/>
        </a:p>
      </dgm:t>
    </dgm:pt>
    <dgm:pt modelId="{F70816DC-3D9A-4D4D-A909-F41D0C77DF83}">
      <dgm:prSet/>
      <dgm:spPr/>
      <dgm:t>
        <a:bodyPr/>
        <a:lstStyle/>
        <a:p>
          <a:pPr rtl="0"/>
          <a:r>
            <a:rPr lang="en-US" i="1" dirty="0"/>
            <a:t>TELNET enables the establishment of a connection to a remote system in such a way that the local terminal appears to be a terminal at the remote system.</a:t>
          </a:r>
          <a:endParaRPr lang="en-US" dirty="0"/>
        </a:p>
      </dgm:t>
    </dgm:pt>
    <dgm:pt modelId="{FF31DE95-5BAA-4E8D-BF83-91DEE0521D05}" type="parTrans" cxnId="{23F089E6-1E01-4AF3-BECF-EFF1547A0842}">
      <dgm:prSet/>
      <dgm:spPr/>
      <dgm:t>
        <a:bodyPr/>
        <a:lstStyle/>
        <a:p>
          <a:endParaRPr lang="en-US"/>
        </a:p>
      </dgm:t>
    </dgm:pt>
    <dgm:pt modelId="{DA8AB930-8434-4A60-8696-36817A3920C9}" type="sibTrans" cxnId="{23F089E6-1E01-4AF3-BECF-EFF1547A0842}">
      <dgm:prSet/>
      <dgm:spPr/>
      <dgm:t>
        <a:bodyPr/>
        <a:lstStyle/>
        <a:p>
          <a:endParaRPr lang="en-US"/>
        </a:p>
      </dgm:t>
    </dgm:pt>
    <dgm:pt modelId="{01DE206F-4565-442E-BFDE-D1C521F89562}" type="pres">
      <dgm:prSet presAssocID="{4E852ADA-3F56-49AA-A334-2E131F1FD490}" presName="linear" presStyleCnt="0">
        <dgm:presLayoutVars>
          <dgm:animLvl val="lvl"/>
          <dgm:resizeHandles val="exact"/>
        </dgm:presLayoutVars>
      </dgm:prSet>
      <dgm:spPr/>
    </dgm:pt>
    <dgm:pt modelId="{ECA21144-5CF3-4F62-B476-8C894A2B1BA7}" type="pres">
      <dgm:prSet presAssocID="{D7863BCF-4E45-4188-830A-B79C703EB7BE}" presName="parentText" presStyleLbl="node1" presStyleIdx="0" presStyleCnt="5" custLinFactY="-57794" custLinFactNeighborX="174" custLinFactNeighborY="-100000">
        <dgm:presLayoutVars>
          <dgm:chMax val="0"/>
          <dgm:bulletEnabled val="1"/>
        </dgm:presLayoutVars>
      </dgm:prSet>
      <dgm:spPr/>
    </dgm:pt>
    <dgm:pt modelId="{0323AC05-3119-4311-A061-5FEBFF0B3598}" type="pres">
      <dgm:prSet presAssocID="{8192C780-D6AE-48FF-A6C0-92BA18E94522}" presName="spacer" presStyleCnt="0"/>
      <dgm:spPr/>
    </dgm:pt>
    <dgm:pt modelId="{6618F976-39BD-4E12-BACE-C19DA2DAD6C3}" type="pres">
      <dgm:prSet presAssocID="{B35F6E26-E04B-4DC5-8DDB-1EEA4F032F46}" presName="parentText" presStyleLbl="node1" presStyleIdx="1" presStyleCnt="5" custLinFactY="-6755" custLinFactNeighborY="-100000">
        <dgm:presLayoutVars>
          <dgm:chMax val="0"/>
          <dgm:bulletEnabled val="1"/>
        </dgm:presLayoutVars>
      </dgm:prSet>
      <dgm:spPr/>
    </dgm:pt>
    <dgm:pt modelId="{63D150CD-AE38-4140-9E9A-83BED7E989B0}" type="pres">
      <dgm:prSet presAssocID="{53B62691-D544-4D06-B46F-702FBEB1A63C}" presName="spacer" presStyleCnt="0"/>
      <dgm:spPr/>
    </dgm:pt>
    <dgm:pt modelId="{BF1038D5-65F7-452C-82CC-98280E197BD5}" type="pres">
      <dgm:prSet presAssocID="{F8BDCA6D-C90C-4A0B-8D13-AFDDFD8351A4}" presName="parentText" presStyleLbl="node1" presStyleIdx="2" presStyleCnt="5" custLinFactNeighborY="-29184">
        <dgm:presLayoutVars>
          <dgm:chMax val="0"/>
          <dgm:bulletEnabled val="1"/>
        </dgm:presLayoutVars>
      </dgm:prSet>
      <dgm:spPr/>
    </dgm:pt>
    <dgm:pt modelId="{3C12D099-4846-41B2-A1A1-6DF1A55C4B43}" type="pres">
      <dgm:prSet presAssocID="{4B30AECE-10DA-4EC9-98C7-DF3483A9FFD1}" presName="spacer" presStyleCnt="0"/>
      <dgm:spPr/>
    </dgm:pt>
    <dgm:pt modelId="{63156E57-71AD-42DB-8C70-96C27495D9EB}" type="pres">
      <dgm:prSet presAssocID="{0C753796-CF86-4403-BC25-B6CE560B56A7}" presName="parentText" presStyleLbl="node1" presStyleIdx="3" presStyleCnt="5" custLinFactNeighborY="4">
        <dgm:presLayoutVars>
          <dgm:chMax val="0"/>
          <dgm:bulletEnabled val="1"/>
        </dgm:presLayoutVars>
      </dgm:prSet>
      <dgm:spPr/>
    </dgm:pt>
    <dgm:pt modelId="{7273DA59-D0DC-4195-AE83-F48602269DF2}" type="pres">
      <dgm:prSet presAssocID="{A0307032-1715-49C7-B309-DFA7EBC6C8D2}" presName="spacer" presStyleCnt="0"/>
      <dgm:spPr/>
    </dgm:pt>
    <dgm:pt modelId="{D6CDF4FA-B8F4-4FD5-92C7-021599050CAC}" type="pres">
      <dgm:prSet presAssocID="{F70816DC-3D9A-4D4D-A909-F41D0C77DF83}" presName="parentText" presStyleLbl="node1" presStyleIdx="4" presStyleCnt="5" custScaleY="208523" custLinFactY="14316" custLinFactNeighborX="348" custLinFactNeighborY="100000">
        <dgm:presLayoutVars>
          <dgm:chMax val="0"/>
          <dgm:bulletEnabled val="1"/>
        </dgm:presLayoutVars>
      </dgm:prSet>
      <dgm:spPr/>
    </dgm:pt>
  </dgm:ptLst>
  <dgm:cxnLst>
    <dgm:cxn modelId="{8558AA0C-F6D9-4547-84CC-E4C519B9D822}" srcId="{4E852ADA-3F56-49AA-A334-2E131F1FD490}" destId="{B35F6E26-E04B-4DC5-8DDB-1EEA4F032F46}" srcOrd="1" destOrd="0" parTransId="{09276254-5BCA-413C-8518-9E78A90F7A3C}" sibTransId="{53B62691-D544-4D06-B46F-702FBEB1A63C}"/>
    <dgm:cxn modelId="{BF426316-E838-4985-8DA7-CA3C1480768D}" type="presOf" srcId="{F8BDCA6D-C90C-4A0B-8D13-AFDDFD8351A4}" destId="{BF1038D5-65F7-452C-82CC-98280E197BD5}" srcOrd="0" destOrd="0" presId="urn:microsoft.com/office/officeart/2005/8/layout/vList2"/>
    <dgm:cxn modelId="{9A04441A-07D6-45C3-95BB-4D690BB931E6}" type="presOf" srcId="{B35F6E26-E04B-4DC5-8DDB-1EEA4F032F46}" destId="{6618F976-39BD-4E12-BACE-C19DA2DAD6C3}" srcOrd="0" destOrd="0" presId="urn:microsoft.com/office/officeart/2005/8/layout/vList2"/>
    <dgm:cxn modelId="{29FD4D43-70D8-4AEC-99DC-C0473D252B17}" type="presOf" srcId="{0C753796-CF86-4403-BC25-B6CE560B56A7}" destId="{63156E57-71AD-42DB-8C70-96C27495D9EB}" srcOrd="0" destOrd="0" presId="urn:microsoft.com/office/officeart/2005/8/layout/vList2"/>
    <dgm:cxn modelId="{F5426848-F715-4301-A52E-7AEC32B5939C}" srcId="{4E852ADA-3F56-49AA-A334-2E131F1FD490}" destId="{0C753796-CF86-4403-BC25-B6CE560B56A7}" srcOrd="3" destOrd="0" parTransId="{2745C4AD-6FF1-4CA6-8352-93EE84CB85DB}" sibTransId="{A0307032-1715-49C7-B309-DFA7EBC6C8D2}"/>
    <dgm:cxn modelId="{8070D84F-416A-4C02-BEB6-CA164606967C}" type="presOf" srcId="{F70816DC-3D9A-4D4D-A909-F41D0C77DF83}" destId="{D6CDF4FA-B8F4-4FD5-92C7-021599050CAC}" srcOrd="0" destOrd="0" presId="urn:microsoft.com/office/officeart/2005/8/layout/vList2"/>
    <dgm:cxn modelId="{481668C7-68A6-47EB-8350-E5831D4762D2}" type="presOf" srcId="{D7863BCF-4E45-4188-830A-B79C703EB7BE}" destId="{ECA21144-5CF3-4F62-B476-8C894A2B1BA7}" srcOrd="0" destOrd="0" presId="urn:microsoft.com/office/officeart/2005/8/layout/vList2"/>
    <dgm:cxn modelId="{F9690ED0-09B8-46E5-B60E-99BBC28B1D55}" type="presOf" srcId="{4E852ADA-3F56-49AA-A334-2E131F1FD490}" destId="{01DE206F-4565-442E-BFDE-D1C521F89562}" srcOrd="0" destOrd="0" presId="urn:microsoft.com/office/officeart/2005/8/layout/vList2"/>
    <dgm:cxn modelId="{C1B52ADC-0069-4DDF-B0A0-C88BD9F0C7FB}" srcId="{4E852ADA-3F56-49AA-A334-2E131F1FD490}" destId="{D7863BCF-4E45-4188-830A-B79C703EB7BE}" srcOrd="0" destOrd="0" parTransId="{56FA587B-D633-4535-8851-6F9B56DE05DB}" sibTransId="{8192C780-D6AE-48FF-A6C0-92BA18E94522}"/>
    <dgm:cxn modelId="{23F089E6-1E01-4AF3-BECF-EFF1547A0842}" srcId="{4E852ADA-3F56-49AA-A334-2E131F1FD490}" destId="{F70816DC-3D9A-4D4D-A909-F41D0C77DF83}" srcOrd="4" destOrd="0" parTransId="{FF31DE95-5BAA-4E8D-BF83-91DEE0521D05}" sibTransId="{DA8AB930-8434-4A60-8696-36817A3920C9}"/>
    <dgm:cxn modelId="{E16F61ED-7AB1-45FC-86F7-AA5175D1B74F}" srcId="{4E852ADA-3F56-49AA-A334-2E131F1FD490}" destId="{F8BDCA6D-C90C-4A0B-8D13-AFDDFD8351A4}" srcOrd="2" destOrd="0" parTransId="{3373477D-0F69-4FD7-BBCB-E449E8F626DB}" sibTransId="{4B30AECE-10DA-4EC9-98C7-DF3483A9FFD1}"/>
    <dgm:cxn modelId="{87551030-F4A4-43F0-A5A4-BBE49B083F05}" type="presParOf" srcId="{01DE206F-4565-442E-BFDE-D1C521F89562}" destId="{ECA21144-5CF3-4F62-B476-8C894A2B1BA7}" srcOrd="0" destOrd="0" presId="urn:microsoft.com/office/officeart/2005/8/layout/vList2"/>
    <dgm:cxn modelId="{E31BE308-B68E-4F93-8C79-1EF8AFEFF84B}" type="presParOf" srcId="{01DE206F-4565-442E-BFDE-D1C521F89562}" destId="{0323AC05-3119-4311-A061-5FEBFF0B3598}" srcOrd="1" destOrd="0" presId="urn:microsoft.com/office/officeart/2005/8/layout/vList2"/>
    <dgm:cxn modelId="{97F28FBB-8CFA-445C-B324-D1D84E9E3D62}" type="presParOf" srcId="{01DE206F-4565-442E-BFDE-D1C521F89562}" destId="{6618F976-39BD-4E12-BACE-C19DA2DAD6C3}" srcOrd="2" destOrd="0" presId="urn:microsoft.com/office/officeart/2005/8/layout/vList2"/>
    <dgm:cxn modelId="{A9F33728-6692-474F-907F-2A3FDF5558C9}" type="presParOf" srcId="{01DE206F-4565-442E-BFDE-D1C521F89562}" destId="{63D150CD-AE38-4140-9E9A-83BED7E989B0}" srcOrd="3" destOrd="0" presId="urn:microsoft.com/office/officeart/2005/8/layout/vList2"/>
    <dgm:cxn modelId="{44D455F7-97DC-4A1E-8674-9959C8AD0BCE}" type="presParOf" srcId="{01DE206F-4565-442E-BFDE-D1C521F89562}" destId="{BF1038D5-65F7-452C-82CC-98280E197BD5}" srcOrd="4" destOrd="0" presId="urn:microsoft.com/office/officeart/2005/8/layout/vList2"/>
    <dgm:cxn modelId="{C156E990-437C-4185-A81D-3DC4C7190352}" type="presParOf" srcId="{01DE206F-4565-442E-BFDE-D1C521F89562}" destId="{3C12D099-4846-41B2-A1A1-6DF1A55C4B43}" srcOrd="5" destOrd="0" presId="urn:microsoft.com/office/officeart/2005/8/layout/vList2"/>
    <dgm:cxn modelId="{9C5249EB-0F05-44A6-998B-8A753DC84CF8}" type="presParOf" srcId="{01DE206F-4565-442E-BFDE-D1C521F89562}" destId="{63156E57-71AD-42DB-8C70-96C27495D9EB}" srcOrd="6" destOrd="0" presId="urn:microsoft.com/office/officeart/2005/8/layout/vList2"/>
    <dgm:cxn modelId="{F3DFB7FC-517B-46C4-9EA9-744741F912B3}" type="presParOf" srcId="{01DE206F-4565-442E-BFDE-D1C521F89562}" destId="{7273DA59-D0DC-4195-AE83-F48602269DF2}" srcOrd="7" destOrd="0" presId="urn:microsoft.com/office/officeart/2005/8/layout/vList2"/>
    <dgm:cxn modelId="{86AAF318-E4F2-4412-B7E6-22DD8A7673B7}" type="presParOf" srcId="{01DE206F-4565-442E-BFDE-D1C521F89562}" destId="{D6CDF4FA-B8F4-4FD5-92C7-021599050CAC}"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FF47C2A-6E14-435A-9904-8C5CCFCF763C}" type="doc">
      <dgm:prSet loTypeId="urn:microsoft.com/office/officeart/2005/8/layout/vList2" loCatId="list" qsTypeId="urn:microsoft.com/office/officeart/2005/8/quickstyle/simple1" qsCatId="simple" csTypeId="urn:microsoft.com/office/officeart/2005/8/colors/accent2_1" csCatId="accent2"/>
      <dgm:spPr/>
      <dgm:t>
        <a:bodyPr/>
        <a:lstStyle/>
        <a:p>
          <a:endParaRPr lang="en-US"/>
        </a:p>
      </dgm:t>
    </dgm:pt>
    <dgm:pt modelId="{472471DD-C285-4F47-9848-84DD7F81DB10}">
      <dgm:prSet/>
      <dgm:spPr/>
      <dgm:t>
        <a:bodyPr/>
        <a:lstStyle/>
        <a:p>
          <a:pPr rtl="0"/>
          <a:r>
            <a:rPr lang="en-US" i="1" dirty="0"/>
            <a:t>Via a universal interface called the Network Virtual Terminal (NVT) character set, the TELNET client translates characters (data or commands) that come from the local terminal into NVT form and delivers them to the network. The TELNET server translates data and commands from NVT form into the form acceptable by the remote computer. </a:t>
          </a:r>
          <a:endParaRPr lang="en-US" dirty="0"/>
        </a:p>
      </dgm:t>
    </dgm:pt>
    <dgm:pt modelId="{33DF9ABE-C790-4907-9C53-12104B003A4B}" type="parTrans" cxnId="{50E8FA3E-A109-45F9-9655-445A6E6A10B9}">
      <dgm:prSet/>
      <dgm:spPr/>
      <dgm:t>
        <a:bodyPr/>
        <a:lstStyle/>
        <a:p>
          <a:endParaRPr lang="en-US"/>
        </a:p>
      </dgm:t>
    </dgm:pt>
    <dgm:pt modelId="{1BA872CA-FA27-4680-B440-2710D95AB046}" type="sibTrans" cxnId="{50E8FA3E-A109-45F9-9655-445A6E6A10B9}">
      <dgm:prSet/>
      <dgm:spPr/>
      <dgm:t>
        <a:bodyPr/>
        <a:lstStyle/>
        <a:p>
          <a:endParaRPr lang="en-US"/>
        </a:p>
      </dgm:t>
    </dgm:pt>
    <dgm:pt modelId="{8FFDA866-14B3-48FA-9CC8-A74AF5AEE298}" type="pres">
      <dgm:prSet presAssocID="{AFF47C2A-6E14-435A-9904-8C5CCFCF763C}" presName="linear" presStyleCnt="0">
        <dgm:presLayoutVars>
          <dgm:animLvl val="lvl"/>
          <dgm:resizeHandles val="exact"/>
        </dgm:presLayoutVars>
      </dgm:prSet>
      <dgm:spPr/>
    </dgm:pt>
    <dgm:pt modelId="{105F37AF-190C-4B69-B1BF-C67CC2314282}" type="pres">
      <dgm:prSet presAssocID="{472471DD-C285-4F47-9848-84DD7F81DB10}" presName="parentText" presStyleLbl="node1" presStyleIdx="0" presStyleCnt="1">
        <dgm:presLayoutVars>
          <dgm:chMax val="0"/>
          <dgm:bulletEnabled val="1"/>
        </dgm:presLayoutVars>
      </dgm:prSet>
      <dgm:spPr/>
    </dgm:pt>
  </dgm:ptLst>
  <dgm:cxnLst>
    <dgm:cxn modelId="{50E8FA3E-A109-45F9-9655-445A6E6A10B9}" srcId="{AFF47C2A-6E14-435A-9904-8C5CCFCF763C}" destId="{472471DD-C285-4F47-9848-84DD7F81DB10}" srcOrd="0" destOrd="0" parTransId="{33DF9ABE-C790-4907-9C53-12104B003A4B}" sibTransId="{1BA872CA-FA27-4680-B440-2710D95AB046}"/>
    <dgm:cxn modelId="{AF66D6A6-9020-46D6-B02A-4612881DD72C}" type="presOf" srcId="{472471DD-C285-4F47-9848-84DD7F81DB10}" destId="{105F37AF-190C-4B69-B1BF-C67CC2314282}" srcOrd="0" destOrd="0" presId="urn:microsoft.com/office/officeart/2005/8/layout/vList2"/>
    <dgm:cxn modelId="{55985AD1-B1EA-423E-921C-7E8D4544FF96}" type="presOf" srcId="{AFF47C2A-6E14-435A-9904-8C5CCFCF763C}" destId="{8FFDA866-14B3-48FA-9CC8-A74AF5AEE298}" srcOrd="0" destOrd="0" presId="urn:microsoft.com/office/officeart/2005/8/layout/vList2"/>
    <dgm:cxn modelId="{5FFAED8C-A658-47DE-BDDF-786B73BCAC63}" type="presParOf" srcId="{8FFDA866-14B3-48FA-9CC8-A74AF5AEE298}" destId="{105F37AF-190C-4B69-B1BF-C67CC2314282}"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7A84F70-3235-4D0D-A8A9-F59A8442A609}" type="doc">
      <dgm:prSet loTypeId="urn:microsoft.com/office/officeart/2005/8/layout/vList5" loCatId="list" qsTypeId="urn:microsoft.com/office/officeart/2005/8/quickstyle/simple1" qsCatId="simple" csTypeId="urn:microsoft.com/office/officeart/2005/8/colors/accent2_3" csCatId="accent2" phldr="1"/>
      <dgm:spPr/>
      <dgm:t>
        <a:bodyPr/>
        <a:lstStyle/>
        <a:p>
          <a:endParaRPr lang="en-US"/>
        </a:p>
      </dgm:t>
    </dgm:pt>
    <dgm:pt modelId="{9B09FE92-34B5-4DD5-9777-5B8F99F86246}">
      <dgm:prSet phldrT="[Text]"/>
      <dgm:spPr/>
      <dgm:t>
        <a:bodyPr/>
        <a:lstStyle/>
        <a:p>
          <a:r>
            <a:rPr lang="en-US" dirty="0"/>
            <a:t>AYT</a:t>
          </a:r>
        </a:p>
      </dgm:t>
    </dgm:pt>
    <dgm:pt modelId="{81ACEDBD-CE12-44DD-B60D-A4A220D9ADB6}" type="parTrans" cxnId="{A221D0E0-1BB4-4B4E-9780-8496181928C7}">
      <dgm:prSet/>
      <dgm:spPr/>
      <dgm:t>
        <a:bodyPr/>
        <a:lstStyle/>
        <a:p>
          <a:endParaRPr lang="en-US"/>
        </a:p>
      </dgm:t>
    </dgm:pt>
    <dgm:pt modelId="{AC82DF97-7504-48D2-94C0-69D594864E6A}" type="sibTrans" cxnId="{A221D0E0-1BB4-4B4E-9780-8496181928C7}">
      <dgm:prSet/>
      <dgm:spPr/>
      <dgm:t>
        <a:bodyPr/>
        <a:lstStyle/>
        <a:p>
          <a:endParaRPr lang="en-US"/>
        </a:p>
      </dgm:t>
    </dgm:pt>
    <dgm:pt modelId="{0A664BDB-466E-41A3-9AA2-5FA23935B16F}">
      <dgm:prSet phldrT="[Text]"/>
      <dgm:spPr/>
      <dgm:t>
        <a:bodyPr/>
        <a:lstStyle/>
        <a:p>
          <a:r>
            <a:rPr lang="en-US" dirty="0"/>
            <a:t>Are you There</a:t>
          </a:r>
        </a:p>
      </dgm:t>
    </dgm:pt>
    <dgm:pt modelId="{99B9E3E4-DC28-4F17-9F09-5AC11F05A951}" type="parTrans" cxnId="{F54A1FA9-6067-4B23-BA42-D97B6BA7543E}">
      <dgm:prSet/>
      <dgm:spPr/>
      <dgm:t>
        <a:bodyPr/>
        <a:lstStyle/>
        <a:p>
          <a:endParaRPr lang="en-US"/>
        </a:p>
      </dgm:t>
    </dgm:pt>
    <dgm:pt modelId="{E43F26A5-5C00-4D48-AB75-B5118D0A1CD6}" type="sibTrans" cxnId="{F54A1FA9-6067-4B23-BA42-D97B6BA7543E}">
      <dgm:prSet/>
      <dgm:spPr/>
      <dgm:t>
        <a:bodyPr/>
        <a:lstStyle/>
        <a:p>
          <a:endParaRPr lang="en-US"/>
        </a:p>
      </dgm:t>
    </dgm:pt>
    <dgm:pt modelId="{B0A72CD1-C8A8-4597-9351-355116F600AB}">
      <dgm:prSet phldrT="[Text]"/>
      <dgm:spPr/>
      <dgm:t>
        <a:bodyPr/>
        <a:lstStyle/>
        <a:p>
          <a:r>
            <a:rPr lang="en-US" dirty="0"/>
            <a:t>EC</a:t>
          </a:r>
        </a:p>
      </dgm:t>
    </dgm:pt>
    <dgm:pt modelId="{E1B65326-C38F-4F08-9F68-2F61E0037C3A}" type="parTrans" cxnId="{ABA9DBB9-F883-4624-98F1-224E3928D792}">
      <dgm:prSet/>
      <dgm:spPr/>
      <dgm:t>
        <a:bodyPr/>
        <a:lstStyle/>
        <a:p>
          <a:endParaRPr lang="en-US"/>
        </a:p>
      </dgm:t>
    </dgm:pt>
    <dgm:pt modelId="{6B8F7BDA-7D7D-4075-B47F-6E0CC9DB009B}" type="sibTrans" cxnId="{ABA9DBB9-F883-4624-98F1-224E3928D792}">
      <dgm:prSet/>
      <dgm:spPr/>
      <dgm:t>
        <a:bodyPr/>
        <a:lstStyle/>
        <a:p>
          <a:endParaRPr lang="en-US"/>
        </a:p>
      </dgm:t>
    </dgm:pt>
    <dgm:pt modelId="{4591D0F4-7923-4B88-B32B-939F8D865C04}">
      <dgm:prSet phldrT="[Text]"/>
      <dgm:spPr/>
      <dgm:t>
        <a:bodyPr/>
        <a:lstStyle/>
        <a:p>
          <a:r>
            <a:rPr lang="en-US" dirty="0"/>
            <a:t>Erase Character</a:t>
          </a:r>
        </a:p>
      </dgm:t>
    </dgm:pt>
    <dgm:pt modelId="{788AE8BE-F489-4104-9E0E-F1E4A4567728}" type="parTrans" cxnId="{800E9BCD-3543-4ADC-8DB4-4CC223FDD19B}">
      <dgm:prSet/>
      <dgm:spPr/>
      <dgm:t>
        <a:bodyPr/>
        <a:lstStyle/>
        <a:p>
          <a:endParaRPr lang="en-US"/>
        </a:p>
      </dgm:t>
    </dgm:pt>
    <dgm:pt modelId="{88D78133-58F0-46CA-A90F-A1B59DC10028}" type="sibTrans" cxnId="{800E9BCD-3543-4ADC-8DB4-4CC223FDD19B}">
      <dgm:prSet/>
      <dgm:spPr/>
      <dgm:t>
        <a:bodyPr/>
        <a:lstStyle/>
        <a:p>
          <a:endParaRPr lang="en-US"/>
        </a:p>
      </dgm:t>
    </dgm:pt>
    <dgm:pt modelId="{F9B7A230-4821-47DC-B289-BB126B3D9EC1}">
      <dgm:prSet phldrT="[Text]"/>
      <dgm:spPr/>
      <dgm:t>
        <a:bodyPr/>
        <a:lstStyle/>
        <a:p>
          <a:r>
            <a:rPr lang="en-US" dirty="0"/>
            <a:t>AO</a:t>
          </a:r>
        </a:p>
      </dgm:t>
    </dgm:pt>
    <dgm:pt modelId="{BE4E05ED-48AF-45B8-9845-2B16E106B44E}" type="parTrans" cxnId="{69A43E62-4823-4F4A-AE0C-0081BACBF923}">
      <dgm:prSet/>
      <dgm:spPr/>
      <dgm:t>
        <a:bodyPr/>
        <a:lstStyle/>
        <a:p>
          <a:endParaRPr lang="en-US"/>
        </a:p>
      </dgm:t>
    </dgm:pt>
    <dgm:pt modelId="{699341A8-8EE1-4ABA-9A62-66AE6A703B96}" type="sibTrans" cxnId="{69A43E62-4823-4F4A-AE0C-0081BACBF923}">
      <dgm:prSet/>
      <dgm:spPr/>
      <dgm:t>
        <a:bodyPr/>
        <a:lstStyle/>
        <a:p>
          <a:endParaRPr lang="en-US"/>
        </a:p>
      </dgm:t>
    </dgm:pt>
    <dgm:pt modelId="{CFCA170A-3561-4A9C-81D3-AB08048339E6}">
      <dgm:prSet phldrT="[Text]"/>
      <dgm:spPr/>
      <dgm:t>
        <a:bodyPr/>
        <a:lstStyle/>
        <a:p>
          <a:r>
            <a:rPr lang="en-US" dirty="0"/>
            <a:t>Abort Output</a:t>
          </a:r>
        </a:p>
      </dgm:t>
    </dgm:pt>
    <dgm:pt modelId="{DDDA2563-D059-4203-B898-8651DF0739F9}" type="parTrans" cxnId="{3FF02CFD-6562-4A32-BEA8-B3302E5CA5B8}">
      <dgm:prSet/>
      <dgm:spPr/>
      <dgm:t>
        <a:bodyPr/>
        <a:lstStyle/>
        <a:p>
          <a:endParaRPr lang="en-US"/>
        </a:p>
      </dgm:t>
    </dgm:pt>
    <dgm:pt modelId="{72D5E886-0AFD-440C-AACC-A1C2A0765E67}" type="sibTrans" cxnId="{3FF02CFD-6562-4A32-BEA8-B3302E5CA5B8}">
      <dgm:prSet/>
      <dgm:spPr/>
      <dgm:t>
        <a:bodyPr/>
        <a:lstStyle/>
        <a:p>
          <a:endParaRPr lang="en-US"/>
        </a:p>
      </dgm:t>
    </dgm:pt>
    <dgm:pt modelId="{910BC578-B13E-41D2-8E7E-CACDFB53C080}">
      <dgm:prSet/>
      <dgm:spPr/>
      <dgm:t>
        <a:bodyPr/>
        <a:lstStyle/>
        <a:p>
          <a:r>
            <a:rPr lang="en-US" dirty="0"/>
            <a:t>Quit Session</a:t>
          </a:r>
        </a:p>
      </dgm:t>
    </dgm:pt>
    <dgm:pt modelId="{A28CD917-2FA7-431A-8519-A67400C3D3E0}" type="parTrans" cxnId="{B364E198-757C-43BC-B6F6-209772357A96}">
      <dgm:prSet/>
      <dgm:spPr/>
      <dgm:t>
        <a:bodyPr/>
        <a:lstStyle/>
        <a:p>
          <a:endParaRPr lang="en-US"/>
        </a:p>
      </dgm:t>
    </dgm:pt>
    <dgm:pt modelId="{3464532B-32EB-4615-94A5-ED2A7BB76985}" type="sibTrans" cxnId="{B364E198-757C-43BC-B6F6-209772357A96}">
      <dgm:prSet/>
      <dgm:spPr/>
      <dgm:t>
        <a:bodyPr/>
        <a:lstStyle/>
        <a:p>
          <a:endParaRPr lang="en-US"/>
        </a:p>
      </dgm:t>
    </dgm:pt>
    <dgm:pt modelId="{B0760311-E701-4F19-AB49-382CA00D9985}">
      <dgm:prSet/>
      <dgm:spPr/>
      <dgm:t>
        <a:bodyPr/>
        <a:lstStyle/>
        <a:p>
          <a:r>
            <a:rPr lang="en-US" dirty="0"/>
            <a:t>QUIT</a:t>
          </a:r>
        </a:p>
      </dgm:t>
    </dgm:pt>
    <dgm:pt modelId="{C73B0D91-815F-4C0E-BB34-E3A55809183F}" type="parTrans" cxnId="{5C27DEA7-C792-419C-B454-460EC0D7FFF3}">
      <dgm:prSet/>
      <dgm:spPr/>
    </dgm:pt>
    <dgm:pt modelId="{9FD800B5-4AA4-41E5-83C5-C9520D157073}" type="sibTrans" cxnId="{5C27DEA7-C792-419C-B454-460EC0D7FFF3}">
      <dgm:prSet/>
      <dgm:spPr/>
    </dgm:pt>
    <dgm:pt modelId="{A41623CA-88EF-4E85-9F19-C724C4A2DDE2}" type="pres">
      <dgm:prSet presAssocID="{C7A84F70-3235-4D0D-A8A9-F59A8442A609}" presName="Name0" presStyleCnt="0">
        <dgm:presLayoutVars>
          <dgm:dir/>
          <dgm:animLvl val="lvl"/>
          <dgm:resizeHandles val="exact"/>
        </dgm:presLayoutVars>
      </dgm:prSet>
      <dgm:spPr/>
    </dgm:pt>
    <dgm:pt modelId="{E68DD263-5BC0-4586-89E0-542C84A58706}" type="pres">
      <dgm:prSet presAssocID="{9B09FE92-34B5-4DD5-9777-5B8F99F86246}" presName="linNode" presStyleCnt="0"/>
      <dgm:spPr/>
    </dgm:pt>
    <dgm:pt modelId="{0E71BE56-05D8-4378-9EF3-B1CDC4F92ECF}" type="pres">
      <dgm:prSet presAssocID="{9B09FE92-34B5-4DD5-9777-5B8F99F86246}" presName="parentText" presStyleLbl="node1" presStyleIdx="0" presStyleCnt="4">
        <dgm:presLayoutVars>
          <dgm:chMax val="1"/>
          <dgm:bulletEnabled val="1"/>
        </dgm:presLayoutVars>
      </dgm:prSet>
      <dgm:spPr/>
    </dgm:pt>
    <dgm:pt modelId="{97632E2C-6268-407B-84D4-7FB19692FA17}" type="pres">
      <dgm:prSet presAssocID="{9B09FE92-34B5-4DD5-9777-5B8F99F86246}" presName="descendantText" presStyleLbl="alignAccFollowNode1" presStyleIdx="0" presStyleCnt="4">
        <dgm:presLayoutVars>
          <dgm:bulletEnabled val="1"/>
        </dgm:presLayoutVars>
      </dgm:prSet>
      <dgm:spPr/>
    </dgm:pt>
    <dgm:pt modelId="{EC9DF784-B8DE-414D-98F8-07D1B3B74C65}" type="pres">
      <dgm:prSet presAssocID="{AC82DF97-7504-48D2-94C0-69D594864E6A}" presName="sp" presStyleCnt="0"/>
      <dgm:spPr/>
    </dgm:pt>
    <dgm:pt modelId="{542224D2-E3E3-40CC-BFD5-A57E3F6BCA28}" type="pres">
      <dgm:prSet presAssocID="{B0A72CD1-C8A8-4597-9351-355116F600AB}" presName="linNode" presStyleCnt="0"/>
      <dgm:spPr/>
    </dgm:pt>
    <dgm:pt modelId="{6F858BBC-3840-4399-A287-F3BF76791EB7}" type="pres">
      <dgm:prSet presAssocID="{B0A72CD1-C8A8-4597-9351-355116F600AB}" presName="parentText" presStyleLbl="node1" presStyleIdx="1" presStyleCnt="4">
        <dgm:presLayoutVars>
          <dgm:chMax val="1"/>
          <dgm:bulletEnabled val="1"/>
        </dgm:presLayoutVars>
      </dgm:prSet>
      <dgm:spPr/>
    </dgm:pt>
    <dgm:pt modelId="{2E091440-EC4A-4F19-BB07-624D92E66A37}" type="pres">
      <dgm:prSet presAssocID="{B0A72CD1-C8A8-4597-9351-355116F600AB}" presName="descendantText" presStyleLbl="alignAccFollowNode1" presStyleIdx="1" presStyleCnt="4">
        <dgm:presLayoutVars>
          <dgm:bulletEnabled val="1"/>
        </dgm:presLayoutVars>
      </dgm:prSet>
      <dgm:spPr/>
    </dgm:pt>
    <dgm:pt modelId="{E98987A9-2F4B-4FD3-A6E1-B528B0507623}" type="pres">
      <dgm:prSet presAssocID="{6B8F7BDA-7D7D-4075-B47F-6E0CC9DB009B}" presName="sp" presStyleCnt="0"/>
      <dgm:spPr/>
    </dgm:pt>
    <dgm:pt modelId="{730430E5-31AB-455A-81B8-05C3FE3E67E4}" type="pres">
      <dgm:prSet presAssocID="{F9B7A230-4821-47DC-B289-BB126B3D9EC1}" presName="linNode" presStyleCnt="0"/>
      <dgm:spPr/>
    </dgm:pt>
    <dgm:pt modelId="{D6499D28-20A1-4113-B927-A47E1E09138D}" type="pres">
      <dgm:prSet presAssocID="{F9B7A230-4821-47DC-B289-BB126B3D9EC1}" presName="parentText" presStyleLbl="node1" presStyleIdx="2" presStyleCnt="4">
        <dgm:presLayoutVars>
          <dgm:chMax val="1"/>
          <dgm:bulletEnabled val="1"/>
        </dgm:presLayoutVars>
      </dgm:prSet>
      <dgm:spPr/>
    </dgm:pt>
    <dgm:pt modelId="{50E33CB7-3141-4AB4-933F-010C51EC4EAD}" type="pres">
      <dgm:prSet presAssocID="{F9B7A230-4821-47DC-B289-BB126B3D9EC1}" presName="descendantText" presStyleLbl="alignAccFollowNode1" presStyleIdx="2" presStyleCnt="4">
        <dgm:presLayoutVars>
          <dgm:bulletEnabled val="1"/>
        </dgm:presLayoutVars>
      </dgm:prSet>
      <dgm:spPr/>
    </dgm:pt>
    <dgm:pt modelId="{31D3FFBF-DAB0-4D27-A6E0-B2816AAD4F48}" type="pres">
      <dgm:prSet presAssocID="{699341A8-8EE1-4ABA-9A62-66AE6A703B96}" presName="sp" presStyleCnt="0"/>
      <dgm:spPr/>
    </dgm:pt>
    <dgm:pt modelId="{E6618997-5AF3-4AD3-82F3-DA32A2153586}" type="pres">
      <dgm:prSet presAssocID="{B0760311-E701-4F19-AB49-382CA00D9985}" presName="linNode" presStyleCnt="0"/>
      <dgm:spPr/>
    </dgm:pt>
    <dgm:pt modelId="{E83E4985-9D6A-4C83-B1B3-301D202D230F}" type="pres">
      <dgm:prSet presAssocID="{B0760311-E701-4F19-AB49-382CA00D9985}" presName="parentText" presStyleLbl="node1" presStyleIdx="3" presStyleCnt="4">
        <dgm:presLayoutVars>
          <dgm:chMax val="1"/>
          <dgm:bulletEnabled val="1"/>
        </dgm:presLayoutVars>
      </dgm:prSet>
      <dgm:spPr/>
    </dgm:pt>
    <dgm:pt modelId="{6F736A8C-FD71-4F9D-8B67-B74A45BC8945}" type="pres">
      <dgm:prSet presAssocID="{B0760311-E701-4F19-AB49-382CA00D9985}" presName="descendantText" presStyleLbl="alignAccFollowNode1" presStyleIdx="3" presStyleCnt="4">
        <dgm:presLayoutVars>
          <dgm:bulletEnabled val="1"/>
        </dgm:presLayoutVars>
      </dgm:prSet>
      <dgm:spPr/>
    </dgm:pt>
  </dgm:ptLst>
  <dgm:cxnLst>
    <dgm:cxn modelId="{C5D62242-5486-44EC-82F4-B666CC7ECBA7}" type="presOf" srcId="{CFCA170A-3561-4A9C-81D3-AB08048339E6}" destId="{50E33CB7-3141-4AB4-933F-010C51EC4EAD}" srcOrd="0" destOrd="0" presId="urn:microsoft.com/office/officeart/2005/8/layout/vList5"/>
    <dgm:cxn modelId="{69A43E62-4823-4F4A-AE0C-0081BACBF923}" srcId="{C7A84F70-3235-4D0D-A8A9-F59A8442A609}" destId="{F9B7A230-4821-47DC-B289-BB126B3D9EC1}" srcOrd="2" destOrd="0" parTransId="{BE4E05ED-48AF-45B8-9845-2B16E106B44E}" sibTransId="{699341A8-8EE1-4ABA-9A62-66AE6A703B96}"/>
    <dgm:cxn modelId="{DAAD2548-F681-4482-9D03-1E47E52FCDA7}" type="presOf" srcId="{910BC578-B13E-41D2-8E7E-CACDFB53C080}" destId="{6F736A8C-FD71-4F9D-8B67-B74A45BC8945}" srcOrd="0" destOrd="0" presId="urn:microsoft.com/office/officeart/2005/8/layout/vList5"/>
    <dgm:cxn modelId="{24B1184E-5E58-474C-8A00-C36560E5EE37}" type="presOf" srcId="{0A664BDB-466E-41A3-9AA2-5FA23935B16F}" destId="{97632E2C-6268-407B-84D4-7FB19692FA17}" srcOrd="0" destOrd="0" presId="urn:microsoft.com/office/officeart/2005/8/layout/vList5"/>
    <dgm:cxn modelId="{B364E198-757C-43BC-B6F6-209772357A96}" srcId="{B0760311-E701-4F19-AB49-382CA00D9985}" destId="{910BC578-B13E-41D2-8E7E-CACDFB53C080}" srcOrd="0" destOrd="0" parTransId="{A28CD917-2FA7-431A-8519-A67400C3D3E0}" sibTransId="{3464532B-32EB-4615-94A5-ED2A7BB76985}"/>
    <dgm:cxn modelId="{FD891FA1-A385-4A51-94EC-F4436B0B04A4}" type="presOf" srcId="{9B09FE92-34B5-4DD5-9777-5B8F99F86246}" destId="{0E71BE56-05D8-4378-9EF3-B1CDC4F92ECF}" srcOrd="0" destOrd="0" presId="urn:microsoft.com/office/officeart/2005/8/layout/vList5"/>
    <dgm:cxn modelId="{148A0AA7-5C04-49BA-8C83-00C549BDDA33}" type="presOf" srcId="{B0A72CD1-C8A8-4597-9351-355116F600AB}" destId="{6F858BBC-3840-4399-A287-F3BF76791EB7}" srcOrd="0" destOrd="0" presId="urn:microsoft.com/office/officeart/2005/8/layout/vList5"/>
    <dgm:cxn modelId="{5C27DEA7-C792-419C-B454-460EC0D7FFF3}" srcId="{C7A84F70-3235-4D0D-A8A9-F59A8442A609}" destId="{B0760311-E701-4F19-AB49-382CA00D9985}" srcOrd="3" destOrd="0" parTransId="{C73B0D91-815F-4C0E-BB34-E3A55809183F}" sibTransId="{9FD800B5-4AA4-41E5-83C5-C9520D157073}"/>
    <dgm:cxn modelId="{F54A1FA9-6067-4B23-BA42-D97B6BA7543E}" srcId="{9B09FE92-34B5-4DD5-9777-5B8F99F86246}" destId="{0A664BDB-466E-41A3-9AA2-5FA23935B16F}" srcOrd="0" destOrd="0" parTransId="{99B9E3E4-DC28-4F17-9F09-5AC11F05A951}" sibTransId="{E43F26A5-5C00-4D48-AB75-B5118D0A1CD6}"/>
    <dgm:cxn modelId="{A497CCAE-FB82-4CEC-A263-ABAD11866598}" type="presOf" srcId="{4591D0F4-7923-4B88-B32B-939F8D865C04}" destId="{2E091440-EC4A-4F19-BB07-624D92E66A37}" srcOrd="0" destOrd="0" presId="urn:microsoft.com/office/officeart/2005/8/layout/vList5"/>
    <dgm:cxn modelId="{ABA9DBB9-F883-4624-98F1-224E3928D792}" srcId="{C7A84F70-3235-4D0D-A8A9-F59A8442A609}" destId="{B0A72CD1-C8A8-4597-9351-355116F600AB}" srcOrd="1" destOrd="0" parTransId="{E1B65326-C38F-4F08-9F68-2F61E0037C3A}" sibTransId="{6B8F7BDA-7D7D-4075-B47F-6E0CC9DB009B}"/>
    <dgm:cxn modelId="{72148ACB-3609-4F86-ACCA-934AF45EE544}" type="presOf" srcId="{F9B7A230-4821-47DC-B289-BB126B3D9EC1}" destId="{D6499D28-20A1-4113-B927-A47E1E09138D}" srcOrd="0" destOrd="0" presId="urn:microsoft.com/office/officeart/2005/8/layout/vList5"/>
    <dgm:cxn modelId="{800E9BCD-3543-4ADC-8DB4-4CC223FDD19B}" srcId="{B0A72CD1-C8A8-4597-9351-355116F600AB}" destId="{4591D0F4-7923-4B88-B32B-939F8D865C04}" srcOrd="0" destOrd="0" parTransId="{788AE8BE-F489-4104-9E0E-F1E4A4567728}" sibTransId="{88D78133-58F0-46CA-A90F-A1B59DC10028}"/>
    <dgm:cxn modelId="{34FDF9DB-FDCC-41A5-8F03-A1455172B702}" type="presOf" srcId="{C7A84F70-3235-4D0D-A8A9-F59A8442A609}" destId="{A41623CA-88EF-4E85-9F19-C724C4A2DDE2}" srcOrd="0" destOrd="0" presId="urn:microsoft.com/office/officeart/2005/8/layout/vList5"/>
    <dgm:cxn modelId="{A221D0E0-1BB4-4B4E-9780-8496181928C7}" srcId="{C7A84F70-3235-4D0D-A8A9-F59A8442A609}" destId="{9B09FE92-34B5-4DD5-9777-5B8F99F86246}" srcOrd="0" destOrd="0" parTransId="{81ACEDBD-CE12-44DD-B60D-A4A220D9ADB6}" sibTransId="{AC82DF97-7504-48D2-94C0-69D594864E6A}"/>
    <dgm:cxn modelId="{104B89F9-693A-43B0-8FD1-21C2B3BAB809}" type="presOf" srcId="{B0760311-E701-4F19-AB49-382CA00D9985}" destId="{E83E4985-9D6A-4C83-B1B3-301D202D230F}" srcOrd="0" destOrd="0" presId="urn:microsoft.com/office/officeart/2005/8/layout/vList5"/>
    <dgm:cxn modelId="{3FF02CFD-6562-4A32-BEA8-B3302E5CA5B8}" srcId="{F9B7A230-4821-47DC-B289-BB126B3D9EC1}" destId="{CFCA170A-3561-4A9C-81D3-AB08048339E6}" srcOrd="0" destOrd="0" parTransId="{DDDA2563-D059-4203-B898-8651DF0739F9}" sibTransId="{72D5E886-0AFD-440C-AACC-A1C2A0765E67}"/>
    <dgm:cxn modelId="{F2BD86E5-0A39-483A-8B12-C19A2BC956C3}" type="presParOf" srcId="{A41623CA-88EF-4E85-9F19-C724C4A2DDE2}" destId="{E68DD263-5BC0-4586-89E0-542C84A58706}" srcOrd="0" destOrd="0" presId="urn:microsoft.com/office/officeart/2005/8/layout/vList5"/>
    <dgm:cxn modelId="{5FDC8A7A-E0F6-4B5B-8642-E6671D9BFC37}" type="presParOf" srcId="{E68DD263-5BC0-4586-89E0-542C84A58706}" destId="{0E71BE56-05D8-4378-9EF3-B1CDC4F92ECF}" srcOrd="0" destOrd="0" presId="urn:microsoft.com/office/officeart/2005/8/layout/vList5"/>
    <dgm:cxn modelId="{C34E62E4-4395-4A3E-BAA6-CB191C7470A3}" type="presParOf" srcId="{E68DD263-5BC0-4586-89E0-542C84A58706}" destId="{97632E2C-6268-407B-84D4-7FB19692FA17}" srcOrd="1" destOrd="0" presId="urn:microsoft.com/office/officeart/2005/8/layout/vList5"/>
    <dgm:cxn modelId="{190A4D34-91C2-4D11-976A-5ADCB52A0C92}" type="presParOf" srcId="{A41623CA-88EF-4E85-9F19-C724C4A2DDE2}" destId="{EC9DF784-B8DE-414D-98F8-07D1B3B74C65}" srcOrd="1" destOrd="0" presId="urn:microsoft.com/office/officeart/2005/8/layout/vList5"/>
    <dgm:cxn modelId="{B27766E5-29A8-4B83-9650-D3187836C74D}" type="presParOf" srcId="{A41623CA-88EF-4E85-9F19-C724C4A2DDE2}" destId="{542224D2-E3E3-40CC-BFD5-A57E3F6BCA28}" srcOrd="2" destOrd="0" presId="urn:microsoft.com/office/officeart/2005/8/layout/vList5"/>
    <dgm:cxn modelId="{64CC3EC8-94A2-4E96-BF47-8654B52AC149}" type="presParOf" srcId="{542224D2-E3E3-40CC-BFD5-A57E3F6BCA28}" destId="{6F858BBC-3840-4399-A287-F3BF76791EB7}" srcOrd="0" destOrd="0" presId="urn:microsoft.com/office/officeart/2005/8/layout/vList5"/>
    <dgm:cxn modelId="{986A8BF2-78B9-4205-8A00-77096BD3FA92}" type="presParOf" srcId="{542224D2-E3E3-40CC-BFD5-A57E3F6BCA28}" destId="{2E091440-EC4A-4F19-BB07-624D92E66A37}" srcOrd="1" destOrd="0" presId="urn:microsoft.com/office/officeart/2005/8/layout/vList5"/>
    <dgm:cxn modelId="{842AACB0-2F3E-4560-A508-C077F163DCE4}" type="presParOf" srcId="{A41623CA-88EF-4E85-9F19-C724C4A2DDE2}" destId="{E98987A9-2F4B-4FD3-A6E1-B528B0507623}" srcOrd="3" destOrd="0" presId="urn:microsoft.com/office/officeart/2005/8/layout/vList5"/>
    <dgm:cxn modelId="{B1D5EABA-4209-44A1-9DF7-6E5D75410F66}" type="presParOf" srcId="{A41623CA-88EF-4E85-9F19-C724C4A2DDE2}" destId="{730430E5-31AB-455A-81B8-05C3FE3E67E4}" srcOrd="4" destOrd="0" presId="urn:microsoft.com/office/officeart/2005/8/layout/vList5"/>
    <dgm:cxn modelId="{0E93F0A7-B719-4C79-8FDC-AC1E0468045F}" type="presParOf" srcId="{730430E5-31AB-455A-81B8-05C3FE3E67E4}" destId="{D6499D28-20A1-4113-B927-A47E1E09138D}" srcOrd="0" destOrd="0" presId="urn:microsoft.com/office/officeart/2005/8/layout/vList5"/>
    <dgm:cxn modelId="{3104C599-98FA-4DEC-B1A6-423EFED29FFC}" type="presParOf" srcId="{730430E5-31AB-455A-81B8-05C3FE3E67E4}" destId="{50E33CB7-3141-4AB4-933F-010C51EC4EAD}" srcOrd="1" destOrd="0" presId="urn:microsoft.com/office/officeart/2005/8/layout/vList5"/>
    <dgm:cxn modelId="{5601E506-14A4-4342-943E-B1C4BE39D21E}" type="presParOf" srcId="{A41623CA-88EF-4E85-9F19-C724C4A2DDE2}" destId="{31D3FFBF-DAB0-4D27-A6E0-B2816AAD4F48}" srcOrd="5" destOrd="0" presId="urn:microsoft.com/office/officeart/2005/8/layout/vList5"/>
    <dgm:cxn modelId="{10FB115A-4CFE-41DF-8F3A-BF7F0E0794D6}" type="presParOf" srcId="{A41623CA-88EF-4E85-9F19-C724C4A2DDE2}" destId="{E6618997-5AF3-4AD3-82F3-DA32A2153586}" srcOrd="6" destOrd="0" presId="urn:microsoft.com/office/officeart/2005/8/layout/vList5"/>
    <dgm:cxn modelId="{E580CF46-2EED-43C8-A4B6-8A193B6509AF}" type="presParOf" srcId="{E6618997-5AF3-4AD3-82F3-DA32A2153586}" destId="{E83E4985-9D6A-4C83-B1B3-301D202D230F}" srcOrd="0" destOrd="0" presId="urn:microsoft.com/office/officeart/2005/8/layout/vList5"/>
    <dgm:cxn modelId="{AC7D01D7-DE22-4561-BFE4-444D6287A08F}" type="presParOf" srcId="{E6618997-5AF3-4AD3-82F3-DA32A2153586}" destId="{6F736A8C-FD71-4F9D-8B67-B74A45BC894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075A220-1D2C-4F86-907C-FFA525A206CA}" type="doc">
      <dgm:prSet loTypeId="urn:microsoft.com/office/officeart/2005/8/layout/vList2" loCatId="list" qsTypeId="urn:microsoft.com/office/officeart/2005/8/quickstyle/simple2" qsCatId="simple" csTypeId="urn:microsoft.com/office/officeart/2005/8/colors/accent1_1" csCatId="accent1" phldr="1"/>
      <dgm:spPr/>
      <dgm:t>
        <a:bodyPr/>
        <a:lstStyle/>
        <a:p>
          <a:endParaRPr lang="en-US"/>
        </a:p>
      </dgm:t>
    </dgm:pt>
    <dgm:pt modelId="{810F3F48-66FF-49CD-8DAA-1823457CEC03}">
      <dgm:prSet/>
      <dgm:spPr/>
      <dgm:t>
        <a:bodyPr/>
        <a:lstStyle/>
        <a:p>
          <a:pPr rtl="0"/>
          <a:r>
            <a:rPr lang="en-US" b="0" dirty="0">
              <a:solidFill>
                <a:schemeClr val="bg1">
                  <a:lumMod val="65000"/>
                </a:schemeClr>
              </a:solidFill>
            </a:rPr>
            <a:t>Hyper Text Transfer Protocol (HTTP), </a:t>
          </a:r>
        </a:p>
      </dgm:t>
    </dgm:pt>
    <dgm:pt modelId="{94E584A9-8091-43B6-9790-D1ABB7ECA314}" type="parTrans" cxnId="{541F0B4A-5425-4AB9-AD18-4B6EA553AD29}">
      <dgm:prSet/>
      <dgm:spPr/>
      <dgm:t>
        <a:bodyPr/>
        <a:lstStyle/>
        <a:p>
          <a:endParaRPr lang="en-US"/>
        </a:p>
      </dgm:t>
    </dgm:pt>
    <dgm:pt modelId="{1F6B4140-69BA-4F84-A294-1AEA20BF5D65}" type="sibTrans" cxnId="{541F0B4A-5425-4AB9-AD18-4B6EA553AD29}">
      <dgm:prSet/>
      <dgm:spPr/>
      <dgm:t>
        <a:bodyPr/>
        <a:lstStyle/>
        <a:p>
          <a:endParaRPr lang="en-US"/>
        </a:p>
      </dgm:t>
    </dgm:pt>
    <dgm:pt modelId="{4A57B75E-38D0-44F2-BAFD-5D323F84AABD}">
      <dgm:prSet/>
      <dgm:spPr/>
      <dgm:t>
        <a:bodyPr/>
        <a:lstStyle/>
        <a:p>
          <a:pPr rtl="0"/>
          <a:r>
            <a:rPr lang="en-US" b="0" dirty="0">
              <a:solidFill>
                <a:schemeClr val="bg1">
                  <a:lumMod val="65000"/>
                </a:schemeClr>
              </a:solidFill>
            </a:rPr>
            <a:t>Email: SMTP, MIME, POP3, Webmail,</a:t>
          </a:r>
        </a:p>
      </dgm:t>
    </dgm:pt>
    <dgm:pt modelId="{C7CF776E-32C3-4944-A258-18B342D91B8F}" type="parTrans" cxnId="{9C1AFE77-1CE1-4854-A1CA-CDC119B58F46}">
      <dgm:prSet/>
      <dgm:spPr/>
      <dgm:t>
        <a:bodyPr/>
        <a:lstStyle/>
        <a:p>
          <a:endParaRPr lang="en-US"/>
        </a:p>
      </dgm:t>
    </dgm:pt>
    <dgm:pt modelId="{8512AD50-4FEA-41F4-927A-24F6AF80B943}" type="sibTrans" cxnId="{9C1AFE77-1CE1-4854-A1CA-CDC119B58F46}">
      <dgm:prSet/>
      <dgm:spPr/>
      <dgm:t>
        <a:bodyPr/>
        <a:lstStyle/>
        <a:p>
          <a:endParaRPr lang="en-US"/>
        </a:p>
      </dgm:t>
    </dgm:pt>
    <dgm:pt modelId="{DD4EC2C3-7955-4096-854C-AFD25C2BD4E2}">
      <dgm:prSet/>
      <dgm:spPr/>
      <dgm:t>
        <a:bodyPr/>
        <a:lstStyle/>
        <a:p>
          <a:pPr rtl="0"/>
          <a:r>
            <a:rPr lang="en-US" b="0" dirty="0">
              <a:solidFill>
                <a:schemeClr val="bg1">
                  <a:lumMod val="65000"/>
                </a:schemeClr>
              </a:solidFill>
            </a:rPr>
            <a:t>TELNET, </a:t>
          </a:r>
        </a:p>
      </dgm:t>
    </dgm:pt>
    <dgm:pt modelId="{D6AF8E8B-169D-4247-9925-220AA8CEDEDD}" type="parTrans" cxnId="{6F1FB305-C4D2-4A6C-81BD-F692CB1156FD}">
      <dgm:prSet/>
      <dgm:spPr/>
      <dgm:t>
        <a:bodyPr/>
        <a:lstStyle/>
        <a:p>
          <a:endParaRPr lang="en-US"/>
        </a:p>
      </dgm:t>
    </dgm:pt>
    <dgm:pt modelId="{B421C451-60E0-4C93-9A14-10220235284D}" type="sibTrans" cxnId="{6F1FB305-C4D2-4A6C-81BD-F692CB1156FD}">
      <dgm:prSet/>
      <dgm:spPr/>
      <dgm:t>
        <a:bodyPr/>
        <a:lstStyle/>
        <a:p>
          <a:endParaRPr lang="en-US"/>
        </a:p>
      </dgm:t>
    </dgm:pt>
    <dgm:pt modelId="{AA560C6A-4103-4DDD-A74D-B7D92F38491C}">
      <dgm:prSet/>
      <dgm:spPr/>
      <dgm:t>
        <a:bodyPr/>
        <a:lstStyle/>
        <a:p>
          <a:pPr rtl="0"/>
          <a:r>
            <a:rPr lang="en-US" b="1" dirty="0">
              <a:solidFill>
                <a:srgbClr val="FF0000"/>
              </a:solidFill>
            </a:rPr>
            <a:t>Dynamic Host Control Protocol (DHCP), </a:t>
          </a:r>
        </a:p>
      </dgm:t>
    </dgm:pt>
    <dgm:pt modelId="{9CF6900C-0D0D-486F-85BA-B10AE4434F20}" type="parTrans" cxnId="{BD434B37-2C15-476B-B91D-3064061DEDD8}">
      <dgm:prSet/>
      <dgm:spPr/>
      <dgm:t>
        <a:bodyPr/>
        <a:lstStyle/>
        <a:p>
          <a:endParaRPr lang="en-US"/>
        </a:p>
      </dgm:t>
    </dgm:pt>
    <dgm:pt modelId="{F06774C2-5AAF-433B-A2BE-2D48032DCB97}" type="sibTrans" cxnId="{BD434B37-2C15-476B-B91D-3064061DEDD8}">
      <dgm:prSet/>
      <dgm:spPr/>
      <dgm:t>
        <a:bodyPr/>
        <a:lstStyle/>
        <a:p>
          <a:endParaRPr lang="en-US"/>
        </a:p>
      </dgm:t>
    </dgm:pt>
    <dgm:pt modelId="{9E60C330-70D0-456A-9DDA-FC0443B0D9C7}">
      <dgm:prSet/>
      <dgm:spPr/>
      <dgm:t>
        <a:bodyPr/>
        <a:lstStyle/>
        <a:p>
          <a:pPr rtl="0"/>
          <a:r>
            <a:rPr lang="en-US"/>
            <a:t>Simple Network Management Protocol (SNMP). </a:t>
          </a:r>
        </a:p>
      </dgm:t>
    </dgm:pt>
    <dgm:pt modelId="{BC92BF08-B3B1-4BA4-A0E6-02675D4E6A8A}" type="parTrans" cxnId="{687CA682-3C58-4A5C-BF4B-A6334D28EB7E}">
      <dgm:prSet/>
      <dgm:spPr/>
      <dgm:t>
        <a:bodyPr/>
        <a:lstStyle/>
        <a:p>
          <a:endParaRPr lang="en-US"/>
        </a:p>
      </dgm:t>
    </dgm:pt>
    <dgm:pt modelId="{36C02FF4-9BDA-4ED4-A0F0-62954E88C63C}" type="sibTrans" cxnId="{687CA682-3C58-4A5C-BF4B-A6334D28EB7E}">
      <dgm:prSet/>
      <dgm:spPr/>
      <dgm:t>
        <a:bodyPr/>
        <a:lstStyle/>
        <a:p>
          <a:endParaRPr lang="en-US"/>
        </a:p>
      </dgm:t>
    </dgm:pt>
    <dgm:pt modelId="{1A571728-6463-4867-ACD9-1399DAF2CFB2}">
      <dgm:prSet/>
      <dgm:spPr/>
      <dgm:t>
        <a:bodyPr/>
        <a:lstStyle/>
        <a:p>
          <a:pPr rtl="0"/>
          <a:r>
            <a:rPr lang="en-US" b="0" dirty="0">
              <a:solidFill>
                <a:schemeClr val="bg1">
                  <a:lumMod val="65000"/>
                </a:schemeClr>
              </a:solidFill>
            </a:rPr>
            <a:t>FTP, </a:t>
          </a:r>
        </a:p>
      </dgm:t>
    </dgm:pt>
    <dgm:pt modelId="{56C34691-7DD7-4C88-8877-8C4E2FB49BB4}" type="sibTrans" cxnId="{53160DF3-9D35-4EFA-937B-B7B98C3B33D1}">
      <dgm:prSet/>
      <dgm:spPr/>
      <dgm:t>
        <a:bodyPr/>
        <a:lstStyle/>
        <a:p>
          <a:endParaRPr lang="en-US"/>
        </a:p>
      </dgm:t>
    </dgm:pt>
    <dgm:pt modelId="{B2E4F2C4-EBCB-41C5-8DA0-BB6E623EB0FD}" type="parTrans" cxnId="{53160DF3-9D35-4EFA-937B-B7B98C3B33D1}">
      <dgm:prSet/>
      <dgm:spPr/>
      <dgm:t>
        <a:bodyPr/>
        <a:lstStyle/>
        <a:p>
          <a:endParaRPr lang="en-US"/>
        </a:p>
      </dgm:t>
    </dgm:pt>
    <dgm:pt modelId="{D99213FD-EA02-4158-9A8B-48189E7C331F}">
      <dgm:prSet/>
      <dgm:spPr/>
      <dgm:t>
        <a:bodyPr/>
        <a:lstStyle/>
        <a:p>
          <a:r>
            <a:rPr lang="en-US" b="0" dirty="0">
              <a:solidFill>
                <a:schemeClr val="bg1">
                  <a:lumMod val="65000"/>
                </a:schemeClr>
              </a:solidFill>
            </a:rPr>
            <a:t>Domain Name System (DNS), </a:t>
          </a:r>
        </a:p>
      </dgm:t>
    </dgm:pt>
    <dgm:pt modelId="{E4D8E108-4B2E-47D0-8122-93103D76F80E}" type="parTrans" cxnId="{5878F473-E4E3-4B61-89C3-5811AE0FEB7F}">
      <dgm:prSet/>
      <dgm:spPr/>
      <dgm:t>
        <a:bodyPr/>
        <a:lstStyle/>
        <a:p>
          <a:endParaRPr lang="en-US"/>
        </a:p>
      </dgm:t>
    </dgm:pt>
    <dgm:pt modelId="{A89D27DF-2D52-4E8B-93B6-1EE6D9A35C18}" type="sibTrans" cxnId="{5878F473-E4E3-4B61-89C3-5811AE0FEB7F}">
      <dgm:prSet/>
      <dgm:spPr/>
      <dgm:t>
        <a:bodyPr/>
        <a:lstStyle/>
        <a:p>
          <a:endParaRPr lang="en-US"/>
        </a:p>
      </dgm:t>
    </dgm:pt>
    <dgm:pt modelId="{763A7BF4-ECD5-4BFC-8138-A60947D0EFE5}" type="pres">
      <dgm:prSet presAssocID="{E075A220-1D2C-4F86-907C-FFA525A206CA}" presName="linear" presStyleCnt="0">
        <dgm:presLayoutVars>
          <dgm:animLvl val="lvl"/>
          <dgm:resizeHandles val="exact"/>
        </dgm:presLayoutVars>
      </dgm:prSet>
      <dgm:spPr/>
    </dgm:pt>
    <dgm:pt modelId="{2D9D1D3A-EF37-4E94-BB82-63F90F047EA1}" type="pres">
      <dgm:prSet presAssocID="{810F3F48-66FF-49CD-8DAA-1823457CEC03}" presName="parentText" presStyleLbl="node1" presStyleIdx="0" presStyleCnt="7">
        <dgm:presLayoutVars>
          <dgm:chMax val="0"/>
          <dgm:bulletEnabled val="1"/>
        </dgm:presLayoutVars>
      </dgm:prSet>
      <dgm:spPr/>
    </dgm:pt>
    <dgm:pt modelId="{6375FE5A-8276-43A1-958E-019EBBD85849}" type="pres">
      <dgm:prSet presAssocID="{1F6B4140-69BA-4F84-A294-1AEA20BF5D65}" presName="spacer" presStyleCnt="0"/>
      <dgm:spPr/>
    </dgm:pt>
    <dgm:pt modelId="{0DFC7B3F-6C74-488A-9688-6568BEF192A6}" type="pres">
      <dgm:prSet presAssocID="{1A571728-6463-4867-ACD9-1399DAF2CFB2}" presName="parentText" presStyleLbl="node1" presStyleIdx="1" presStyleCnt="7">
        <dgm:presLayoutVars>
          <dgm:chMax val="0"/>
          <dgm:bulletEnabled val="1"/>
        </dgm:presLayoutVars>
      </dgm:prSet>
      <dgm:spPr/>
    </dgm:pt>
    <dgm:pt modelId="{4D8EC412-1B35-4736-8CCC-3FDB20B6D329}" type="pres">
      <dgm:prSet presAssocID="{56C34691-7DD7-4C88-8877-8C4E2FB49BB4}" presName="spacer" presStyleCnt="0"/>
      <dgm:spPr/>
    </dgm:pt>
    <dgm:pt modelId="{809912B0-0A66-4FAB-95BA-2EFCC18BE0B0}" type="pres">
      <dgm:prSet presAssocID="{4A57B75E-38D0-44F2-BAFD-5D323F84AABD}" presName="parentText" presStyleLbl="node1" presStyleIdx="2" presStyleCnt="7" custLinFactNeighborY="-4167">
        <dgm:presLayoutVars>
          <dgm:chMax val="0"/>
          <dgm:bulletEnabled val="1"/>
        </dgm:presLayoutVars>
      </dgm:prSet>
      <dgm:spPr/>
    </dgm:pt>
    <dgm:pt modelId="{DEBC916D-161E-48DA-A9EE-FC5B4EF1B45C}" type="pres">
      <dgm:prSet presAssocID="{8512AD50-4FEA-41F4-927A-24F6AF80B943}" presName="spacer" presStyleCnt="0"/>
      <dgm:spPr/>
    </dgm:pt>
    <dgm:pt modelId="{F44FB075-EA70-4836-8B81-64E9E8EFC90B}" type="pres">
      <dgm:prSet presAssocID="{D99213FD-EA02-4158-9A8B-48189E7C331F}" presName="parentText" presStyleLbl="node1" presStyleIdx="3" presStyleCnt="7">
        <dgm:presLayoutVars>
          <dgm:chMax val="0"/>
          <dgm:bulletEnabled val="1"/>
        </dgm:presLayoutVars>
      </dgm:prSet>
      <dgm:spPr/>
    </dgm:pt>
    <dgm:pt modelId="{88251D84-6548-4D15-A07D-46A29D029BD0}" type="pres">
      <dgm:prSet presAssocID="{A89D27DF-2D52-4E8B-93B6-1EE6D9A35C18}" presName="spacer" presStyleCnt="0"/>
      <dgm:spPr/>
    </dgm:pt>
    <dgm:pt modelId="{7A88E90F-3920-4B54-A6F8-D9C1648BA3E3}" type="pres">
      <dgm:prSet presAssocID="{DD4EC2C3-7955-4096-854C-AFD25C2BD4E2}" presName="parentText" presStyleLbl="node1" presStyleIdx="4" presStyleCnt="7">
        <dgm:presLayoutVars>
          <dgm:chMax val="0"/>
          <dgm:bulletEnabled val="1"/>
        </dgm:presLayoutVars>
      </dgm:prSet>
      <dgm:spPr/>
    </dgm:pt>
    <dgm:pt modelId="{D3F650FC-7ACF-4CAE-BAC0-F950105E3EB2}" type="pres">
      <dgm:prSet presAssocID="{B421C451-60E0-4C93-9A14-10220235284D}" presName="spacer" presStyleCnt="0"/>
      <dgm:spPr/>
    </dgm:pt>
    <dgm:pt modelId="{AB7FD01E-D5CF-4D58-ADF8-798E3459B418}" type="pres">
      <dgm:prSet presAssocID="{AA560C6A-4103-4DDD-A74D-B7D92F38491C}" presName="parentText" presStyleLbl="node1" presStyleIdx="5" presStyleCnt="7">
        <dgm:presLayoutVars>
          <dgm:chMax val="0"/>
          <dgm:bulletEnabled val="1"/>
        </dgm:presLayoutVars>
      </dgm:prSet>
      <dgm:spPr/>
    </dgm:pt>
    <dgm:pt modelId="{0287D08C-33E7-4BCB-B21C-36CEF466FAAD}" type="pres">
      <dgm:prSet presAssocID="{F06774C2-5AAF-433B-A2BE-2D48032DCB97}" presName="spacer" presStyleCnt="0"/>
      <dgm:spPr/>
    </dgm:pt>
    <dgm:pt modelId="{6D9AA556-3632-494E-AC7A-459D2F5650B2}" type="pres">
      <dgm:prSet presAssocID="{9E60C330-70D0-456A-9DDA-FC0443B0D9C7}" presName="parentText" presStyleLbl="node1" presStyleIdx="6" presStyleCnt="7">
        <dgm:presLayoutVars>
          <dgm:chMax val="0"/>
          <dgm:bulletEnabled val="1"/>
        </dgm:presLayoutVars>
      </dgm:prSet>
      <dgm:spPr/>
    </dgm:pt>
  </dgm:ptLst>
  <dgm:cxnLst>
    <dgm:cxn modelId="{6F1FB305-C4D2-4A6C-81BD-F692CB1156FD}" srcId="{E075A220-1D2C-4F86-907C-FFA525A206CA}" destId="{DD4EC2C3-7955-4096-854C-AFD25C2BD4E2}" srcOrd="4" destOrd="0" parTransId="{D6AF8E8B-169D-4247-9925-220AA8CEDEDD}" sibTransId="{B421C451-60E0-4C93-9A14-10220235284D}"/>
    <dgm:cxn modelId="{BD434B37-2C15-476B-B91D-3064061DEDD8}" srcId="{E075A220-1D2C-4F86-907C-FFA525A206CA}" destId="{AA560C6A-4103-4DDD-A74D-B7D92F38491C}" srcOrd="5" destOrd="0" parTransId="{9CF6900C-0D0D-486F-85BA-B10AE4434F20}" sibTransId="{F06774C2-5AAF-433B-A2BE-2D48032DCB97}"/>
    <dgm:cxn modelId="{CE4B2669-E6BE-48DD-886F-88E561EDE196}" type="presOf" srcId="{4A57B75E-38D0-44F2-BAFD-5D323F84AABD}" destId="{809912B0-0A66-4FAB-95BA-2EFCC18BE0B0}" srcOrd="0" destOrd="0" presId="urn:microsoft.com/office/officeart/2005/8/layout/vList2"/>
    <dgm:cxn modelId="{541F0B4A-5425-4AB9-AD18-4B6EA553AD29}" srcId="{E075A220-1D2C-4F86-907C-FFA525A206CA}" destId="{810F3F48-66FF-49CD-8DAA-1823457CEC03}" srcOrd="0" destOrd="0" parTransId="{94E584A9-8091-43B6-9790-D1ABB7ECA314}" sibTransId="{1F6B4140-69BA-4F84-A294-1AEA20BF5D65}"/>
    <dgm:cxn modelId="{079B444D-7D2D-423F-823E-2B4E2A4DE911}" type="presOf" srcId="{1A571728-6463-4867-ACD9-1399DAF2CFB2}" destId="{0DFC7B3F-6C74-488A-9688-6568BEF192A6}" srcOrd="0" destOrd="0" presId="urn:microsoft.com/office/officeart/2005/8/layout/vList2"/>
    <dgm:cxn modelId="{5878F473-E4E3-4B61-89C3-5811AE0FEB7F}" srcId="{E075A220-1D2C-4F86-907C-FFA525A206CA}" destId="{D99213FD-EA02-4158-9A8B-48189E7C331F}" srcOrd="3" destOrd="0" parTransId="{E4D8E108-4B2E-47D0-8122-93103D76F80E}" sibTransId="{A89D27DF-2D52-4E8B-93B6-1EE6D9A35C18}"/>
    <dgm:cxn modelId="{F362FA73-215F-412A-8733-F006816D68D1}" type="presOf" srcId="{E075A220-1D2C-4F86-907C-FFA525A206CA}" destId="{763A7BF4-ECD5-4BFC-8138-A60947D0EFE5}" srcOrd="0" destOrd="0" presId="urn:microsoft.com/office/officeart/2005/8/layout/vList2"/>
    <dgm:cxn modelId="{9C1AFE77-1CE1-4854-A1CA-CDC119B58F46}" srcId="{E075A220-1D2C-4F86-907C-FFA525A206CA}" destId="{4A57B75E-38D0-44F2-BAFD-5D323F84AABD}" srcOrd="2" destOrd="0" parTransId="{C7CF776E-32C3-4944-A258-18B342D91B8F}" sibTransId="{8512AD50-4FEA-41F4-927A-24F6AF80B943}"/>
    <dgm:cxn modelId="{687CA682-3C58-4A5C-BF4B-A6334D28EB7E}" srcId="{E075A220-1D2C-4F86-907C-FFA525A206CA}" destId="{9E60C330-70D0-456A-9DDA-FC0443B0D9C7}" srcOrd="6" destOrd="0" parTransId="{BC92BF08-B3B1-4BA4-A0E6-02675D4E6A8A}" sibTransId="{36C02FF4-9BDA-4ED4-A0F0-62954E88C63C}"/>
    <dgm:cxn modelId="{4D420692-BE91-40B3-968E-4CA5F373AFFC}" type="presOf" srcId="{D99213FD-EA02-4158-9A8B-48189E7C331F}" destId="{F44FB075-EA70-4836-8B81-64E9E8EFC90B}" srcOrd="0" destOrd="0" presId="urn:microsoft.com/office/officeart/2005/8/layout/vList2"/>
    <dgm:cxn modelId="{21A9A0A9-82EB-40E0-AF49-1FAE7639D5FE}" type="presOf" srcId="{9E60C330-70D0-456A-9DDA-FC0443B0D9C7}" destId="{6D9AA556-3632-494E-AC7A-459D2F5650B2}" srcOrd="0" destOrd="0" presId="urn:microsoft.com/office/officeart/2005/8/layout/vList2"/>
    <dgm:cxn modelId="{027AB6AA-2D4A-41AC-A832-E5EFD12FBCF0}" type="presOf" srcId="{DD4EC2C3-7955-4096-854C-AFD25C2BD4E2}" destId="{7A88E90F-3920-4B54-A6F8-D9C1648BA3E3}" srcOrd="0" destOrd="0" presId="urn:microsoft.com/office/officeart/2005/8/layout/vList2"/>
    <dgm:cxn modelId="{44AD5CB2-80B0-4F68-8C26-3353A64F89A0}" type="presOf" srcId="{AA560C6A-4103-4DDD-A74D-B7D92F38491C}" destId="{AB7FD01E-D5CF-4D58-ADF8-798E3459B418}" srcOrd="0" destOrd="0" presId="urn:microsoft.com/office/officeart/2005/8/layout/vList2"/>
    <dgm:cxn modelId="{53160DF3-9D35-4EFA-937B-B7B98C3B33D1}" srcId="{E075A220-1D2C-4F86-907C-FFA525A206CA}" destId="{1A571728-6463-4867-ACD9-1399DAF2CFB2}" srcOrd="1" destOrd="0" parTransId="{B2E4F2C4-EBCB-41C5-8DA0-BB6E623EB0FD}" sibTransId="{56C34691-7DD7-4C88-8877-8C4E2FB49BB4}"/>
    <dgm:cxn modelId="{815F8FFB-3C8D-4195-9454-F84D7B241A8D}" type="presOf" srcId="{810F3F48-66FF-49CD-8DAA-1823457CEC03}" destId="{2D9D1D3A-EF37-4E94-BB82-63F90F047EA1}" srcOrd="0" destOrd="0" presId="urn:microsoft.com/office/officeart/2005/8/layout/vList2"/>
    <dgm:cxn modelId="{124D5CA9-7A19-47F4-AA2D-B7B854D3BF6A}" type="presParOf" srcId="{763A7BF4-ECD5-4BFC-8138-A60947D0EFE5}" destId="{2D9D1D3A-EF37-4E94-BB82-63F90F047EA1}" srcOrd="0" destOrd="0" presId="urn:microsoft.com/office/officeart/2005/8/layout/vList2"/>
    <dgm:cxn modelId="{10692414-E502-47F7-9364-567B81670427}" type="presParOf" srcId="{763A7BF4-ECD5-4BFC-8138-A60947D0EFE5}" destId="{6375FE5A-8276-43A1-958E-019EBBD85849}" srcOrd="1" destOrd="0" presId="urn:microsoft.com/office/officeart/2005/8/layout/vList2"/>
    <dgm:cxn modelId="{A54634CA-5862-4C33-BDCA-32A3CAFEC2C6}" type="presParOf" srcId="{763A7BF4-ECD5-4BFC-8138-A60947D0EFE5}" destId="{0DFC7B3F-6C74-488A-9688-6568BEF192A6}" srcOrd="2" destOrd="0" presId="urn:microsoft.com/office/officeart/2005/8/layout/vList2"/>
    <dgm:cxn modelId="{39DD2CD1-1F7E-4D13-88F4-10A7BB34E62A}" type="presParOf" srcId="{763A7BF4-ECD5-4BFC-8138-A60947D0EFE5}" destId="{4D8EC412-1B35-4736-8CCC-3FDB20B6D329}" srcOrd="3" destOrd="0" presId="urn:microsoft.com/office/officeart/2005/8/layout/vList2"/>
    <dgm:cxn modelId="{68CD3BF6-CA24-4C0F-BA4B-7BAE0825446E}" type="presParOf" srcId="{763A7BF4-ECD5-4BFC-8138-A60947D0EFE5}" destId="{809912B0-0A66-4FAB-95BA-2EFCC18BE0B0}" srcOrd="4" destOrd="0" presId="urn:microsoft.com/office/officeart/2005/8/layout/vList2"/>
    <dgm:cxn modelId="{AEE8846F-8B7B-444A-AF90-673E6A544EEB}" type="presParOf" srcId="{763A7BF4-ECD5-4BFC-8138-A60947D0EFE5}" destId="{DEBC916D-161E-48DA-A9EE-FC5B4EF1B45C}" srcOrd="5" destOrd="0" presId="urn:microsoft.com/office/officeart/2005/8/layout/vList2"/>
    <dgm:cxn modelId="{A63547D5-EBF1-4301-BC54-7658102A9D62}" type="presParOf" srcId="{763A7BF4-ECD5-4BFC-8138-A60947D0EFE5}" destId="{F44FB075-EA70-4836-8B81-64E9E8EFC90B}" srcOrd="6" destOrd="0" presId="urn:microsoft.com/office/officeart/2005/8/layout/vList2"/>
    <dgm:cxn modelId="{EB5671DA-21D2-4FF3-9C28-02C6B8568565}" type="presParOf" srcId="{763A7BF4-ECD5-4BFC-8138-A60947D0EFE5}" destId="{88251D84-6548-4D15-A07D-46A29D029BD0}" srcOrd="7" destOrd="0" presId="urn:microsoft.com/office/officeart/2005/8/layout/vList2"/>
    <dgm:cxn modelId="{1D068D9A-005C-4115-AE3C-36288E3432C8}" type="presParOf" srcId="{763A7BF4-ECD5-4BFC-8138-A60947D0EFE5}" destId="{7A88E90F-3920-4B54-A6F8-D9C1648BA3E3}" srcOrd="8" destOrd="0" presId="urn:microsoft.com/office/officeart/2005/8/layout/vList2"/>
    <dgm:cxn modelId="{645E714C-1E6C-480B-AF6F-3B33ED029299}" type="presParOf" srcId="{763A7BF4-ECD5-4BFC-8138-A60947D0EFE5}" destId="{D3F650FC-7ACF-4CAE-BAC0-F950105E3EB2}" srcOrd="9" destOrd="0" presId="urn:microsoft.com/office/officeart/2005/8/layout/vList2"/>
    <dgm:cxn modelId="{A93E2EC6-F14D-4E0D-9C95-72F507723463}" type="presParOf" srcId="{763A7BF4-ECD5-4BFC-8138-A60947D0EFE5}" destId="{AB7FD01E-D5CF-4D58-ADF8-798E3459B418}" srcOrd="10" destOrd="0" presId="urn:microsoft.com/office/officeart/2005/8/layout/vList2"/>
    <dgm:cxn modelId="{E08237BC-CE10-4E1E-951B-311E60386F40}" type="presParOf" srcId="{763A7BF4-ECD5-4BFC-8138-A60947D0EFE5}" destId="{0287D08C-33E7-4BCB-B21C-36CEF466FAAD}" srcOrd="11" destOrd="0" presId="urn:microsoft.com/office/officeart/2005/8/layout/vList2"/>
    <dgm:cxn modelId="{B58E30AD-B284-4354-BF0D-825985BC6607}" type="presParOf" srcId="{763A7BF4-ECD5-4BFC-8138-A60947D0EFE5}" destId="{6D9AA556-3632-494E-AC7A-459D2F5650B2}"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F7CB7D44-CB12-489A-812B-4EC624A3C417}" type="doc">
      <dgm:prSet loTypeId="urn:microsoft.com/office/officeart/2005/8/layout/vList2" loCatId="list" qsTypeId="urn:microsoft.com/office/officeart/2005/8/quickstyle/simple1" qsCatId="simple" csTypeId="urn:microsoft.com/office/officeart/2005/8/colors/accent2_3" csCatId="accent2" phldr="1"/>
      <dgm:spPr/>
      <dgm:t>
        <a:bodyPr/>
        <a:lstStyle/>
        <a:p>
          <a:endParaRPr lang="en-US"/>
        </a:p>
      </dgm:t>
    </dgm:pt>
    <dgm:pt modelId="{E0EFC517-241F-4A7B-B075-44EFA659D34C}">
      <dgm:prSet/>
      <dgm:spPr/>
      <dgm:t>
        <a:bodyPr/>
        <a:lstStyle/>
        <a:p>
          <a:pPr rtl="0"/>
          <a:r>
            <a:rPr lang="en-US" dirty="0"/>
            <a:t>Need of Dynamic assignment of IP addresses</a:t>
          </a:r>
        </a:p>
      </dgm:t>
    </dgm:pt>
    <dgm:pt modelId="{5A848189-A5FC-402A-A63C-A0BFC8D8D7E0}" type="parTrans" cxnId="{4D1B6C47-6163-407E-A7DD-647B5FB9FCFD}">
      <dgm:prSet/>
      <dgm:spPr/>
      <dgm:t>
        <a:bodyPr/>
        <a:lstStyle/>
        <a:p>
          <a:endParaRPr lang="en-US"/>
        </a:p>
      </dgm:t>
    </dgm:pt>
    <dgm:pt modelId="{118161EE-53BA-464B-B51D-87B3AEEB6D3C}" type="sibTrans" cxnId="{4D1B6C47-6163-407E-A7DD-647B5FB9FCFD}">
      <dgm:prSet/>
      <dgm:spPr/>
      <dgm:t>
        <a:bodyPr/>
        <a:lstStyle/>
        <a:p>
          <a:endParaRPr lang="en-US"/>
        </a:p>
      </dgm:t>
    </dgm:pt>
    <dgm:pt modelId="{59B21D98-BD28-4DB0-BA0B-52AE987BA4CC}">
      <dgm:prSet/>
      <dgm:spPr/>
      <dgm:t>
        <a:bodyPr/>
        <a:lstStyle/>
        <a:p>
          <a:pPr rtl="0"/>
          <a:r>
            <a:rPr lang="en-US" dirty="0"/>
            <a:t>IP addresses are assigned on-demand</a:t>
          </a:r>
        </a:p>
      </dgm:t>
    </dgm:pt>
    <dgm:pt modelId="{FB91D1D1-CB15-42FC-B48D-CB04CB4AF5F0}" type="parTrans" cxnId="{3C6AB587-29D4-4849-842D-90F44C90B1F3}">
      <dgm:prSet/>
      <dgm:spPr/>
      <dgm:t>
        <a:bodyPr/>
        <a:lstStyle/>
        <a:p>
          <a:endParaRPr lang="en-US"/>
        </a:p>
      </dgm:t>
    </dgm:pt>
    <dgm:pt modelId="{5A7EB5E8-DAAC-44C0-9DB9-DA4333EDB010}" type="sibTrans" cxnId="{3C6AB587-29D4-4849-842D-90F44C90B1F3}">
      <dgm:prSet/>
      <dgm:spPr/>
      <dgm:t>
        <a:bodyPr/>
        <a:lstStyle/>
        <a:p>
          <a:endParaRPr lang="en-US"/>
        </a:p>
      </dgm:t>
    </dgm:pt>
    <dgm:pt modelId="{7D3F7820-0631-44DD-9A95-01656F072843}">
      <dgm:prSet/>
      <dgm:spPr/>
      <dgm:t>
        <a:bodyPr/>
        <a:lstStyle/>
        <a:p>
          <a:pPr rtl="0"/>
          <a:r>
            <a:rPr lang="en-US" dirty="0"/>
            <a:t>Avoid manual IP configuration</a:t>
          </a:r>
        </a:p>
      </dgm:t>
    </dgm:pt>
    <dgm:pt modelId="{C9CA79ED-B54E-4D2E-B0F5-6EE89D547B7A}" type="parTrans" cxnId="{82035B4E-AA9C-44BB-9845-67C9EC1CD143}">
      <dgm:prSet/>
      <dgm:spPr/>
      <dgm:t>
        <a:bodyPr/>
        <a:lstStyle/>
        <a:p>
          <a:endParaRPr lang="en-US"/>
        </a:p>
      </dgm:t>
    </dgm:pt>
    <dgm:pt modelId="{B487ED33-971A-4D12-9675-BBAFD760E4A9}" type="sibTrans" cxnId="{82035B4E-AA9C-44BB-9845-67C9EC1CD143}">
      <dgm:prSet/>
      <dgm:spPr/>
      <dgm:t>
        <a:bodyPr/>
        <a:lstStyle/>
        <a:p>
          <a:endParaRPr lang="en-US"/>
        </a:p>
      </dgm:t>
    </dgm:pt>
    <dgm:pt modelId="{14514EE3-CC2D-494B-BC7A-900F324794DF}">
      <dgm:prSet/>
      <dgm:spPr/>
      <dgm:t>
        <a:bodyPr/>
        <a:lstStyle/>
        <a:p>
          <a:pPr rtl="0"/>
          <a:r>
            <a:rPr lang="en-US" dirty="0"/>
            <a:t>Support mobility of laptops</a:t>
          </a:r>
        </a:p>
      </dgm:t>
    </dgm:pt>
    <dgm:pt modelId="{D0C4F7DF-6AB7-4B18-9E4A-B0FDE11B9C6A}" type="parTrans" cxnId="{856BB52E-2FCA-4B5C-8C42-0CDF502EC8EC}">
      <dgm:prSet/>
      <dgm:spPr/>
      <dgm:t>
        <a:bodyPr/>
        <a:lstStyle/>
        <a:p>
          <a:endParaRPr lang="en-US"/>
        </a:p>
      </dgm:t>
    </dgm:pt>
    <dgm:pt modelId="{6DB08823-4A27-46E7-83EA-F7741ADB6F9A}" type="sibTrans" cxnId="{856BB52E-2FCA-4B5C-8C42-0CDF502EC8EC}">
      <dgm:prSet/>
      <dgm:spPr/>
      <dgm:t>
        <a:bodyPr/>
        <a:lstStyle/>
        <a:p>
          <a:endParaRPr lang="en-US"/>
        </a:p>
      </dgm:t>
    </dgm:pt>
    <dgm:pt modelId="{E4C36CC5-74BE-4922-A474-D42333367041}">
      <dgm:prSet/>
      <dgm:spPr/>
      <dgm:t>
        <a:bodyPr/>
        <a:lstStyle/>
        <a:p>
          <a:pPr rtl="0"/>
          <a:r>
            <a:rPr lang="en-US" dirty="0"/>
            <a:t>Support temporary allocation of IP addresses</a:t>
          </a:r>
        </a:p>
      </dgm:t>
    </dgm:pt>
    <dgm:pt modelId="{7C2EB09D-7C07-40DA-8DA8-694F6F55EF1E}" type="parTrans" cxnId="{8FB17090-0B3A-4C3E-B5D5-F282931E8A40}">
      <dgm:prSet/>
      <dgm:spPr/>
      <dgm:t>
        <a:bodyPr/>
        <a:lstStyle/>
        <a:p>
          <a:endParaRPr lang="en-US"/>
        </a:p>
      </dgm:t>
    </dgm:pt>
    <dgm:pt modelId="{AFB622A7-5C4B-4022-9027-C56DC2C42B0D}" type="sibTrans" cxnId="{8FB17090-0B3A-4C3E-B5D5-F282931E8A40}">
      <dgm:prSet/>
      <dgm:spPr/>
      <dgm:t>
        <a:bodyPr/>
        <a:lstStyle/>
        <a:p>
          <a:endParaRPr lang="en-US"/>
        </a:p>
      </dgm:t>
    </dgm:pt>
    <dgm:pt modelId="{0F13FC8C-0EB0-4F43-BE1F-D089A065C515}">
      <dgm:prSet/>
      <dgm:spPr/>
      <dgm:t>
        <a:bodyPr/>
        <a:lstStyle/>
        <a:p>
          <a:pPr rtl="0"/>
          <a:r>
            <a:rPr lang="en-US" dirty="0"/>
            <a:t>Three Protocols:</a:t>
          </a:r>
        </a:p>
      </dgm:t>
    </dgm:pt>
    <dgm:pt modelId="{B0B3DAAA-52A3-449C-94A3-D1ACF10427A0}" type="parTrans" cxnId="{12B2ED07-2A4C-4611-8083-572B829AC9B6}">
      <dgm:prSet/>
      <dgm:spPr/>
      <dgm:t>
        <a:bodyPr/>
        <a:lstStyle/>
        <a:p>
          <a:endParaRPr lang="en-US"/>
        </a:p>
      </dgm:t>
    </dgm:pt>
    <dgm:pt modelId="{BC6384DA-EFC0-44A8-BB5A-31DA2D4B9180}" type="sibTrans" cxnId="{12B2ED07-2A4C-4611-8083-572B829AC9B6}">
      <dgm:prSet/>
      <dgm:spPr/>
      <dgm:t>
        <a:bodyPr/>
        <a:lstStyle/>
        <a:p>
          <a:endParaRPr lang="en-US"/>
        </a:p>
      </dgm:t>
    </dgm:pt>
    <dgm:pt modelId="{4C831594-1CA5-483C-9DED-3EB3141C022A}">
      <dgm:prSet/>
      <dgm:spPr/>
      <dgm:t>
        <a:bodyPr/>
        <a:lstStyle/>
        <a:p>
          <a:pPr rtl="0"/>
          <a:r>
            <a:rPr lang="en-US" dirty="0"/>
            <a:t>RARP (until 1985, no longer used)</a:t>
          </a:r>
        </a:p>
      </dgm:t>
    </dgm:pt>
    <dgm:pt modelId="{BF6FEB0E-CB90-432C-A1C1-AA077361022A}" type="parTrans" cxnId="{F11724E2-13B3-481C-A629-BD112B238FBD}">
      <dgm:prSet/>
      <dgm:spPr/>
      <dgm:t>
        <a:bodyPr/>
        <a:lstStyle/>
        <a:p>
          <a:endParaRPr lang="en-US"/>
        </a:p>
      </dgm:t>
    </dgm:pt>
    <dgm:pt modelId="{A970CBA9-C339-4F3C-8BE9-E52EF746295C}" type="sibTrans" cxnId="{F11724E2-13B3-481C-A629-BD112B238FBD}">
      <dgm:prSet/>
      <dgm:spPr/>
      <dgm:t>
        <a:bodyPr/>
        <a:lstStyle/>
        <a:p>
          <a:endParaRPr lang="en-US"/>
        </a:p>
      </dgm:t>
    </dgm:pt>
    <dgm:pt modelId="{D5647297-B221-44F4-A91F-E5B264406E29}">
      <dgm:prSet/>
      <dgm:spPr/>
      <dgm:t>
        <a:bodyPr/>
        <a:lstStyle/>
        <a:p>
          <a:pPr rtl="0"/>
          <a:r>
            <a:rPr lang="en-US" dirty="0"/>
            <a:t>BOOTP (1985-1993)</a:t>
          </a:r>
        </a:p>
      </dgm:t>
    </dgm:pt>
    <dgm:pt modelId="{27CA0EE1-C647-489E-95C8-21841D9366FC}" type="parTrans" cxnId="{A3DFD37D-79F5-43BA-96E1-4131F936865C}">
      <dgm:prSet/>
      <dgm:spPr/>
      <dgm:t>
        <a:bodyPr/>
        <a:lstStyle/>
        <a:p>
          <a:endParaRPr lang="en-US"/>
        </a:p>
      </dgm:t>
    </dgm:pt>
    <dgm:pt modelId="{A2666023-614B-4030-BA03-64CD757D4B43}" type="sibTrans" cxnId="{A3DFD37D-79F5-43BA-96E1-4131F936865C}">
      <dgm:prSet/>
      <dgm:spPr/>
      <dgm:t>
        <a:bodyPr/>
        <a:lstStyle/>
        <a:p>
          <a:endParaRPr lang="en-US"/>
        </a:p>
      </dgm:t>
    </dgm:pt>
    <dgm:pt modelId="{331DF05B-E891-4262-A696-345E5E6BB2C9}">
      <dgm:prSet/>
      <dgm:spPr/>
      <dgm:t>
        <a:bodyPr/>
        <a:lstStyle/>
        <a:p>
          <a:pPr rtl="0"/>
          <a:r>
            <a:rPr lang="en-US" dirty="0"/>
            <a:t>DHCP (since 1993)</a:t>
          </a:r>
        </a:p>
      </dgm:t>
    </dgm:pt>
    <dgm:pt modelId="{EB71161D-D1DD-42FE-B5CD-74FB747B94A8}" type="parTrans" cxnId="{994B1F37-271A-4E51-953A-833271645D9D}">
      <dgm:prSet/>
      <dgm:spPr/>
      <dgm:t>
        <a:bodyPr/>
        <a:lstStyle/>
        <a:p>
          <a:endParaRPr lang="en-US"/>
        </a:p>
      </dgm:t>
    </dgm:pt>
    <dgm:pt modelId="{D5A82400-949A-4B35-9C94-4D380FEC100D}" type="sibTrans" cxnId="{994B1F37-271A-4E51-953A-833271645D9D}">
      <dgm:prSet/>
      <dgm:spPr/>
      <dgm:t>
        <a:bodyPr/>
        <a:lstStyle/>
        <a:p>
          <a:endParaRPr lang="en-US"/>
        </a:p>
      </dgm:t>
    </dgm:pt>
    <dgm:pt modelId="{5DB6E0F6-AE0F-4C01-8C37-0E191EA5BADB}">
      <dgm:prSet/>
      <dgm:spPr/>
      <dgm:t>
        <a:bodyPr/>
        <a:lstStyle/>
        <a:p>
          <a:pPr rtl="0"/>
          <a:r>
            <a:rPr lang="en-US" dirty="0"/>
            <a:t>Only DHCP is widely used today.</a:t>
          </a:r>
        </a:p>
      </dgm:t>
    </dgm:pt>
    <dgm:pt modelId="{5047087A-C41B-49C1-A23E-82D55FBC67EE}" type="parTrans" cxnId="{D18D7AFD-814C-4E83-A51B-D17F733EB7FC}">
      <dgm:prSet/>
      <dgm:spPr/>
      <dgm:t>
        <a:bodyPr/>
        <a:lstStyle/>
        <a:p>
          <a:endParaRPr lang="en-US"/>
        </a:p>
      </dgm:t>
    </dgm:pt>
    <dgm:pt modelId="{8554C85D-4932-4D1D-8EF6-EA465A218F8E}" type="sibTrans" cxnId="{D18D7AFD-814C-4E83-A51B-D17F733EB7FC}">
      <dgm:prSet/>
      <dgm:spPr/>
      <dgm:t>
        <a:bodyPr/>
        <a:lstStyle/>
        <a:p>
          <a:endParaRPr lang="en-US"/>
        </a:p>
      </dgm:t>
    </dgm:pt>
    <dgm:pt modelId="{4C9A4E4A-BABB-48DB-A8D9-B4586CFA30E2}" type="pres">
      <dgm:prSet presAssocID="{F7CB7D44-CB12-489A-812B-4EC624A3C417}" presName="linear" presStyleCnt="0">
        <dgm:presLayoutVars>
          <dgm:animLvl val="lvl"/>
          <dgm:resizeHandles val="exact"/>
        </dgm:presLayoutVars>
      </dgm:prSet>
      <dgm:spPr/>
    </dgm:pt>
    <dgm:pt modelId="{0C058034-ACEC-4790-A79B-BA40BD641913}" type="pres">
      <dgm:prSet presAssocID="{E0EFC517-241F-4A7B-B075-44EFA659D34C}" presName="parentText" presStyleLbl="node1" presStyleIdx="0" presStyleCnt="3">
        <dgm:presLayoutVars>
          <dgm:chMax val="0"/>
          <dgm:bulletEnabled val="1"/>
        </dgm:presLayoutVars>
      </dgm:prSet>
      <dgm:spPr/>
    </dgm:pt>
    <dgm:pt modelId="{85609E2F-7134-42AD-9FD4-DD3497C61D06}" type="pres">
      <dgm:prSet presAssocID="{E0EFC517-241F-4A7B-B075-44EFA659D34C}" presName="childText" presStyleLbl="revTx" presStyleIdx="0" presStyleCnt="2">
        <dgm:presLayoutVars>
          <dgm:bulletEnabled val="1"/>
        </dgm:presLayoutVars>
      </dgm:prSet>
      <dgm:spPr/>
    </dgm:pt>
    <dgm:pt modelId="{C24DDD5B-84A9-447A-97D7-1BD1F95F5C7C}" type="pres">
      <dgm:prSet presAssocID="{0F13FC8C-0EB0-4F43-BE1F-D089A065C515}" presName="parentText" presStyleLbl="node1" presStyleIdx="1" presStyleCnt="3">
        <dgm:presLayoutVars>
          <dgm:chMax val="0"/>
          <dgm:bulletEnabled val="1"/>
        </dgm:presLayoutVars>
      </dgm:prSet>
      <dgm:spPr/>
    </dgm:pt>
    <dgm:pt modelId="{DEABECDC-98F5-4D4F-AFE5-2E77DFDC0B62}" type="pres">
      <dgm:prSet presAssocID="{0F13FC8C-0EB0-4F43-BE1F-D089A065C515}" presName="childText" presStyleLbl="revTx" presStyleIdx="1" presStyleCnt="2">
        <dgm:presLayoutVars>
          <dgm:bulletEnabled val="1"/>
        </dgm:presLayoutVars>
      </dgm:prSet>
      <dgm:spPr/>
    </dgm:pt>
    <dgm:pt modelId="{9BFD862D-286B-4FF0-848F-176D7765E945}" type="pres">
      <dgm:prSet presAssocID="{5DB6E0F6-AE0F-4C01-8C37-0E191EA5BADB}" presName="parentText" presStyleLbl="node1" presStyleIdx="2" presStyleCnt="3">
        <dgm:presLayoutVars>
          <dgm:chMax val="0"/>
          <dgm:bulletEnabled val="1"/>
        </dgm:presLayoutVars>
      </dgm:prSet>
      <dgm:spPr/>
    </dgm:pt>
  </dgm:ptLst>
  <dgm:cxnLst>
    <dgm:cxn modelId="{12B2ED07-2A4C-4611-8083-572B829AC9B6}" srcId="{F7CB7D44-CB12-489A-812B-4EC624A3C417}" destId="{0F13FC8C-0EB0-4F43-BE1F-D089A065C515}" srcOrd="1" destOrd="0" parTransId="{B0B3DAAA-52A3-449C-94A3-D1ACF10427A0}" sibTransId="{BC6384DA-EFC0-44A8-BB5A-31DA2D4B9180}"/>
    <dgm:cxn modelId="{797DDE20-3804-411B-8B81-5D9C3E465792}" type="presOf" srcId="{E4C36CC5-74BE-4922-A474-D42333367041}" destId="{85609E2F-7134-42AD-9FD4-DD3497C61D06}" srcOrd="0" destOrd="3" presId="urn:microsoft.com/office/officeart/2005/8/layout/vList2"/>
    <dgm:cxn modelId="{D9229521-2AB4-4917-A637-57E6F4563CF0}" type="presOf" srcId="{5DB6E0F6-AE0F-4C01-8C37-0E191EA5BADB}" destId="{9BFD862D-286B-4FF0-848F-176D7765E945}" srcOrd="0" destOrd="0" presId="urn:microsoft.com/office/officeart/2005/8/layout/vList2"/>
    <dgm:cxn modelId="{856BB52E-2FCA-4B5C-8C42-0CDF502EC8EC}" srcId="{E0EFC517-241F-4A7B-B075-44EFA659D34C}" destId="{14514EE3-CC2D-494B-BC7A-900F324794DF}" srcOrd="2" destOrd="0" parTransId="{D0C4F7DF-6AB7-4B18-9E4A-B0FDE11B9C6A}" sibTransId="{6DB08823-4A27-46E7-83EA-F7741ADB6F9A}"/>
    <dgm:cxn modelId="{994B1F37-271A-4E51-953A-833271645D9D}" srcId="{0F13FC8C-0EB0-4F43-BE1F-D089A065C515}" destId="{331DF05B-E891-4262-A696-345E5E6BB2C9}" srcOrd="2" destOrd="0" parTransId="{EB71161D-D1DD-42FE-B5CD-74FB747B94A8}" sibTransId="{D5A82400-949A-4B35-9C94-4D380FEC100D}"/>
    <dgm:cxn modelId="{7DEE643A-244C-484C-B266-464570BA2E3F}" type="presOf" srcId="{F7CB7D44-CB12-489A-812B-4EC624A3C417}" destId="{4C9A4E4A-BABB-48DB-A8D9-B4586CFA30E2}" srcOrd="0" destOrd="0" presId="urn:microsoft.com/office/officeart/2005/8/layout/vList2"/>
    <dgm:cxn modelId="{6993E762-377F-4845-837D-DFFFC6295711}" type="presOf" srcId="{4C831594-1CA5-483C-9DED-3EB3141C022A}" destId="{DEABECDC-98F5-4D4F-AFE5-2E77DFDC0B62}" srcOrd="0" destOrd="0" presId="urn:microsoft.com/office/officeart/2005/8/layout/vList2"/>
    <dgm:cxn modelId="{4D1B6C47-6163-407E-A7DD-647B5FB9FCFD}" srcId="{F7CB7D44-CB12-489A-812B-4EC624A3C417}" destId="{E0EFC517-241F-4A7B-B075-44EFA659D34C}" srcOrd="0" destOrd="0" parTransId="{5A848189-A5FC-402A-A63C-A0BFC8D8D7E0}" sibTransId="{118161EE-53BA-464B-B51D-87B3AEEB6D3C}"/>
    <dgm:cxn modelId="{E21CDA6D-DBF3-4920-93B0-D306A38EFF15}" type="presOf" srcId="{7D3F7820-0631-44DD-9A95-01656F072843}" destId="{85609E2F-7134-42AD-9FD4-DD3497C61D06}" srcOrd="0" destOrd="1" presId="urn:microsoft.com/office/officeart/2005/8/layout/vList2"/>
    <dgm:cxn modelId="{82035B4E-AA9C-44BB-9845-67C9EC1CD143}" srcId="{E0EFC517-241F-4A7B-B075-44EFA659D34C}" destId="{7D3F7820-0631-44DD-9A95-01656F072843}" srcOrd="1" destOrd="0" parTransId="{C9CA79ED-B54E-4D2E-B0F5-6EE89D547B7A}" sibTransId="{B487ED33-971A-4D12-9675-BBAFD760E4A9}"/>
    <dgm:cxn modelId="{47917253-E415-44AA-9F0F-2C33A79DD07A}" type="presOf" srcId="{E0EFC517-241F-4A7B-B075-44EFA659D34C}" destId="{0C058034-ACEC-4790-A79B-BA40BD641913}" srcOrd="0" destOrd="0" presId="urn:microsoft.com/office/officeart/2005/8/layout/vList2"/>
    <dgm:cxn modelId="{A3DFD37D-79F5-43BA-96E1-4131F936865C}" srcId="{0F13FC8C-0EB0-4F43-BE1F-D089A065C515}" destId="{D5647297-B221-44F4-A91F-E5B264406E29}" srcOrd="1" destOrd="0" parTransId="{27CA0EE1-C647-489E-95C8-21841D9366FC}" sibTransId="{A2666023-614B-4030-BA03-64CD757D4B43}"/>
    <dgm:cxn modelId="{2878FB80-E238-4B4D-A0A6-236198BAF950}" type="presOf" srcId="{59B21D98-BD28-4DB0-BA0B-52AE987BA4CC}" destId="{85609E2F-7134-42AD-9FD4-DD3497C61D06}" srcOrd="0" destOrd="0" presId="urn:microsoft.com/office/officeart/2005/8/layout/vList2"/>
    <dgm:cxn modelId="{3C6AB587-29D4-4849-842D-90F44C90B1F3}" srcId="{E0EFC517-241F-4A7B-B075-44EFA659D34C}" destId="{59B21D98-BD28-4DB0-BA0B-52AE987BA4CC}" srcOrd="0" destOrd="0" parTransId="{FB91D1D1-CB15-42FC-B48D-CB04CB4AF5F0}" sibTransId="{5A7EB5E8-DAAC-44C0-9DB9-DA4333EDB010}"/>
    <dgm:cxn modelId="{8FB17090-0B3A-4C3E-B5D5-F282931E8A40}" srcId="{E0EFC517-241F-4A7B-B075-44EFA659D34C}" destId="{E4C36CC5-74BE-4922-A474-D42333367041}" srcOrd="3" destOrd="0" parTransId="{7C2EB09D-7C07-40DA-8DA8-694F6F55EF1E}" sibTransId="{AFB622A7-5C4B-4022-9027-C56DC2C42B0D}"/>
    <dgm:cxn modelId="{D4932DB3-EB0A-4ABE-97F1-3080CE8A039D}" type="presOf" srcId="{D5647297-B221-44F4-A91F-E5B264406E29}" destId="{DEABECDC-98F5-4D4F-AFE5-2E77DFDC0B62}" srcOrd="0" destOrd="1" presId="urn:microsoft.com/office/officeart/2005/8/layout/vList2"/>
    <dgm:cxn modelId="{C137C0C2-EDFC-42B4-A0C5-0684480B0DEC}" type="presOf" srcId="{14514EE3-CC2D-494B-BC7A-900F324794DF}" destId="{85609E2F-7134-42AD-9FD4-DD3497C61D06}" srcOrd="0" destOrd="2" presId="urn:microsoft.com/office/officeart/2005/8/layout/vList2"/>
    <dgm:cxn modelId="{F11724E2-13B3-481C-A629-BD112B238FBD}" srcId="{0F13FC8C-0EB0-4F43-BE1F-D089A065C515}" destId="{4C831594-1CA5-483C-9DED-3EB3141C022A}" srcOrd="0" destOrd="0" parTransId="{BF6FEB0E-CB90-432C-A1C1-AA077361022A}" sibTransId="{A970CBA9-C339-4F3C-8BE9-E52EF746295C}"/>
    <dgm:cxn modelId="{4730E8E4-5252-4D8E-9360-686094D7DDAF}" type="presOf" srcId="{0F13FC8C-0EB0-4F43-BE1F-D089A065C515}" destId="{C24DDD5B-84A9-447A-97D7-1BD1F95F5C7C}" srcOrd="0" destOrd="0" presId="urn:microsoft.com/office/officeart/2005/8/layout/vList2"/>
    <dgm:cxn modelId="{EA0A37F2-A5FB-454F-929D-1ECC83FBC816}" type="presOf" srcId="{331DF05B-E891-4262-A696-345E5E6BB2C9}" destId="{DEABECDC-98F5-4D4F-AFE5-2E77DFDC0B62}" srcOrd="0" destOrd="2" presId="urn:microsoft.com/office/officeart/2005/8/layout/vList2"/>
    <dgm:cxn modelId="{D18D7AFD-814C-4E83-A51B-D17F733EB7FC}" srcId="{F7CB7D44-CB12-489A-812B-4EC624A3C417}" destId="{5DB6E0F6-AE0F-4C01-8C37-0E191EA5BADB}" srcOrd="2" destOrd="0" parTransId="{5047087A-C41B-49C1-A23E-82D55FBC67EE}" sibTransId="{8554C85D-4932-4D1D-8EF6-EA465A218F8E}"/>
    <dgm:cxn modelId="{C5C7B84F-4C11-4504-A263-EAEAE74A25F6}" type="presParOf" srcId="{4C9A4E4A-BABB-48DB-A8D9-B4586CFA30E2}" destId="{0C058034-ACEC-4790-A79B-BA40BD641913}" srcOrd="0" destOrd="0" presId="urn:microsoft.com/office/officeart/2005/8/layout/vList2"/>
    <dgm:cxn modelId="{6611445D-355A-4102-BBDC-3149E7005C9C}" type="presParOf" srcId="{4C9A4E4A-BABB-48DB-A8D9-B4586CFA30E2}" destId="{85609E2F-7134-42AD-9FD4-DD3497C61D06}" srcOrd="1" destOrd="0" presId="urn:microsoft.com/office/officeart/2005/8/layout/vList2"/>
    <dgm:cxn modelId="{A2665C00-2D7D-4387-AECC-4AB296069F7C}" type="presParOf" srcId="{4C9A4E4A-BABB-48DB-A8D9-B4586CFA30E2}" destId="{C24DDD5B-84A9-447A-97D7-1BD1F95F5C7C}" srcOrd="2" destOrd="0" presId="urn:microsoft.com/office/officeart/2005/8/layout/vList2"/>
    <dgm:cxn modelId="{5253D1DC-F146-4F64-A65B-7E941F257277}" type="presParOf" srcId="{4C9A4E4A-BABB-48DB-A8D9-B4586CFA30E2}" destId="{DEABECDC-98F5-4D4F-AFE5-2E77DFDC0B62}" srcOrd="3" destOrd="0" presId="urn:microsoft.com/office/officeart/2005/8/layout/vList2"/>
    <dgm:cxn modelId="{1044CB3C-0769-419E-8A88-67C6B4413FEF}" type="presParOf" srcId="{4C9A4E4A-BABB-48DB-A8D9-B4586CFA30E2}" destId="{9BFD862D-286B-4FF0-848F-176D7765E94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E075A220-1D2C-4F86-907C-FFA525A206CA}" type="doc">
      <dgm:prSet loTypeId="urn:microsoft.com/office/officeart/2005/8/layout/vList2" loCatId="list" qsTypeId="urn:microsoft.com/office/officeart/2005/8/quickstyle/simple2" qsCatId="simple" csTypeId="urn:microsoft.com/office/officeart/2005/8/colors/accent1_1" csCatId="accent1" phldr="1"/>
      <dgm:spPr/>
      <dgm:t>
        <a:bodyPr/>
        <a:lstStyle/>
        <a:p>
          <a:endParaRPr lang="en-US"/>
        </a:p>
      </dgm:t>
    </dgm:pt>
    <dgm:pt modelId="{810F3F48-66FF-49CD-8DAA-1823457CEC03}">
      <dgm:prSet/>
      <dgm:spPr/>
      <dgm:t>
        <a:bodyPr/>
        <a:lstStyle/>
        <a:p>
          <a:pPr rtl="0"/>
          <a:r>
            <a:rPr lang="en-US" b="0" dirty="0">
              <a:solidFill>
                <a:schemeClr val="bg1">
                  <a:lumMod val="65000"/>
                </a:schemeClr>
              </a:solidFill>
            </a:rPr>
            <a:t>Hyper Text Transfer Protocol (HTTP), </a:t>
          </a:r>
        </a:p>
      </dgm:t>
    </dgm:pt>
    <dgm:pt modelId="{94E584A9-8091-43B6-9790-D1ABB7ECA314}" type="parTrans" cxnId="{541F0B4A-5425-4AB9-AD18-4B6EA553AD29}">
      <dgm:prSet/>
      <dgm:spPr/>
      <dgm:t>
        <a:bodyPr/>
        <a:lstStyle/>
        <a:p>
          <a:endParaRPr lang="en-US"/>
        </a:p>
      </dgm:t>
    </dgm:pt>
    <dgm:pt modelId="{1F6B4140-69BA-4F84-A294-1AEA20BF5D65}" type="sibTrans" cxnId="{541F0B4A-5425-4AB9-AD18-4B6EA553AD29}">
      <dgm:prSet/>
      <dgm:spPr/>
      <dgm:t>
        <a:bodyPr/>
        <a:lstStyle/>
        <a:p>
          <a:endParaRPr lang="en-US"/>
        </a:p>
      </dgm:t>
    </dgm:pt>
    <dgm:pt modelId="{4A57B75E-38D0-44F2-BAFD-5D323F84AABD}">
      <dgm:prSet/>
      <dgm:spPr/>
      <dgm:t>
        <a:bodyPr/>
        <a:lstStyle/>
        <a:p>
          <a:pPr rtl="0"/>
          <a:r>
            <a:rPr lang="en-US" b="0" dirty="0">
              <a:solidFill>
                <a:schemeClr val="bg1">
                  <a:lumMod val="65000"/>
                </a:schemeClr>
              </a:solidFill>
            </a:rPr>
            <a:t>Email: SMTP, MIME, POP3, Webmail,</a:t>
          </a:r>
        </a:p>
      </dgm:t>
    </dgm:pt>
    <dgm:pt modelId="{C7CF776E-32C3-4944-A258-18B342D91B8F}" type="parTrans" cxnId="{9C1AFE77-1CE1-4854-A1CA-CDC119B58F46}">
      <dgm:prSet/>
      <dgm:spPr/>
      <dgm:t>
        <a:bodyPr/>
        <a:lstStyle/>
        <a:p>
          <a:endParaRPr lang="en-US"/>
        </a:p>
      </dgm:t>
    </dgm:pt>
    <dgm:pt modelId="{8512AD50-4FEA-41F4-927A-24F6AF80B943}" type="sibTrans" cxnId="{9C1AFE77-1CE1-4854-A1CA-CDC119B58F46}">
      <dgm:prSet/>
      <dgm:spPr/>
      <dgm:t>
        <a:bodyPr/>
        <a:lstStyle/>
        <a:p>
          <a:endParaRPr lang="en-US"/>
        </a:p>
      </dgm:t>
    </dgm:pt>
    <dgm:pt modelId="{DD4EC2C3-7955-4096-854C-AFD25C2BD4E2}">
      <dgm:prSet/>
      <dgm:spPr/>
      <dgm:t>
        <a:bodyPr/>
        <a:lstStyle/>
        <a:p>
          <a:pPr rtl="0"/>
          <a:r>
            <a:rPr lang="en-US" b="0" dirty="0">
              <a:solidFill>
                <a:schemeClr val="bg1">
                  <a:lumMod val="65000"/>
                </a:schemeClr>
              </a:solidFill>
            </a:rPr>
            <a:t>TELNET, </a:t>
          </a:r>
        </a:p>
      </dgm:t>
    </dgm:pt>
    <dgm:pt modelId="{D6AF8E8B-169D-4247-9925-220AA8CEDEDD}" type="parTrans" cxnId="{6F1FB305-C4D2-4A6C-81BD-F692CB1156FD}">
      <dgm:prSet/>
      <dgm:spPr/>
      <dgm:t>
        <a:bodyPr/>
        <a:lstStyle/>
        <a:p>
          <a:endParaRPr lang="en-US"/>
        </a:p>
      </dgm:t>
    </dgm:pt>
    <dgm:pt modelId="{B421C451-60E0-4C93-9A14-10220235284D}" type="sibTrans" cxnId="{6F1FB305-C4D2-4A6C-81BD-F692CB1156FD}">
      <dgm:prSet/>
      <dgm:spPr/>
      <dgm:t>
        <a:bodyPr/>
        <a:lstStyle/>
        <a:p>
          <a:endParaRPr lang="en-US"/>
        </a:p>
      </dgm:t>
    </dgm:pt>
    <dgm:pt modelId="{AA560C6A-4103-4DDD-A74D-B7D92F38491C}">
      <dgm:prSet/>
      <dgm:spPr/>
      <dgm:t>
        <a:bodyPr/>
        <a:lstStyle/>
        <a:p>
          <a:pPr rtl="0"/>
          <a:r>
            <a:rPr lang="en-US" b="0" dirty="0">
              <a:solidFill>
                <a:schemeClr val="bg1">
                  <a:lumMod val="65000"/>
                </a:schemeClr>
              </a:solidFill>
            </a:rPr>
            <a:t>Dynamic Host Control Protocol (DHCP), </a:t>
          </a:r>
        </a:p>
      </dgm:t>
    </dgm:pt>
    <dgm:pt modelId="{9CF6900C-0D0D-486F-85BA-B10AE4434F20}" type="parTrans" cxnId="{BD434B37-2C15-476B-B91D-3064061DEDD8}">
      <dgm:prSet/>
      <dgm:spPr/>
      <dgm:t>
        <a:bodyPr/>
        <a:lstStyle/>
        <a:p>
          <a:endParaRPr lang="en-US"/>
        </a:p>
      </dgm:t>
    </dgm:pt>
    <dgm:pt modelId="{F06774C2-5AAF-433B-A2BE-2D48032DCB97}" type="sibTrans" cxnId="{BD434B37-2C15-476B-B91D-3064061DEDD8}">
      <dgm:prSet/>
      <dgm:spPr/>
      <dgm:t>
        <a:bodyPr/>
        <a:lstStyle/>
        <a:p>
          <a:endParaRPr lang="en-US"/>
        </a:p>
      </dgm:t>
    </dgm:pt>
    <dgm:pt modelId="{9E60C330-70D0-456A-9DDA-FC0443B0D9C7}">
      <dgm:prSet/>
      <dgm:spPr/>
      <dgm:t>
        <a:bodyPr/>
        <a:lstStyle/>
        <a:p>
          <a:pPr rtl="0"/>
          <a:r>
            <a:rPr lang="en-US" b="1" dirty="0">
              <a:solidFill>
                <a:srgbClr val="FF0000"/>
              </a:solidFill>
            </a:rPr>
            <a:t>Simple Network Management Protocol (SNMP). </a:t>
          </a:r>
        </a:p>
      </dgm:t>
    </dgm:pt>
    <dgm:pt modelId="{BC92BF08-B3B1-4BA4-A0E6-02675D4E6A8A}" type="parTrans" cxnId="{687CA682-3C58-4A5C-BF4B-A6334D28EB7E}">
      <dgm:prSet/>
      <dgm:spPr/>
      <dgm:t>
        <a:bodyPr/>
        <a:lstStyle/>
        <a:p>
          <a:endParaRPr lang="en-US"/>
        </a:p>
      </dgm:t>
    </dgm:pt>
    <dgm:pt modelId="{36C02FF4-9BDA-4ED4-A0F0-62954E88C63C}" type="sibTrans" cxnId="{687CA682-3C58-4A5C-BF4B-A6334D28EB7E}">
      <dgm:prSet/>
      <dgm:spPr/>
      <dgm:t>
        <a:bodyPr/>
        <a:lstStyle/>
        <a:p>
          <a:endParaRPr lang="en-US"/>
        </a:p>
      </dgm:t>
    </dgm:pt>
    <dgm:pt modelId="{1A571728-6463-4867-ACD9-1399DAF2CFB2}">
      <dgm:prSet/>
      <dgm:spPr/>
      <dgm:t>
        <a:bodyPr/>
        <a:lstStyle/>
        <a:p>
          <a:pPr rtl="0"/>
          <a:r>
            <a:rPr lang="en-US" b="0" dirty="0">
              <a:solidFill>
                <a:schemeClr val="bg1">
                  <a:lumMod val="65000"/>
                </a:schemeClr>
              </a:solidFill>
            </a:rPr>
            <a:t>FTP, </a:t>
          </a:r>
        </a:p>
      </dgm:t>
    </dgm:pt>
    <dgm:pt modelId="{56C34691-7DD7-4C88-8877-8C4E2FB49BB4}" type="sibTrans" cxnId="{53160DF3-9D35-4EFA-937B-B7B98C3B33D1}">
      <dgm:prSet/>
      <dgm:spPr/>
      <dgm:t>
        <a:bodyPr/>
        <a:lstStyle/>
        <a:p>
          <a:endParaRPr lang="en-US"/>
        </a:p>
      </dgm:t>
    </dgm:pt>
    <dgm:pt modelId="{B2E4F2C4-EBCB-41C5-8DA0-BB6E623EB0FD}" type="parTrans" cxnId="{53160DF3-9D35-4EFA-937B-B7B98C3B33D1}">
      <dgm:prSet/>
      <dgm:spPr/>
      <dgm:t>
        <a:bodyPr/>
        <a:lstStyle/>
        <a:p>
          <a:endParaRPr lang="en-US"/>
        </a:p>
      </dgm:t>
    </dgm:pt>
    <dgm:pt modelId="{D99213FD-EA02-4158-9A8B-48189E7C331F}">
      <dgm:prSet/>
      <dgm:spPr/>
      <dgm:t>
        <a:bodyPr/>
        <a:lstStyle/>
        <a:p>
          <a:r>
            <a:rPr lang="en-US" b="0" dirty="0">
              <a:solidFill>
                <a:schemeClr val="bg1">
                  <a:lumMod val="65000"/>
                </a:schemeClr>
              </a:solidFill>
            </a:rPr>
            <a:t>Domain Name System (DNS), </a:t>
          </a:r>
        </a:p>
      </dgm:t>
    </dgm:pt>
    <dgm:pt modelId="{E4D8E108-4B2E-47D0-8122-93103D76F80E}" type="parTrans" cxnId="{5878F473-E4E3-4B61-89C3-5811AE0FEB7F}">
      <dgm:prSet/>
      <dgm:spPr/>
      <dgm:t>
        <a:bodyPr/>
        <a:lstStyle/>
        <a:p>
          <a:endParaRPr lang="en-US"/>
        </a:p>
      </dgm:t>
    </dgm:pt>
    <dgm:pt modelId="{A89D27DF-2D52-4E8B-93B6-1EE6D9A35C18}" type="sibTrans" cxnId="{5878F473-E4E3-4B61-89C3-5811AE0FEB7F}">
      <dgm:prSet/>
      <dgm:spPr/>
      <dgm:t>
        <a:bodyPr/>
        <a:lstStyle/>
        <a:p>
          <a:endParaRPr lang="en-US"/>
        </a:p>
      </dgm:t>
    </dgm:pt>
    <dgm:pt modelId="{763A7BF4-ECD5-4BFC-8138-A60947D0EFE5}" type="pres">
      <dgm:prSet presAssocID="{E075A220-1D2C-4F86-907C-FFA525A206CA}" presName="linear" presStyleCnt="0">
        <dgm:presLayoutVars>
          <dgm:animLvl val="lvl"/>
          <dgm:resizeHandles val="exact"/>
        </dgm:presLayoutVars>
      </dgm:prSet>
      <dgm:spPr/>
    </dgm:pt>
    <dgm:pt modelId="{2D9D1D3A-EF37-4E94-BB82-63F90F047EA1}" type="pres">
      <dgm:prSet presAssocID="{810F3F48-66FF-49CD-8DAA-1823457CEC03}" presName="parentText" presStyleLbl="node1" presStyleIdx="0" presStyleCnt="7">
        <dgm:presLayoutVars>
          <dgm:chMax val="0"/>
          <dgm:bulletEnabled val="1"/>
        </dgm:presLayoutVars>
      </dgm:prSet>
      <dgm:spPr/>
    </dgm:pt>
    <dgm:pt modelId="{6375FE5A-8276-43A1-958E-019EBBD85849}" type="pres">
      <dgm:prSet presAssocID="{1F6B4140-69BA-4F84-A294-1AEA20BF5D65}" presName="spacer" presStyleCnt="0"/>
      <dgm:spPr/>
    </dgm:pt>
    <dgm:pt modelId="{0DFC7B3F-6C74-488A-9688-6568BEF192A6}" type="pres">
      <dgm:prSet presAssocID="{1A571728-6463-4867-ACD9-1399DAF2CFB2}" presName="parentText" presStyleLbl="node1" presStyleIdx="1" presStyleCnt="7">
        <dgm:presLayoutVars>
          <dgm:chMax val="0"/>
          <dgm:bulletEnabled val="1"/>
        </dgm:presLayoutVars>
      </dgm:prSet>
      <dgm:spPr/>
    </dgm:pt>
    <dgm:pt modelId="{4D8EC412-1B35-4736-8CCC-3FDB20B6D329}" type="pres">
      <dgm:prSet presAssocID="{56C34691-7DD7-4C88-8877-8C4E2FB49BB4}" presName="spacer" presStyleCnt="0"/>
      <dgm:spPr/>
    </dgm:pt>
    <dgm:pt modelId="{809912B0-0A66-4FAB-95BA-2EFCC18BE0B0}" type="pres">
      <dgm:prSet presAssocID="{4A57B75E-38D0-44F2-BAFD-5D323F84AABD}" presName="parentText" presStyleLbl="node1" presStyleIdx="2" presStyleCnt="7" custLinFactNeighborY="-4167">
        <dgm:presLayoutVars>
          <dgm:chMax val="0"/>
          <dgm:bulletEnabled val="1"/>
        </dgm:presLayoutVars>
      </dgm:prSet>
      <dgm:spPr/>
    </dgm:pt>
    <dgm:pt modelId="{DEBC916D-161E-48DA-A9EE-FC5B4EF1B45C}" type="pres">
      <dgm:prSet presAssocID="{8512AD50-4FEA-41F4-927A-24F6AF80B943}" presName="spacer" presStyleCnt="0"/>
      <dgm:spPr/>
    </dgm:pt>
    <dgm:pt modelId="{F44FB075-EA70-4836-8B81-64E9E8EFC90B}" type="pres">
      <dgm:prSet presAssocID="{D99213FD-EA02-4158-9A8B-48189E7C331F}" presName="parentText" presStyleLbl="node1" presStyleIdx="3" presStyleCnt="7">
        <dgm:presLayoutVars>
          <dgm:chMax val="0"/>
          <dgm:bulletEnabled val="1"/>
        </dgm:presLayoutVars>
      </dgm:prSet>
      <dgm:spPr/>
    </dgm:pt>
    <dgm:pt modelId="{88251D84-6548-4D15-A07D-46A29D029BD0}" type="pres">
      <dgm:prSet presAssocID="{A89D27DF-2D52-4E8B-93B6-1EE6D9A35C18}" presName="spacer" presStyleCnt="0"/>
      <dgm:spPr/>
    </dgm:pt>
    <dgm:pt modelId="{7A88E90F-3920-4B54-A6F8-D9C1648BA3E3}" type="pres">
      <dgm:prSet presAssocID="{DD4EC2C3-7955-4096-854C-AFD25C2BD4E2}" presName="parentText" presStyleLbl="node1" presStyleIdx="4" presStyleCnt="7">
        <dgm:presLayoutVars>
          <dgm:chMax val="0"/>
          <dgm:bulletEnabled val="1"/>
        </dgm:presLayoutVars>
      </dgm:prSet>
      <dgm:spPr/>
    </dgm:pt>
    <dgm:pt modelId="{D3F650FC-7ACF-4CAE-BAC0-F950105E3EB2}" type="pres">
      <dgm:prSet presAssocID="{B421C451-60E0-4C93-9A14-10220235284D}" presName="spacer" presStyleCnt="0"/>
      <dgm:spPr/>
    </dgm:pt>
    <dgm:pt modelId="{AB7FD01E-D5CF-4D58-ADF8-798E3459B418}" type="pres">
      <dgm:prSet presAssocID="{AA560C6A-4103-4DDD-A74D-B7D92F38491C}" presName="parentText" presStyleLbl="node1" presStyleIdx="5" presStyleCnt="7">
        <dgm:presLayoutVars>
          <dgm:chMax val="0"/>
          <dgm:bulletEnabled val="1"/>
        </dgm:presLayoutVars>
      </dgm:prSet>
      <dgm:spPr/>
    </dgm:pt>
    <dgm:pt modelId="{0287D08C-33E7-4BCB-B21C-36CEF466FAAD}" type="pres">
      <dgm:prSet presAssocID="{F06774C2-5AAF-433B-A2BE-2D48032DCB97}" presName="spacer" presStyleCnt="0"/>
      <dgm:spPr/>
    </dgm:pt>
    <dgm:pt modelId="{6D9AA556-3632-494E-AC7A-459D2F5650B2}" type="pres">
      <dgm:prSet presAssocID="{9E60C330-70D0-456A-9DDA-FC0443B0D9C7}" presName="parentText" presStyleLbl="node1" presStyleIdx="6" presStyleCnt="7">
        <dgm:presLayoutVars>
          <dgm:chMax val="0"/>
          <dgm:bulletEnabled val="1"/>
        </dgm:presLayoutVars>
      </dgm:prSet>
      <dgm:spPr/>
    </dgm:pt>
  </dgm:ptLst>
  <dgm:cxnLst>
    <dgm:cxn modelId="{8EFE2A02-29CB-4197-AC40-AA909C1147ED}" type="presOf" srcId="{AA560C6A-4103-4DDD-A74D-B7D92F38491C}" destId="{AB7FD01E-D5CF-4D58-ADF8-798E3459B418}" srcOrd="0" destOrd="0" presId="urn:microsoft.com/office/officeart/2005/8/layout/vList2"/>
    <dgm:cxn modelId="{91485505-7224-4E12-8268-C6347292329A}" type="presOf" srcId="{1A571728-6463-4867-ACD9-1399DAF2CFB2}" destId="{0DFC7B3F-6C74-488A-9688-6568BEF192A6}" srcOrd="0" destOrd="0" presId="urn:microsoft.com/office/officeart/2005/8/layout/vList2"/>
    <dgm:cxn modelId="{6F1FB305-C4D2-4A6C-81BD-F692CB1156FD}" srcId="{E075A220-1D2C-4F86-907C-FFA525A206CA}" destId="{DD4EC2C3-7955-4096-854C-AFD25C2BD4E2}" srcOrd="4" destOrd="0" parTransId="{D6AF8E8B-169D-4247-9925-220AA8CEDEDD}" sibTransId="{B421C451-60E0-4C93-9A14-10220235284D}"/>
    <dgm:cxn modelId="{BD434B37-2C15-476B-B91D-3064061DEDD8}" srcId="{E075A220-1D2C-4F86-907C-FFA525A206CA}" destId="{AA560C6A-4103-4DDD-A74D-B7D92F38491C}" srcOrd="5" destOrd="0" parTransId="{9CF6900C-0D0D-486F-85BA-B10AE4434F20}" sibTransId="{F06774C2-5AAF-433B-A2BE-2D48032DCB97}"/>
    <dgm:cxn modelId="{40DE023E-7A9F-4F4B-B7D9-6477ACD6D579}" type="presOf" srcId="{D99213FD-EA02-4158-9A8B-48189E7C331F}" destId="{F44FB075-EA70-4836-8B81-64E9E8EFC90B}" srcOrd="0" destOrd="0" presId="urn:microsoft.com/office/officeart/2005/8/layout/vList2"/>
    <dgm:cxn modelId="{A5231C64-7C2D-4F9A-927B-56DBE10E1075}" type="presOf" srcId="{810F3F48-66FF-49CD-8DAA-1823457CEC03}" destId="{2D9D1D3A-EF37-4E94-BB82-63F90F047EA1}" srcOrd="0" destOrd="0" presId="urn:microsoft.com/office/officeart/2005/8/layout/vList2"/>
    <dgm:cxn modelId="{541F0B4A-5425-4AB9-AD18-4B6EA553AD29}" srcId="{E075A220-1D2C-4F86-907C-FFA525A206CA}" destId="{810F3F48-66FF-49CD-8DAA-1823457CEC03}" srcOrd="0" destOrd="0" parTransId="{94E584A9-8091-43B6-9790-D1ABB7ECA314}" sibTransId="{1F6B4140-69BA-4F84-A294-1AEA20BF5D65}"/>
    <dgm:cxn modelId="{36C0A26D-8C02-435A-8948-2A88999C0ED2}" type="presOf" srcId="{9E60C330-70D0-456A-9DDA-FC0443B0D9C7}" destId="{6D9AA556-3632-494E-AC7A-459D2F5650B2}" srcOrd="0" destOrd="0" presId="urn:microsoft.com/office/officeart/2005/8/layout/vList2"/>
    <dgm:cxn modelId="{5878F473-E4E3-4B61-89C3-5811AE0FEB7F}" srcId="{E075A220-1D2C-4F86-907C-FFA525A206CA}" destId="{D99213FD-EA02-4158-9A8B-48189E7C331F}" srcOrd="3" destOrd="0" parTransId="{E4D8E108-4B2E-47D0-8122-93103D76F80E}" sibTransId="{A89D27DF-2D52-4E8B-93B6-1EE6D9A35C18}"/>
    <dgm:cxn modelId="{9C1AFE77-1CE1-4854-A1CA-CDC119B58F46}" srcId="{E075A220-1D2C-4F86-907C-FFA525A206CA}" destId="{4A57B75E-38D0-44F2-BAFD-5D323F84AABD}" srcOrd="2" destOrd="0" parTransId="{C7CF776E-32C3-4944-A258-18B342D91B8F}" sibTransId="{8512AD50-4FEA-41F4-927A-24F6AF80B943}"/>
    <dgm:cxn modelId="{00AC5B7F-305B-4F69-A8A9-AD33050D22E8}" type="presOf" srcId="{E075A220-1D2C-4F86-907C-FFA525A206CA}" destId="{763A7BF4-ECD5-4BFC-8138-A60947D0EFE5}" srcOrd="0" destOrd="0" presId="urn:microsoft.com/office/officeart/2005/8/layout/vList2"/>
    <dgm:cxn modelId="{687CA682-3C58-4A5C-BF4B-A6334D28EB7E}" srcId="{E075A220-1D2C-4F86-907C-FFA525A206CA}" destId="{9E60C330-70D0-456A-9DDA-FC0443B0D9C7}" srcOrd="6" destOrd="0" parTransId="{BC92BF08-B3B1-4BA4-A0E6-02675D4E6A8A}" sibTransId="{36C02FF4-9BDA-4ED4-A0F0-62954E88C63C}"/>
    <dgm:cxn modelId="{29FDD293-5FE0-4090-A275-6C1EA18445D2}" type="presOf" srcId="{DD4EC2C3-7955-4096-854C-AFD25C2BD4E2}" destId="{7A88E90F-3920-4B54-A6F8-D9C1648BA3E3}" srcOrd="0" destOrd="0" presId="urn:microsoft.com/office/officeart/2005/8/layout/vList2"/>
    <dgm:cxn modelId="{CA5CFCB9-BAF7-4C29-9842-DD60D9E266F2}" type="presOf" srcId="{4A57B75E-38D0-44F2-BAFD-5D323F84AABD}" destId="{809912B0-0A66-4FAB-95BA-2EFCC18BE0B0}" srcOrd="0" destOrd="0" presId="urn:microsoft.com/office/officeart/2005/8/layout/vList2"/>
    <dgm:cxn modelId="{53160DF3-9D35-4EFA-937B-B7B98C3B33D1}" srcId="{E075A220-1D2C-4F86-907C-FFA525A206CA}" destId="{1A571728-6463-4867-ACD9-1399DAF2CFB2}" srcOrd="1" destOrd="0" parTransId="{B2E4F2C4-EBCB-41C5-8DA0-BB6E623EB0FD}" sibTransId="{56C34691-7DD7-4C88-8877-8C4E2FB49BB4}"/>
    <dgm:cxn modelId="{99174825-75C8-4D5C-B341-2916989EC738}" type="presParOf" srcId="{763A7BF4-ECD5-4BFC-8138-A60947D0EFE5}" destId="{2D9D1D3A-EF37-4E94-BB82-63F90F047EA1}" srcOrd="0" destOrd="0" presId="urn:microsoft.com/office/officeart/2005/8/layout/vList2"/>
    <dgm:cxn modelId="{731274C6-5D7E-4BD8-A5CA-40D792838BA1}" type="presParOf" srcId="{763A7BF4-ECD5-4BFC-8138-A60947D0EFE5}" destId="{6375FE5A-8276-43A1-958E-019EBBD85849}" srcOrd="1" destOrd="0" presId="urn:microsoft.com/office/officeart/2005/8/layout/vList2"/>
    <dgm:cxn modelId="{B0842786-DBC8-4B79-B10C-D7EC2613E370}" type="presParOf" srcId="{763A7BF4-ECD5-4BFC-8138-A60947D0EFE5}" destId="{0DFC7B3F-6C74-488A-9688-6568BEF192A6}" srcOrd="2" destOrd="0" presId="urn:microsoft.com/office/officeart/2005/8/layout/vList2"/>
    <dgm:cxn modelId="{FE9101A9-BBCC-4BAD-AF4F-1DC93782C785}" type="presParOf" srcId="{763A7BF4-ECD5-4BFC-8138-A60947D0EFE5}" destId="{4D8EC412-1B35-4736-8CCC-3FDB20B6D329}" srcOrd="3" destOrd="0" presId="urn:microsoft.com/office/officeart/2005/8/layout/vList2"/>
    <dgm:cxn modelId="{82F8978F-3E52-4DB4-8808-C480E6DA89EC}" type="presParOf" srcId="{763A7BF4-ECD5-4BFC-8138-A60947D0EFE5}" destId="{809912B0-0A66-4FAB-95BA-2EFCC18BE0B0}" srcOrd="4" destOrd="0" presId="urn:microsoft.com/office/officeart/2005/8/layout/vList2"/>
    <dgm:cxn modelId="{42D2FDCB-2D79-4FEE-8275-C89F66C733BC}" type="presParOf" srcId="{763A7BF4-ECD5-4BFC-8138-A60947D0EFE5}" destId="{DEBC916D-161E-48DA-A9EE-FC5B4EF1B45C}" srcOrd="5" destOrd="0" presId="urn:microsoft.com/office/officeart/2005/8/layout/vList2"/>
    <dgm:cxn modelId="{AB1844B8-C4DF-4DE0-9302-926ABB25C9EA}" type="presParOf" srcId="{763A7BF4-ECD5-4BFC-8138-A60947D0EFE5}" destId="{F44FB075-EA70-4836-8B81-64E9E8EFC90B}" srcOrd="6" destOrd="0" presId="urn:microsoft.com/office/officeart/2005/8/layout/vList2"/>
    <dgm:cxn modelId="{A58360EC-C8EB-439F-8B7C-BD2026C4D947}" type="presParOf" srcId="{763A7BF4-ECD5-4BFC-8138-A60947D0EFE5}" destId="{88251D84-6548-4D15-A07D-46A29D029BD0}" srcOrd="7" destOrd="0" presId="urn:microsoft.com/office/officeart/2005/8/layout/vList2"/>
    <dgm:cxn modelId="{B62E514C-9E37-4F25-9101-4830BB2DC6C8}" type="presParOf" srcId="{763A7BF4-ECD5-4BFC-8138-A60947D0EFE5}" destId="{7A88E90F-3920-4B54-A6F8-D9C1648BA3E3}" srcOrd="8" destOrd="0" presId="urn:microsoft.com/office/officeart/2005/8/layout/vList2"/>
    <dgm:cxn modelId="{977D2448-BE83-4B10-95B8-20ECACCF9C96}" type="presParOf" srcId="{763A7BF4-ECD5-4BFC-8138-A60947D0EFE5}" destId="{D3F650FC-7ACF-4CAE-BAC0-F950105E3EB2}" srcOrd="9" destOrd="0" presId="urn:microsoft.com/office/officeart/2005/8/layout/vList2"/>
    <dgm:cxn modelId="{9E0DE785-A2F4-48C2-9A0C-6F791EB5F2C5}" type="presParOf" srcId="{763A7BF4-ECD5-4BFC-8138-A60947D0EFE5}" destId="{AB7FD01E-D5CF-4D58-ADF8-798E3459B418}" srcOrd="10" destOrd="0" presId="urn:microsoft.com/office/officeart/2005/8/layout/vList2"/>
    <dgm:cxn modelId="{29D8F467-2A60-4EAD-9050-5E600795CA91}" type="presParOf" srcId="{763A7BF4-ECD5-4BFC-8138-A60947D0EFE5}" destId="{0287D08C-33E7-4BCB-B21C-36CEF466FAAD}" srcOrd="11" destOrd="0" presId="urn:microsoft.com/office/officeart/2005/8/layout/vList2"/>
    <dgm:cxn modelId="{EC833FEA-27A1-40EB-A988-B27B34A57FCF}" type="presParOf" srcId="{763A7BF4-ECD5-4BFC-8138-A60947D0EFE5}" destId="{6D9AA556-3632-494E-AC7A-459D2F5650B2}"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D1D3A-EF37-4E94-BB82-63F90F047EA1}">
      <dsp:nvSpPr>
        <dsp:cNvPr id="0" name=""/>
        <dsp:cNvSpPr/>
      </dsp:nvSpPr>
      <dsp:spPr>
        <a:xfrm>
          <a:off x="0" y="319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1" kern="1200" dirty="0">
              <a:solidFill>
                <a:srgbClr val="FF0000"/>
              </a:solidFill>
            </a:rPr>
            <a:t>Hyper Text Transfer Protocol (HTTP), </a:t>
          </a:r>
        </a:p>
      </dsp:txBody>
      <dsp:txXfrm>
        <a:off x="30842" y="62762"/>
        <a:ext cx="7710716" cy="570116"/>
      </dsp:txXfrm>
    </dsp:sp>
    <dsp:sp modelId="{0DFC7B3F-6C74-488A-9688-6568BEF192A6}">
      <dsp:nvSpPr>
        <dsp:cNvPr id="0" name=""/>
        <dsp:cNvSpPr/>
      </dsp:nvSpPr>
      <dsp:spPr>
        <a:xfrm>
          <a:off x="0" y="7414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FTP, </a:t>
          </a:r>
          <a:endParaRPr lang="en-US" sz="2700" kern="1200" dirty="0"/>
        </a:p>
      </dsp:txBody>
      <dsp:txXfrm>
        <a:off x="30842" y="772322"/>
        <a:ext cx="7710716" cy="570116"/>
      </dsp:txXfrm>
    </dsp:sp>
    <dsp:sp modelId="{809912B0-0A66-4FAB-95BA-2EFCC18BE0B0}">
      <dsp:nvSpPr>
        <dsp:cNvPr id="0" name=""/>
        <dsp:cNvSpPr/>
      </dsp:nvSpPr>
      <dsp:spPr>
        <a:xfrm>
          <a:off x="0" y="145104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Email: SMTP, MIME, POP3, Webmail,</a:t>
          </a:r>
        </a:p>
      </dsp:txBody>
      <dsp:txXfrm>
        <a:off x="30842" y="1481882"/>
        <a:ext cx="7710716" cy="570116"/>
      </dsp:txXfrm>
    </dsp:sp>
    <dsp:sp modelId="{F44FB075-EA70-4836-8B81-64E9E8EFC90B}">
      <dsp:nvSpPr>
        <dsp:cNvPr id="0" name=""/>
        <dsp:cNvSpPr/>
      </dsp:nvSpPr>
      <dsp:spPr>
        <a:xfrm>
          <a:off x="0" y="216060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Domain Name System (DNS), </a:t>
          </a:r>
        </a:p>
      </dsp:txBody>
      <dsp:txXfrm>
        <a:off x="30842" y="2191442"/>
        <a:ext cx="7710716" cy="570116"/>
      </dsp:txXfrm>
    </dsp:sp>
    <dsp:sp modelId="{7A88E90F-3920-4B54-A6F8-D9C1648BA3E3}">
      <dsp:nvSpPr>
        <dsp:cNvPr id="0" name=""/>
        <dsp:cNvSpPr/>
      </dsp:nvSpPr>
      <dsp:spPr>
        <a:xfrm>
          <a:off x="0" y="287016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TELNET, </a:t>
          </a:r>
        </a:p>
      </dsp:txBody>
      <dsp:txXfrm>
        <a:off x="30842" y="2901002"/>
        <a:ext cx="7710716" cy="570116"/>
      </dsp:txXfrm>
    </dsp:sp>
    <dsp:sp modelId="{AB7FD01E-D5CF-4D58-ADF8-798E3459B418}">
      <dsp:nvSpPr>
        <dsp:cNvPr id="0" name=""/>
        <dsp:cNvSpPr/>
      </dsp:nvSpPr>
      <dsp:spPr>
        <a:xfrm>
          <a:off x="0" y="35797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Dynamic Host Control Protocol (DHCP), </a:t>
          </a:r>
        </a:p>
      </dsp:txBody>
      <dsp:txXfrm>
        <a:off x="30842" y="3610562"/>
        <a:ext cx="7710716" cy="570116"/>
      </dsp:txXfrm>
    </dsp:sp>
    <dsp:sp modelId="{6D9AA556-3632-494E-AC7A-459D2F5650B2}">
      <dsp:nvSpPr>
        <dsp:cNvPr id="0" name=""/>
        <dsp:cNvSpPr/>
      </dsp:nvSpPr>
      <dsp:spPr>
        <a:xfrm>
          <a:off x="0" y="42892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Simple Network Management Protocol (SNMP). </a:t>
          </a:r>
        </a:p>
      </dsp:txBody>
      <dsp:txXfrm>
        <a:off x="30842" y="4320122"/>
        <a:ext cx="7710716" cy="5701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C47E1F-B59D-4C6A-913F-76AF49BEEBB6}">
      <dsp:nvSpPr>
        <dsp:cNvPr id="0" name=""/>
        <dsp:cNvSpPr/>
      </dsp:nvSpPr>
      <dsp:spPr>
        <a:xfrm>
          <a:off x="2232" y="1467315"/>
          <a:ext cx="3427139" cy="1713569"/>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rtl="0">
            <a:lnSpc>
              <a:spcPct val="90000"/>
            </a:lnSpc>
            <a:spcBef>
              <a:spcPct val="0"/>
            </a:spcBef>
            <a:spcAft>
              <a:spcPct val="35000"/>
            </a:spcAft>
            <a:buNone/>
          </a:pPr>
          <a:r>
            <a:rPr lang="en-US" sz="3800" kern="1200" dirty="0">
              <a:latin typeface="Lucida Bright" pitchFamily="18" charset="0"/>
            </a:rPr>
            <a:t>Two types of message </a:t>
          </a:r>
        </a:p>
      </dsp:txBody>
      <dsp:txXfrm>
        <a:off x="52421" y="1517504"/>
        <a:ext cx="3326761" cy="1613191"/>
      </dsp:txXfrm>
    </dsp:sp>
    <dsp:sp modelId="{E66ADE1E-C494-4763-9AF7-D3B1AC2222E8}">
      <dsp:nvSpPr>
        <dsp:cNvPr id="0" name=""/>
        <dsp:cNvSpPr/>
      </dsp:nvSpPr>
      <dsp:spPr>
        <a:xfrm rot="19457599">
          <a:off x="3270692" y="1798269"/>
          <a:ext cx="1688214" cy="66357"/>
        </a:xfrm>
        <a:custGeom>
          <a:avLst/>
          <a:gdLst/>
          <a:ahLst/>
          <a:cxnLst/>
          <a:rect l="0" t="0" r="0" b="0"/>
          <a:pathLst>
            <a:path>
              <a:moveTo>
                <a:pt x="0" y="33178"/>
              </a:moveTo>
              <a:lnTo>
                <a:pt x="1688214" y="33178"/>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Lucida Bright" pitchFamily="18" charset="0"/>
          </a:endParaRPr>
        </a:p>
      </dsp:txBody>
      <dsp:txXfrm>
        <a:off x="4072594" y="1789243"/>
        <a:ext cx="84410" cy="84410"/>
      </dsp:txXfrm>
    </dsp:sp>
    <dsp:sp modelId="{F4F19F03-7414-4520-AA94-D70D263B273D}">
      <dsp:nvSpPr>
        <dsp:cNvPr id="0" name=""/>
        <dsp:cNvSpPr/>
      </dsp:nvSpPr>
      <dsp:spPr>
        <a:xfrm>
          <a:off x="4800227" y="482012"/>
          <a:ext cx="3427139" cy="1713569"/>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rtl="0">
            <a:lnSpc>
              <a:spcPct val="90000"/>
            </a:lnSpc>
            <a:spcBef>
              <a:spcPct val="0"/>
            </a:spcBef>
            <a:spcAft>
              <a:spcPct val="35000"/>
            </a:spcAft>
            <a:buNone/>
          </a:pPr>
          <a:r>
            <a:rPr lang="en-US" sz="3800" kern="1200" dirty="0">
              <a:latin typeface="Lucida Bright" pitchFamily="18" charset="0"/>
            </a:rPr>
            <a:t>HTTP Request message</a:t>
          </a:r>
        </a:p>
      </dsp:txBody>
      <dsp:txXfrm>
        <a:off x="4850416" y="532201"/>
        <a:ext cx="3326761" cy="1613191"/>
      </dsp:txXfrm>
    </dsp:sp>
    <dsp:sp modelId="{B7D31C4F-CFDF-4ED2-9BBE-F88322E500DB}">
      <dsp:nvSpPr>
        <dsp:cNvPr id="0" name=""/>
        <dsp:cNvSpPr/>
      </dsp:nvSpPr>
      <dsp:spPr>
        <a:xfrm rot="2142401">
          <a:off x="3270692" y="2783572"/>
          <a:ext cx="1688214" cy="66357"/>
        </a:xfrm>
        <a:custGeom>
          <a:avLst/>
          <a:gdLst/>
          <a:ahLst/>
          <a:cxnLst/>
          <a:rect l="0" t="0" r="0" b="0"/>
          <a:pathLst>
            <a:path>
              <a:moveTo>
                <a:pt x="0" y="33178"/>
              </a:moveTo>
              <a:lnTo>
                <a:pt x="1688214" y="33178"/>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Lucida Bright" pitchFamily="18" charset="0"/>
          </a:endParaRPr>
        </a:p>
      </dsp:txBody>
      <dsp:txXfrm>
        <a:off x="4072594" y="2774545"/>
        <a:ext cx="84410" cy="84410"/>
      </dsp:txXfrm>
    </dsp:sp>
    <dsp:sp modelId="{56295161-E365-4E24-AFE6-2F671EC8B2B6}">
      <dsp:nvSpPr>
        <dsp:cNvPr id="0" name=""/>
        <dsp:cNvSpPr/>
      </dsp:nvSpPr>
      <dsp:spPr>
        <a:xfrm>
          <a:off x="4800227" y="2452617"/>
          <a:ext cx="3427139" cy="1713569"/>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1689100" rtl="0">
            <a:lnSpc>
              <a:spcPct val="90000"/>
            </a:lnSpc>
            <a:spcBef>
              <a:spcPct val="0"/>
            </a:spcBef>
            <a:spcAft>
              <a:spcPct val="35000"/>
            </a:spcAft>
            <a:buNone/>
          </a:pPr>
          <a:r>
            <a:rPr lang="en-US" sz="3800" kern="1200" dirty="0">
              <a:latin typeface="Lucida Bright" pitchFamily="18" charset="0"/>
            </a:rPr>
            <a:t>HTTP Response Message</a:t>
          </a:r>
        </a:p>
      </dsp:txBody>
      <dsp:txXfrm>
        <a:off x="4850416" y="2502806"/>
        <a:ext cx="3326761" cy="16131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B6591B-984A-4E81-83DF-4ABD13C759F2}">
      <dsp:nvSpPr>
        <dsp:cNvPr id="0" name=""/>
        <dsp:cNvSpPr/>
      </dsp:nvSpPr>
      <dsp:spPr>
        <a:xfrm>
          <a:off x="0" y="150394"/>
          <a:ext cx="4129087"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u="sng" kern="1200" dirty="0"/>
            <a:t>HTTP/1.0</a:t>
          </a:r>
          <a:endParaRPr lang="en-US" sz="2800" b="1" kern="1200" dirty="0"/>
        </a:p>
      </dsp:txBody>
      <dsp:txXfrm>
        <a:off x="33396" y="183790"/>
        <a:ext cx="4062295" cy="617328"/>
      </dsp:txXfrm>
    </dsp:sp>
    <dsp:sp modelId="{6E5573D6-1EA6-4A1B-9C77-F2E534E3BC32}">
      <dsp:nvSpPr>
        <dsp:cNvPr id="0" name=""/>
        <dsp:cNvSpPr/>
      </dsp:nvSpPr>
      <dsp:spPr>
        <a:xfrm>
          <a:off x="0" y="886355"/>
          <a:ext cx="4129087"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Have only 16 status codes</a:t>
          </a:r>
        </a:p>
      </dsp:txBody>
      <dsp:txXfrm>
        <a:off x="33396" y="919751"/>
        <a:ext cx="4062295" cy="617328"/>
      </dsp:txXfrm>
    </dsp:sp>
    <dsp:sp modelId="{EDCA5F0A-F5AC-4ED0-94E1-14A15937E3D9}">
      <dsp:nvSpPr>
        <dsp:cNvPr id="0" name=""/>
        <dsp:cNvSpPr/>
      </dsp:nvSpPr>
      <dsp:spPr>
        <a:xfrm>
          <a:off x="0" y="1622316"/>
          <a:ext cx="4129087"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Provides only basic authentication</a:t>
          </a:r>
        </a:p>
      </dsp:txBody>
      <dsp:txXfrm>
        <a:off x="33396" y="1655712"/>
        <a:ext cx="4062295" cy="617328"/>
      </dsp:txXfrm>
    </dsp:sp>
    <dsp:sp modelId="{25A97034-0D8E-402F-B311-DCB558EC165D}">
      <dsp:nvSpPr>
        <dsp:cNvPr id="0" name=""/>
        <dsp:cNvSpPr/>
      </dsp:nvSpPr>
      <dsp:spPr>
        <a:xfrm>
          <a:off x="0" y="2358277"/>
          <a:ext cx="4129087"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Uses Non persistent connection</a:t>
          </a:r>
        </a:p>
      </dsp:txBody>
      <dsp:txXfrm>
        <a:off x="33396" y="2391673"/>
        <a:ext cx="4062295" cy="617328"/>
      </dsp:txXfrm>
    </dsp:sp>
    <dsp:sp modelId="{49AD58EC-AE75-4324-A5C9-185768BBF59E}">
      <dsp:nvSpPr>
        <dsp:cNvPr id="0" name=""/>
        <dsp:cNvSpPr/>
      </dsp:nvSpPr>
      <dsp:spPr>
        <a:xfrm>
          <a:off x="0" y="3094237"/>
          <a:ext cx="4129087"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RTT is more so bandwidth waste is vast</a:t>
          </a:r>
        </a:p>
      </dsp:txBody>
      <dsp:txXfrm>
        <a:off x="33396" y="3127633"/>
        <a:ext cx="4062295" cy="617328"/>
      </dsp:txXfrm>
    </dsp:sp>
    <dsp:sp modelId="{109A8D1B-B599-43A9-9545-EB77C774630A}">
      <dsp:nvSpPr>
        <dsp:cNvPr id="0" name=""/>
        <dsp:cNvSpPr/>
      </dsp:nvSpPr>
      <dsp:spPr>
        <a:xfrm>
          <a:off x="0" y="3830198"/>
          <a:ext cx="4129087"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Stateless</a:t>
          </a:r>
        </a:p>
      </dsp:txBody>
      <dsp:txXfrm>
        <a:off x="33396" y="3863594"/>
        <a:ext cx="4062295" cy="617328"/>
      </dsp:txXfrm>
    </dsp:sp>
    <dsp:sp modelId="{475D4E7C-7BB9-4E28-A17E-7AD756B3E277}">
      <dsp:nvSpPr>
        <dsp:cNvPr id="0" name=""/>
        <dsp:cNvSpPr/>
      </dsp:nvSpPr>
      <dsp:spPr>
        <a:xfrm>
          <a:off x="0" y="4566159"/>
          <a:ext cx="4129087"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Supports only GET POST and HEAD method</a:t>
          </a:r>
        </a:p>
      </dsp:txBody>
      <dsp:txXfrm>
        <a:off x="33396" y="4599555"/>
        <a:ext cx="4062295" cy="61732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CA9FB3-BDA7-4BEF-A2BA-641E7986876A}">
      <dsp:nvSpPr>
        <dsp:cNvPr id="0" name=""/>
        <dsp:cNvSpPr/>
      </dsp:nvSpPr>
      <dsp:spPr>
        <a:xfrm>
          <a:off x="0" y="143250"/>
          <a:ext cx="4376738"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b="1" u="sng" kern="1200" dirty="0"/>
            <a:t>HTTP/1.1</a:t>
          </a:r>
          <a:endParaRPr lang="en-US" sz="2800" b="1" kern="1200" dirty="0"/>
        </a:p>
      </dsp:txBody>
      <dsp:txXfrm>
        <a:off x="33396" y="176646"/>
        <a:ext cx="4309946" cy="617328"/>
      </dsp:txXfrm>
    </dsp:sp>
    <dsp:sp modelId="{2ED99546-4258-46A8-9CC3-7BE2B5B91CBE}">
      <dsp:nvSpPr>
        <dsp:cNvPr id="0" name=""/>
        <dsp:cNvSpPr/>
      </dsp:nvSpPr>
      <dsp:spPr>
        <a:xfrm>
          <a:off x="0" y="879211"/>
          <a:ext cx="4376738"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Have introduced new 24 status code</a:t>
          </a:r>
        </a:p>
      </dsp:txBody>
      <dsp:txXfrm>
        <a:off x="33396" y="912607"/>
        <a:ext cx="4309946" cy="617328"/>
      </dsp:txXfrm>
    </dsp:sp>
    <dsp:sp modelId="{0BB5AE0B-DF8E-4108-A3C0-CABB6B8E8FF4}">
      <dsp:nvSpPr>
        <dsp:cNvPr id="0" name=""/>
        <dsp:cNvSpPr/>
      </dsp:nvSpPr>
      <dsp:spPr>
        <a:xfrm>
          <a:off x="0" y="1615172"/>
          <a:ext cx="4376738"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Provides strong authentication</a:t>
          </a:r>
        </a:p>
      </dsp:txBody>
      <dsp:txXfrm>
        <a:off x="33396" y="1648568"/>
        <a:ext cx="4309946" cy="617328"/>
      </dsp:txXfrm>
    </dsp:sp>
    <dsp:sp modelId="{BE457915-AD6C-43B7-A5E5-EF8EE35CD83F}">
      <dsp:nvSpPr>
        <dsp:cNvPr id="0" name=""/>
        <dsp:cNvSpPr/>
      </dsp:nvSpPr>
      <dsp:spPr>
        <a:xfrm>
          <a:off x="0" y="2351133"/>
          <a:ext cx="4376738"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Uses Persistent connection</a:t>
          </a:r>
        </a:p>
      </dsp:txBody>
      <dsp:txXfrm>
        <a:off x="33396" y="2384529"/>
        <a:ext cx="4309946" cy="617328"/>
      </dsp:txXfrm>
    </dsp:sp>
    <dsp:sp modelId="{44BFAE7A-C892-407C-967E-DF5722B0AC14}">
      <dsp:nvSpPr>
        <dsp:cNvPr id="0" name=""/>
        <dsp:cNvSpPr/>
      </dsp:nvSpPr>
      <dsp:spPr>
        <a:xfrm>
          <a:off x="0" y="3087094"/>
          <a:ext cx="4376738"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RTT is less so bandwidth utilization is good</a:t>
          </a:r>
        </a:p>
      </dsp:txBody>
      <dsp:txXfrm>
        <a:off x="33396" y="3120490"/>
        <a:ext cx="4309946" cy="617328"/>
      </dsp:txXfrm>
    </dsp:sp>
    <dsp:sp modelId="{93C055F6-6921-40CA-8ED2-72E63EF606B5}">
      <dsp:nvSpPr>
        <dsp:cNvPr id="0" name=""/>
        <dsp:cNvSpPr/>
      </dsp:nvSpPr>
      <dsp:spPr>
        <a:xfrm>
          <a:off x="0" y="3823055"/>
          <a:ext cx="4376738"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Uses cookies as state management mechanism</a:t>
          </a:r>
        </a:p>
      </dsp:txBody>
      <dsp:txXfrm>
        <a:off x="33396" y="3856451"/>
        <a:ext cx="4309946" cy="617328"/>
      </dsp:txXfrm>
    </dsp:sp>
    <dsp:sp modelId="{3B9082B2-9514-46B9-AA47-FFF9DA79D63B}">
      <dsp:nvSpPr>
        <dsp:cNvPr id="0" name=""/>
        <dsp:cNvSpPr/>
      </dsp:nvSpPr>
      <dsp:spPr>
        <a:xfrm>
          <a:off x="0" y="4559016"/>
          <a:ext cx="4376738" cy="684120"/>
        </a:xfrm>
        <a:prstGeom prst="roundRect">
          <a:avLst/>
        </a:prstGeom>
        <a:blipFill>
          <a:blip xmlns:r="http://schemas.openxmlformats.org/officeDocument/2006/relationships" r:embed="rId1">
            <a:duotone>
              <a:schemeClr val="lt1">
                <a:hueOff val="0"/>
                <a:satOff val="0"/>
                <a:lumOff val="0"/>
                <a:alphaOff val="0"/>
                <a:tint val="30000"/>
                <a:satMod val="300000"/>
              </a:schemeClr>
              <a:schemeClr val="l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b="1" kern="1200" dirty="0"/>
            <a:t>Supports GET, POST, HEAD,PUT and DELETE</a:t>
          </a:r>
        </a:p>
      </dsp:txBody>
      <dsp:txXfrm>
        <a:off x="33396" y="4592412"/>
        <a:ext cx="4309946" cy="6173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D1D3A-EF37-4E94-BB82-63F90F047EA1}">
      <dsp:nvSpPr>
        <dsp:cNvPr id="0" name=""/>
        <dsp:cNvSpPr/>
      </dsp:nvSpPr>
      <dsp:spPr>
        <a:xfrm>
          <a:off x="0" y="319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Hyper Text Transfer Protocol (HTTP), </a:t>
          </a:r>
        </a:p>
      </dsp:txBody>
      <dsp:txXfrm>
        <a:off x="30842" y="62762"/>
        <a:ext cx="7710716" cy="570116"/>
      </dsp:txXfrm>
    </dsp:sp>
    <dsp:sp modelId="{0DFC7B3F-6C74-488A-9688-6568BEF192A6}">
      <dsp:nvSpPr>
        <dsp:cNvPr id="0" name=""/>
        <dsp:cNvSpPr/>
      </dsp:nvSpPr>
      <dsp:spPr>
        <a:xfrm>
          <a:off x="0" y="7414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1" kern="1200" dirty="0">
              <a:solidFill>
                <a:srgbClr val="FF0000"/>
              </a:solidFill>
            </a:rPr>
            <a:t>FTP, </a:t>
          </a:r>
        </a:p>
      </dsp:txBody>
      <dsp:txXfrm>
        <a:off x="30842" y="772322"/>
        <a:ext cx="7710716" cy="570116"/>
      </dsp:txXfrm>
    </dsp:sp>
    <dsp:sp modelId="{809912B0-0A66-4FAB-95BA-2EFCC18BE0B0}">
      <dsp:nvSpPr>
        <dsp:cNvPr id="0" name=""/>
        <dsp:cNvSpPr/>
      </dsp:nvSpPr>
      <dsp:spPr>
        <a:xfrm>
          <a:off x="0" y="145104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Email: SMTP, MIME, POP3, Webmail,</a:t>
          </a:r>
        </a:p>
      </dsp:txBody>
      <dsp:txXfrm>
        <a:off x="30842" y="1481882"/>
        <a:ext cx="7710716" cy="570116"/>
      </dsp:txXfrm>
    </dsp:sp>
    <dsp:sp modelId="{F44FB075-EA70-4836-8B81-64E9E8EFC90B}">
      <dsp:nvSpPr>
        <dsp:cNvPr id="0" name=""/>
        <dsp:cNvSpPr/>
      </dsp:nvSpPr>
      <dsp:spPr>
        <a:xfrm>
          <a:off x="0" y="216060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Domain Name System (DNS), </a:t>
          </a:r>
        </a:p>
      </dsp:txBody>
      <dsp:txXfrm>
        <a:off x="30842" y="2191442"/>
        <a:ext cx="7710716" cy="570116"/>
      </dsp:txXfrm>
    </dsp:sp>
    <dsp:sp modelId="{7A88E90F-3920-4B54-A6F8-D9C1648BA3E3}">
      <dsp:nvSpPr>
        <dsp:cNvPr id="0" name=""/>
        <dsp:cNvSpPr/>
      </dsp:nvSpPr>
      <dsp:spPr>
        <a:xfrm>
          <a:off x="0" y="287016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TELNET, </a:t>
          </a:r>
        </a:p>
      </dsp:txBody>
      <dsp:txXfrm>
        <a:off x="30842" y="2901002"/>
        <a:ext cx="7710716" cy="570116"/>
      </dsp:txXfrm>
    </dsp:sp>
    <dsp:sp modelId="{AB7FD01E-D5CF-4D58-ADF8-798E3459B418}">
      <dsp:nvSpPr>
        <dsp:cNvPr id="0" name=""/>
        <dsp:cNvSpPr/>
      </dsp:nvSpPr>
      <dsp:spPr>
        <a:xfrm>
          <a:off x="0" y="35797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Dynamic Host Control Protocol (DHCP), </a:t>
          </a:r>
        </a:p>
      </dsp:txBody>
      <dsp:txXfrm>
        <a:off x="30842" y="3610562"/>
        <a:ext cx="7710716" cy="570116"/>
      </dsp:txXfrm>
    </dsp:sp>
    <dsp:sp modelId="{6D9AA556-3632-494E-AC7A-459D2F5650B2}">
      <dsp:nvSpPr>
        <dsp:cNvPr id="0" name=""/>
        <dsp:cNvSpPr/>
      </dsp:nvSpPr>
      <dsp:spPr>
        <a:xfrm>
          <a:off x="0" y="42892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Simple Network Management Protocol (SNMP). </a:t>
          </a:r>
        </a:p>
      </dsp:txBody>
      <dsp:txXfrm>
        <a:off x="30842" y="4320122"/>
        <a:ext cx="7710716" cy="5701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D1D3A-EF37-4E94-BB82-63F90F047EA1}">
      <dsp:nvSpPr>
        <dsp:cNvPr id="0" name=""/>
        <dsp:cNvSpPr/>
      </dsp:nvSpPr>
      <dsp:spPr>
        <a:xfrm>
          <a:off x="0" y="319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Hyper Text Transfer Protocol (HTTP), </a:t>
          </a:r>
        </a:p>
      </dsp:txBody>
      <dsp:txXfrm>
        <a:off x="30842" y="62762"/>
        <a:ext cx="7710716" cy="570116"/>
      </dsp:txXfrm>
    </dsp:sp>
    <dsp:sp modelId="{0DFC7B3F-6C74-488A-9688-6568BEF192A6}">
      <dsp:nvSpPr>
        <dsp:cNvPr id="0" name=""/>
        <dsp:cNvSpPr/>
      </dsp:nvSpPr>
      <dsp:spPr>
        <a:xfrm>
          <a:off x="0" y="7414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FTP, </a:t>
          </a:r>
        </a:p>
      </dsp:txBody>
      <dsp:txXfrm>
        <a:off x="30842" y="772322"/>
        <a:ext cx="7710716" cy="570116"/>
      </dsp:txXfrm>
    </dsp:sp>
    <dsp:sp modelId="{809912B0-0A66-4FAB-95BA-2EFCC18BE0B0}">
      <dsp:nvSpPr>
        <dsp:cNvPr id="0" name=""/>
        <dsp:cNvSpPr/>
      </dsp:nvSpPr>
      <dsp:spPr>
        <a:xfrm>
          <a:off x="0" y="145104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1" kern="1200" dirty="0">
              <a:solidFill>
                <a:srgbClr val="FF0000"/>
              </a:solidFill>
            </a:rPr>
            <a:t>Email: SMTP, MIME, POP3, Webmail,</a:t>
          </a:r>
        </a:p>
      </dsp:txBody>
      <dsp:txXfrm>
        <a:off x="30842" y="1481882"/>
        <a:ext cx="7710716" cy="570116"/>
      </dsp:txXfrm>
    </dsp:sp>
    <dsp:sp modelId="{F44FB075-EA70-4836-8B81-64E9E8EFC90B}">
      <dsp:nvSpPr>
        <dsp:cNvPr id="0" name=""/>
        <dsp:cNvSpPr/>
      </dsp:nvSpPr>
      <dsp:spPr>
        <a:xfrm>
          <a:off x="0" y="216060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Domain Name System (DNS), </a:t>
          </a:r>
        </a:p>
      </dsp:txBody>
      <dsp:txXfrm>
        <a:off x="30842" y="2191442"/>
        <a:ext cx="7710716" cy="570116"/>
      </dsp:txXfrm>
    </dsp:sp>
    <dsp:sp modelId="{7A88E90F-3920-4B54-A6F8-D9C1648BA3E3}">
      <dsp:nvSpPr>
        <dsp:cNvPr id="0" name=""/>
        <dsp:cNvSpPr/>
      </dsp:nvSpPr>
      <dsp:spPr>
        <a:xfrm>
          <a:off x="0" y="287016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TELNET, </a:t>
          </a:r>
        </a:p>
      </dsp:txBody>
      <dsp:txXfrm>
        <a:off x="30842" y="2901002"/>
        <a:ext cx="7710716" cy="570116"/>
      </dsp:txXfrm>
    </dsp:sp>
    <dsp:sp modelId="{AB7FD01E-D5CF-4D58-ADF8-798E3459B418}">
      <dsp:nvSpPr>
        <dsp:cNvPr id="0" name=""/>
        <dsp:cNvSpPr/>
      </dsp:nvSpPr>
      <dsp:spPr>
        <a:xfrm>
          <a:off x="0" y="35797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Dynamic Host Control Protocol (DHCP), </a:t>
          </a:r>
        </a:p>
      </dsp:txBody>
      <dsp:txXfrm>
        <a:off x="30842" y="3610562"/>
        <a:ext cx="7710716" cy="570116"/>
      </dsp:txXfrm>
    </dsp:sp>
    <dsp:sp modelId="{6D9AA556-3632-494E-AC7A-459D2F5650B2}">
      <dsp:nvSpPr>
        <dsp:cNvPr id="0" name=""/>
        <dsp:cNvSpPr/>
      </dsp:nvSpPr>
      <dsp:spPr>
        <a:xfrm>
          <a:off x="0" y="42892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Simple Network Management Protocol (SNMP). </a:t>
          </a:r>
        </a:p>
      </dsp:txBody>
      <dsp:txXfrm>
        <a:off x="30842" y="4320122"/>
        <a:ext cx="7710716" cy="5701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D1D3A-EF37-4E94-BB82-63F90F047EA1}">
      <dsp:nvSpPr>
        <dsp:cNvPr id="0" name=""/>
        <dsp:cNvSpPr/>
      </dsp:nvSpPr>
      <dsp:spPr>
        <a:xfrm>
          <a:off x="0" y="319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Hyper Text Transfer Protocol (HTTP), </a:t>
          </a:r>
        </a:p>
      </dsp:txBody>
      <dsp:txXfrm>
        <a:off x="30842" y="62762"/>
        <a:ext cx="7710716" cy="570116"/>
      </dsp:txXfrm>
    </dsp:sp>
    <dsp:sp modelId="{0DFC7B3F-6C74-488A-9688-6568BEF192A6}">
      <dsp:nvSpPr>
        <dsp:cNvPr id="0" name=""/>
        <dsp:cNvSpPr/>
      </dsp:nvSpPr>
      <dsp:spPr>
        <a:xfrm>
          <a:off x="0" y="7414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FTP, </a:t>
          </a:r>
        </a:p>
      </dsp:txBody>
      <dsp:txXfrm>
        <a:off x="30842" y="772322"/>
        <a:ext cx="7710716" cy="570116"/>
      </dsp:txXfrm>
    </dsp:sp>
    <dsp:sp modelId="{809912B0-0A66-4FAB-95BA-2EFCC18BE0B0}">
      <dsp:nvSpPr>
        <dsp:cNvPr id="0" name=""/>
        <dsp:cNvSpPr/>
      </dsp:nvSpPr>
      <dsp:spPr>
        <a:xfrm>
          <a:off x="0" y="1447799"/>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Email: SMTP, MIME, POP3, Webmail,</a:t>
          </a:r>
        </a:p>
      </dsp:txBody>
      <dsp:txXfrm>
        <a:off x="30842" y="1478641"/>
        <a:ext cx="7710716" cy="570116"/>
      </dsp:txXfrm>
    </dsp:sp>
    <dsp:sp modelId="{F44FB075-EA70-4836-8B81-64E9E8EFC90B}">
      <dsp:nvSpPr>
        <dsp:cNvPr id="0" name=""/>
        <dsp:cNvSpPr/>
      </dsp:nvSpPr>
      <dsp:spPr>
        <a:xfrm>
          <a:off x="0" y="216060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solidFill>
                <a:srgbClr val="FF0000"/>
              </a:solidFill>
            </a:rPr>
            <a:t>Domain Name System (DNS), </a:t>
          </a:r>
        </a:p>
      </dsp:txBody>
      <dsp:txXfrm>
        <a:off x="30842" y="2191442"/>
        <a:ext cx="7710716" cy="570116"/>
      </dsp:txXfrm>
    </dsp:sp>
    <dsp:sp modelId="{7A88E90F-3920-4B54-A6F8-D9C1648BA3E3}">
      <dsp:nvSpPr>
        <dsp:cNvPr id="0" name=""/>
        <dsp:cNvSpPr/>
      </dsp:nvSpPr>
      <dsp:spPr>
        <a:xfrm>
          <a:off x="0" y="287016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TELNET, </a:t>
          </a:r>
        </a:p>
      </dsp:txBody>
      <dsp:txXfrm>
        <a:off x="30842" y="2901002"/>
        <a:ext cx="7710716" cy="570116"/>
      </dsp:txXfrm>
    </dsp:sp>
    <dsp:sp modelId="{AB7FD01E-D5CF-4D58-ADF8-798E3459B418}">
      <dsp:nvSpPr>
        <dsp:cNvPr id="0" name=""/>
        <dsp:cNvSpPr/>
      </dsp:nvSpPr>
      <dsp:spPr>
        <a:xfrm>
          <a:off x="0" y="35797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Dynamic Host Control Protocol (DHCP), </a:t>
          </a:r>
        </a:p>
      </dsp:txBody>
      <dsp:txXfrm>
        <a:off x="30842" y="3610562"/>
        <a:ext cx="7710716" cy="570116"/>
      </dsp:txXfrm>
    </dsp:sp>
    <dsp:sp modelId="{6D9AA556-3632-494E-AC7A-459D2F5650B2}">
      <dsp:nvSpPr>
        <dsp:cNvPr id="0" name=""/>
        <dsp:cNvSpPr/>
      </dsp:nvSpPr>
      <dsp:spPr>
        <a:xfrm>
          <a:off x="0" y="42892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Simple Network Management Protocol (SNMP). </a:t>
          </a:r>
        </a:p>
      </dsp:txBody>
      <dsp:txXfrm>
        <a:off x="30842" y="4320122"/>
        <a:ext cx="7710716" cy="5701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8C94D0-0F6B-489C-A3A8-73241F4BC2EE}">
      <dsp:nvSpPr>
        <dsp:cNvPr id="0" name=""/>
        <dsp:cNvSpPr/>
      </dsp:nvSpPr>
      <dsp:spPr>
        <a:xfrm>
          <a:off x="0" y="366209"/>
          <a:ext cx="8915400" cy="932892"/>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b="0" kern="1200"/>
            <a:t>IP addresses are difficult to remember</a:t>
          </a:r>
        </a:p>
      </dsp:txBody>
      <dsp:txXfrm>
        <a:off x="45540" y="411749"/>
        <a:ext cx="8824320" cy="841812"/>
      </dsp:txXfrm>
    </dsp:sp>
    <dsp:sp modelId="{ADEF7140-EBD7-4762-9849-6A1944D1EE4F}">
      <dsp:nvSpPr>
        <dsp:cNvPr id="0" name=""/>
        <dsp:cNvSpPr/>
      </dsp:nvSpPr>
      <dsp:spPr>
        <a:xfrm>
          <a:off x="0" y="1359581"/>
          <a:ext cx="8915400" cy="932892"/>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b="0" kern="1200" dirty="0"/>
            <a:t>Need some mechanisms to translate gmail.com to the IP address. </a:t>
          </a:r>
        </a:p>
      </dsp:txBody>
      <dsp:txXfrm>
        <a:off x="45540" y="1405121"/>
        <a:ext cx="8824320" cy="841812"/>
      </dsp:txXfrm>
    </dsp:sp>
    <dsp:sp modelId="{AAF6C517-8997-4F26-9E55-8CBEBE8F7F0D}">
      <dsp:nvSpPr>
        <dsp:cNvPr id="0" name=""/>
        <dsp:cNvSpPr/>
      </dsp:nvSpPr>
      <dsp:spPr>
        <a:xfrm>
          <a:off x="0" y="2352953"/>
          <a:ext cx="8915400" cy="932892"/>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b="0" kern="1200" dirty="0"/>
            <a:t>To solve this problem DNS was invented</a:t>
          </a:r>
        </a:p>
      </dsp:txBody>
      <dsp:txXfrm>
        <a:off x="45540" y="2398493"/>
        <a:ext cx="8824320" cy="841812"/>
      </dsp:txXfrm>
    </dsp:sp>
    <dsp:sp modelId="{C5875B8A-476D-4D60-8A0C-8EBE71E85053}">
      <dsp:nvSpPr>
        <dsp:cNvPr id="0" name=""/>
        <dsp:cNvSpPr/>
      </dsp:nvSpPr>
      <dsp:spPr>
        <a:xfrm>
          <a:off x="0" y="3346326"/>
          <a:ext cx="8915400" cy="932892"/>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t>DNS is a hierarchical, domain-based naming scheme and a distributed database system for implementing this naming scheme</a:t>
          </a:r>
        </a:p>
      </dsp:txBody>
      <dsp:txXfrm>
        <a:off x="45540" y="3391866"/>
        <a:ext cx="8824320" cy="841812"/>
      </dsp:txXfrm>
    </dsp:sp>
    <dsp:sp modelId="{9C9559E6-412A-4004-B2BC-FB634822E76E}">
      <dsp:nvSpPr>
        <dsp:cNvPr id="0" name=""/>
        <dsp:cNvSpPr/>
      </dsp:nvSpPr>
      <dsp:spPr>
        <a:xfrm>
          <a:off x="0" y="4339698"/>
          <a:ext cx="8915400" cy="932892"/>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t>Usage:  Map URL name into an IP address</a:t>
          </a:r>
        </a:p>
      </dsp:txBody>
      <dsp:txXfrm>
        <a:off x="45540" y="4385238"/>
        <a:ext cx="8824320" cy="84181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011285-AA54-4BB5-B895-A19076D1C1AA}">
      <dsp:nvSpPr>
        <dsp:cNvPr id="0" name=""/>
        <dsp:cNvSpPr/>
      </dsp:nvSpPr>
      <dsp:spPr>
        <a:xfrm>
          <a:off x="0" y="501059"/>
          <a:ext cx="7772400" cy="8424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a:t>Maps URL to IP address and vice versa</a:t>
          </a:r>
        </a:p>
      </dsp:txBody>
      <dsp:txXfrm>
        <a:off x="41123" y="542182"/>
        <a:ext cx="7690154" cy="760154"/>
      </dsp:txXfrm>
    </dsp:sp>
    <dsp:sp modelId="{457FB396-C831-4C6E-AD4D-D8E4A95A7256}">
      <dsp:nvSpPr>
        <dsp:cNvPr id="0" name=""/>
        <dsp:cNvSpPr/>
      </dsp:nvSpPr>
      <dsp:spPr>
        <a:xfrm>
          <a:off x="0" y="1435619"/>
          <a:ext cx="7772400" cy="8424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a:t>Runs over UDP and TCP</a:t>
          </a:r>
        </a:p>
      </dsp:txBody>
      <dsp:txXfrm>
        <a:off x="41123" y="1476742"/>
        <a:ext cx="7690154" cy="760154"/>
      </dsp:txXfrm>
    </dsp:sp>
    <dsp:sp modelId="{1C68A6A8-C382-40FD-9649-F8B5436D8A40}">
      <dsp:nvSpPr>
        <dsp:cNvPr id="0" name=""/>
        <dsp:cNvSpPr/>
      </dsp:nvSpPr>
      <dsp:spPr>
        <a:xfrm>
          <a:off x="0" y="2370180"/>
          <a:ext cx="7772400" cy="8424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dirty="0"/>
            <a:t>Uses port No 53</a:t>
          </a:r>
        </a:p>
      </dsp:txBody>
      <dsp:txXfrm>
        <a:off x="41123" y="2411303"/>
        <a:ext cx="7690154" cy="760154"/>
      </dsp:txXfrm>
    </dsp:sp>
    <dsp:sp modelId="{4A6C689A-23AA-4B50-9121-7529B1B93DC3}">
      <dsp:nvSpPr>
        <dsp:cNvPr id="0" name=""/>
        <dsp:cNvSpPr/>
      </dsp:nvSpPr>
      <dsp:spPr>
        <a:xfrm>
          <a:off x="0" y="3304740"/>
          <a:ext cx="7772400" cy="8424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a:t>Application layer protocol</a:t>
          </a:r>
        </a:p>
      </dsp:txBody>
      <dsp:txXfrm>
        <a:off x="41123" y="3345863"/>
        <a:ext cx="7690154" cy="76015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F7E59F-C8CB-4C5E-B562-544A0C0893E1}">
      <dsp:nvSpPr>
        <dsp:cNvPr id="0" name=""/>
        <dsp:cNvSpPr/>
      </dsp:nvSpPr>
      <dsp:spPr>
        <a:xfrm>
          <a:off x="0" y="68407"/>
          <a:ext cx="7772400" cy="76342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kern="1200"/>
            <a:t>hostname to IP address translation</a:t>
          </a:r>
        </a:p>
      </dsp:txBody>
      <dsp:txXfrm>
        <a:off x="37267" y="105674"/>
        <a:ext cx="7697866" cy="688891"/>
      </dsp:txXfrm>
    </dsp:sp>
    <dsp:sp modelId="{6780D7F5-36F8-417A-A9A8-2747DF5BA395}">
      <dsp:nvSpPr>
        <dsp:cNvPr id="0" name=""/>
        <dsp:cNvSpPr/>
      </dsp:nvSpPr>
      <dsp:spPr>
        <a:xfrm>
          <a:off x="0" y="915352"/>
          <a:ext cx="7772400" cy="76342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kern="1200"/>
            <a:t>host aliasing</a:t>
          </a:r>
        </a:p>
      </dsp:txBody>
      <dsp:txXfrm>
        <a:off x="37267" y="952619"/>
        <a:ext cx="7697866" cy="688891"/>
      </dsp:txXfrm>
    </dsp:sp>
    <dsp:sp modelId="{8016EB98-FA62-4558-8792-8F7C8DA32D95}">
      <dsp:nvSpPr>
        <dsp:cNvPr id="0" name=""/>
        <dsp:cNvSpPr/>
      </dsp:nvSpPr>
      <dsp:spPr>
        <a:xfrm>
          <a:off x="0" y="1678777"/>
          <a:ext cx="7772400" cy="48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36830" rIns="206248" bIns="36830" numCol="1" spcCol="1270" anchor="t" anchorCtr="0">
          <a:noAutofit/>
        </a:bodyPr>
        <a:lstStyle/>
        <a:p>
          <a:pPr marL="228600" lvl="1" indent="-228600" algn="l" defTabSz="1022350" rtl="0">
            <a:lnSpc>
              <a:spcPct val="90000"/>
            </a:lnSpc>
            <a:spcBef>
              <a:spcPct val="0"/>
            </a:spcBef>
            <a:spcAft>
              <a:spcPct val="20000"/>
            </a:spcAft>
            <a:buChar char="•"/>
          </a:pPr>
          <a:r>
            <a:rPr lang="en-US" sz="2300" kern="1200"/>
            <a:t>Canonical, alias names</a:t>
          </a:r>
        </a:p>
      </dsp:txBody>
      <dsp:txXfrm>
        <a:off x="0" y="1678777"/>
        <a:ext cx="7772400" cy="480240"/>
      </dsp:txXfrm>
    </dsp:sp>
    <dsp:sp modelId="{59604BC3-8524-4F79-9BB1-1BE6A3D70BBE}">
      <dsp:nvSpPr>
        <dsp:cNvPr id="0" name=""/>
        <dsp:cNvSpPr/>
      </dsp:nvSpPr>
      <dsp:spPr>
        <a:xfrm>
          <a:off x="0" y="2159017"/>
          <a:ext cx="7772400" cy="76342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kern="1200"/>
            <a:t>mail server aliasing</a:t>
          </a:r>
        </a:p>
      </dsp:txBody>
      <dsp:txXfrm>
        <a:off x="37267" y="2196284"/>
        <a:ext cx="7697866" cy="688891"/>
      </dsp:txXfrm>
    </dsp:sp>
    <dsp:sp modelId="{A97A4EA3-88C1-4409-93FB-CD4C68962B84}">
      <dsp:nvSpPr>
        <dsp:cNvPr id="0" name=""/>
        <dsp:cNvSpPr/>
      </dsp:nvSpPr>
      <dsp:spPr>
        <a:xfrm>
          <a:off x="0" y="3005962"/>
          <a:ext cx="7772400" cy="763425"/>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kern="1200"/>
            <a:t>load distribution</a:t>
          </a:r>
        </a:p>
      </dsp:txBody>
      <dsp:txXfrm>
        <a:off x="37267" y="3043229"/>
        <a:ext cx="7697866" cy="688891"/>
      </dsp:txXfrm>
    </dsp:sp>
    <dsp:sp modelId="{E1C4E525-680E-4ED5-A373-6683BDB5565F}">
      <dsp:nvSpPr>
        <dsp:cNvPr id="0" name=""/>
        <dsp:cNvSpPr/>
      </dsp:nvSpPr>
      <dsp:spPr>
        <a:xfrm>
          <a:off x="0" y="3769387"/>
          <a:ext cx="7772400" cy="8104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36830" rIns="206248" bIns="36830" numCol="1" spcCol="1270" anchor="t" anchorCtr="0">
          <a:noAutofit/>
        </a:bodyPr>
        <a:lstStyle/>
        <a:p>
          <a:pPr marL="228600" lvl="1" indent="-228600" algn="l" defTabSz="1022350" rtl="0">
            <a:lnSpc>
              <a:spcPct val="90000"/>
            </a:lnSpc>
            <a:spcBef>
              <a:spcPct val="0"/>
            </a:spcBef>
            <a:spcAft>
              <a:spcPct val="20000"/>
            </a:spcAft>
            <a:buChar char="•"/>
          </a:pPr>
          <a:r>
            <a:rPr lang="en-US" sz="2300" kern="1200"/>
            <a:t>replicated Web servers: set of IP addresses for one canonical name</a:t>
          </a:r>
        </a:p>
      </dsp:txBody>
      <dsp:txXfrm>
        <a:off x="0" y="3769387"/>
        <a:ext cx="7772400" cy="81040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459F3B-E07A-4589-A67D-93E0262B0B8B}">
      <dsp:nvSpPr>
        <dsp:cNvPr id="0" name=""/>
        <dsp:cNvSpPr/>
      </dsp:nvSpPr>
      <dsp:spPr>
        <a:xfrm>
          <a:off x="0" y="36254"/>
          <a:ext cx="7772400" cy="142155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5740" tIns="205740" rIns="205740" bIns="205740" numCol="1" spcCol="1270" anchor="ctr" anchorCtr="0">
          <a:noAutofit/>
        </a:bodyPr>
        <a:lstStyle/>
        <a:p>
          <a:pPr marL="0" lvl="0" indent="0" algn="l" defTabSz="2400300" rtl="0">
            <a:lnSpc>
              <a:spcPct val="90000"/>
            </a:lnSpc>
            <a:spcBef>
              <a:spcPct val="0"/>
            </a:spcBef>
            <a:spcAft>
              <a:spcPct val="35000"/>
            </a:spcAft>
            <a:buNone/>
          </a:pPr>
          <a:r>
            <a:rPr lang="en-US" sz="5400" kern="1200"/>
            <a:t>Name space</a:t>
          </a:r>
        </a:p>
      </dsp:txBody>
      <dsp:txXfrm>
        <a:off x="69394" y="105648"/>
        <a:ext cx="7633612" cy="1282762"/>
      </dsp:txXfrm>
    </dsp:sp>
    <dsp:sp modelId="{17D40FCA-01D4-4596-AB75-3E1A6FE17750}">
      <dsp:nvSpPr>
        <dsp:cNvPr id="0" name=""/>
        <dsp:cNvSpPr/>
      </dsp:nvSpPr>
      <dsp:spPr>
        <a:xfrm>
          <a:off x="0" y="1613325"/>
          <a:ext cx="7772400" cy="142155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5740" tIns="205740" rIns="205740" bIns="205740" numCol="1" spcCol="1270" anchor="ctr" anchorCtr="0">
          <a:noAutofit/>
        </a:bodyPr>
        <a:lstStyle/>
        <a:p>
          <a:pPr marL="0" lvl="0" indent="0" algn="l" defTabSz="2400300" rtl="0">
            <a:lnSpc>
              <a:spcPct val="90000"/>
            </a:lnSpc>
            <a:spcBef>
              <a:spcPct val="0"/>
            </a:spcBef>
            <a:spcAft>
              <a:spcPct val="35000"/>
            </a:spcAft>
            <a:buNone/>
          </a:pPr>
          <a:r>
            <a:rPr lang="en-US" sz="5400" kern="1200"/>
            <a:t>Name Servers</a:t>
          </a:r>
        </a:p>
      </dsp:txBody>
      <dsp:txXfrm>
        <a:off x="69394" y="1682719"/>
        <a:ext cx="7633612" cy="1282762"/>
      </dsp:txXfrm>
    </dsp:sp>
    <dsp:sp modelId="{27077314-5FB2-4E8C-A25D-DA6EFD029637}">
      <dsp:nvSpPr>
        <dsp:cNvPr id="0" name=""/>
        <dsp:cNvSpPr/>
      </dsp:nvSpPr>
      <dsp:spPr>
        <a:xfrm>
          <a:off x="0" y="3190395"/>
          <a:ext cx="7772400" cy="142155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5740" tIns="205740" rIns="205740" bIns="205740" numCol="1" spcCol="1270" anchor="ctr" anchorCtr="0">
          <a:noAutofit/>
        </a:bodyPr>
        <a:lstStyle/>
        <a:p>
          <a:pPr marL="0" lvl="0" indent="0" algn="l" defTabSz="2400300" rtl="0">
            <a:lnSpc>
              <a:spcPct val="90000"/>
            </a:lnSpc>
            <a:spcBef>
              <a:spcPct val="0"/>
            </a:spcBef>
            <a:spcAft>
              <a:spcPct val="35000"/>
            </a:spcAft>
            <a:buNone/>
          </a:pPr>
          <a:r>
            <a:rPr lang="en-US" sz="5400" kern="1200"/>
            <a:t>Resolver</a:t>
          </a:r>
        </a:p>
      </dsp:txBody>
      <dsp:txXfrm>
        <a:off x="69394" y="3259789"/>
        <a:ext cx="7633612" cy="128276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740345-BD44-43B7-889A-F41E1A6ECF93}">
      <dsp:nvSpPr>
        <dsp:cNvPr id="0" name=""/>
        <dsp:cNvSpPr/>
      </dsp:nvSpPr>
      <dsp:spPr>
        <a:xfrm>
          <a:off x="1385885" y="762"/>
          <a:ext cx="2504777" cy="1252388"/>
        </a:xfrm>
        <a:prstGeom prst="roundRect">
          <a:avLst>
            <a:gd name="adj" fmla="val 10000"/>
          </a:avLst>
        </a:prstGeom>
        <a:solidFill>
          <a:schemeClr val="lt1">
            <a:hueOff val="0"/>
            <a:satOff val="0"/>
            <a:lumOff val="0"/>
            <a:alphaOff val="0"/>
          </a:schemeClr>
        </a:solidFill>
        <a:ln w="38100" cap="flat" cmpd="sng" algn="ctr">
          <a:solidFill>
            <a:schemeClr val="accent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dirty="0"/>
            <a:t>Internet is divided into over 200 top level domains</a:t>
          </a:r>
        </a:p>
      </dsp:txBody>
      <dsp:txXfrm>
        <a:off x="1422566" y="37443"/>
        <a:ext cx="2431415" cy="1179026"/>
      </dsp:txXfrm>
    </dsp:sp>
    <dsp:sp modelId="{FB2D354B-D823-43CD-AB5B-93F0B8B6FFA4}">
      <dsp:nvSpPr>
        <dsp:cNvPr id="0" name=""/>
        <dsp:cNvSpPr/>
      </dsp:nvSpPr>
      <dsp:spPr>
        <a:xfrm>
          <a:off x="1636363" y="1253151"/>
          <a:ext cx="250477" cy="939291"/>
        </a:xfrm>
        <a:custGeom>
          <a:avLst/>
          <a:gdLst/>
          <a:ahLst/>
          <a:cxnLst/>
          <a:rect l="0" t="0" r="0" b="0"/>
          <a:pathLst>
            <a:path>
              <a:moveTo>
                <a:pt x="0" y="0"/>
              </a:moveTo>
              <a:lnTo>
                <a:pt x="0" y="939291"/>
              </a:lnTo>
              <a:lnTo>
                <a:pt x="250477" y="939291"/>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AB79170-7F5D-44EA-9270-47AAFE0DE686}">
      <dsp:nvSpPr>
        <dsp:cNvPr id="0" name=""/>
        <dsp:cNvSpPr/>
      </dsp:nvSpPr>
      <dsp:spPr>
        <a:xfrm>
          <a:off x="1886841" y="1566248"/>
          <a:ext cx="3744441" cy="1252388"/>
        </a:xfrm>
        <a:prstGeom prst="roundRect">
          <a:avLst>
            <a:gd name="adj" fmla="val 10000"/>
          </a:avLst>
        </a:prstGeom>
        <a:solidFill>
          <a:schemeClr val="accent2">
            <a:alpha val="90000"/>
            <a:tint val="4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rtl="0">
            <a:lnSpc>
              <a:spcPct val="90000"/>
            </a:lnSpc>
            <a:spcBef>
              <a:spcPct val="0"/>
            </a:spcBef>
            <a:spcAft>
              <a:spcPct val="35000"/>
            </a:spcAft>
            <a:buNone/>
          </a:pPr>
          <a:r>
            <a:rPr lang="en-US" sz="2200" kern="1200" dirty="0"/>
            <a:t>Each domain is divided into sub-domains, which are further partitioned, etc..</a:t>
          </a:r>
        </a:p>
      </dsp:txBody>
      <dsp:txXfrm>
        <a:off x="1923522" y="1602929"/>
        <a:ext cx="3671079" cy="1179026"/>
      </dsp:txXfrm>
    </dsp:sp>
    <dsp:sp modelId="{F9C800DA-BE35-4EEF-974A-F84DC7230B9A}">
      <dsp:nvSpPr>
        <dsp:cNvPr id="0" name=""/>
        <dsp:cNvSpPr/>
      </dsp:nvSpPr>
      <dsp:spPr>
        <a:xfrm>
          <a:off x="4516857" y="762"/>
          <a:ext cx="3241257" cy="1252388"/>
        </a:xfrm>
        <a:prstGeom prst="roundRect">
          <a:avLst>
            <a:gd name="adj" fmla="val 10000"/>
          </a:avLst>
        </a:prstGeom>
        <a:solidFill>
          <a:schemeClr val="lt1">
            <a:hueOff val="0"/>
            <a:satOff val="0"/>
            <a:lumOff val="0"/>
            <a:alphaOff val="0"/>
          </a:schemeClr>
        </a:solidFill>
        <a:ln w="38100" cap="flat" cmpd="sng" algn="ctr">
          <a:solidFill>
            <a:schemeClr val="accent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kern="1200" dirty="0"/>
            <a:t>Top level domains could be </a:t>
          </a:r>
          <a:r>
            <a:rPr lang="en-US" sz="2000" b="1" kern="1200" dirty="0">
              <a:solidFill>
                <a:srgbClr val="FF0000"/>
              </a:solidFill>
            </a:rPr>
            <a:t>generic and country domains</a:t>
          </a:r>
        </a:p>
      </dsp:txBody>
      <dsp:txXfrm>
        <a:off x="4553538" y="37443"/>
        <a:ext cx="3167895" cy="117902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01648-716B-42A6-B253-05536473CAC3}">
      <dsp:nvSpPr>
        <dsp:cNvPr id="0" name=""/>
        <dsp:cNvSpPr/>
      </dsp:nvSpPr>
      <dsp:spPr>
        <a:xfrm>
          <a:off x="4022" y="0"/>
          <a:ext cx="3357107" cy="24050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t>One DNS server could service all requests</a:t>
          </a:r>
        </a:p>
      </dsp:txBody>
      <dsp:txXfrm>
        <a:off x="4022" y="0"/>
        <a:ext cx="3357107" cy="721518"/>
      </dsp:txXfrm>
    </dsp:sp>
    <dsp:sp modelId="{3F788D11-7FC2-491B-B02A-4F0DA5A381B3}">
      <dsp:nvSpPr>
        <dsp:cNvPr id="0" name=""/>
        <dsp:cNvSpPr/>
      </dsp:nvSpPr>
      <dsp:spPr>
        <a:xfrm>
          <a:off x="271935" y="928685"/>
          <a:ext cx="2821281" cy="1148955"/>
        </a:xfrm>
        <a:prstGeom prst="roundRect">
          <a:avLst>
            <a:gd name="adj" fmla="val 10000"/>
          </a:avLst>
        </a:prstGeom>
        <a:solidFill>
          <a:schemeClr val="lt1">
            <a:hueOff val="0"/>
            <a:satOff val="0"/>
            <a:lumOff val="0"/>
            <a:alphaOff val="0"/>
          </a:schemeClr>
        </a:solidFill>
        <a:ln w="38100" cap="flat" cmpd="sng" algn="ctr">
          <a:solidFill>
            <a:schemeClr val="accent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rtl="0">
            <a:lnSpc>
              <a:spcPct val="90000"/>
            </a:lnSpc>
            <a:spcBef>
              <a:spcPct val="0"/>
            </a:spcBef>
            <a:spcAft>
              <a:spcPct val="35000"/>
            </a:spcAft>
            <a:buNone/>
          </a:pPr>
          <a:r>
            <a:rPr lang="en-US" sz="2400" kern="1200" dirty="0">
              <a:solidFill>
                <a:srgbClr val="FF0000"/>
              </a:solidFill>
            </a:rPr>
            <a:t>But in practice it will be overloaded</a:t>
          </a:r>
        </a:p>
      </dsp:txBody>
      <dsp:txXfrm>
        <a:off x="305587" y="962337"/>
        <a:ext cx="2753977" cy="1081651"/>
      </dsp:txXfrm>
    </dsp:sp>
    <dsp:sp modelId="{A311CA0E-0F26-4957-8FDC-38524665EC41}">
      <dsp:nvSpPr>
        <dsp:cNvPr id="0" name=""/>
        <dsp:cNvSpPr/>
      </dsp:nvSpPr>
      <dsp:spPr>
        <a:xfrm>
          <a:off x="3764305" y="0"/>
          <a:ext cx="5375671" cy="240506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sz="2000" kern="1200" dirty="0"/>
            <a:t>To solve this, DNS name space is divided in non overlapping zones</a:t>
          </a:r>
        </a:p>
      </dsp:txBody>
      <dsp:txXfrm>
        <a:off x="3764305" y="0"/>
        <a:ext cx="5375671" cy="721518"/>
      </dsp:txXfrm>
    </dsp:sp>
    <dsp:sp modelId="{F269B9CE-7280-43BF-A82A-563B4C0C89AA}">
      <dsp:nvSpPr>
        <dsp:cNvPr id="0" name=""/>
        <dsp:cNvSpPr/>
      </dsp:nvSpPr>
      <dsp:spPr>
        <a:xfrm>
          <a:off x="3974601" y="885828"/>
          <a:ext cx="4955079" cy="1234671"/>
        </a:xfrm>
        <a:prstGeom prst="roundRect">
          <a:avLst>
            <a:gd name="adj" fmla="val 10000"/>
          </a:avLst>
        </a:prstGeom>
        <a:solidFill>
          <a:schemeClr val="lt1">
            <a:hueOff val="0"/>
            <a:satOff val="0"/>
            <a:lumOff val="0"/>
            <a:alphaOff val="0"/>
          </a:schemeClr>
        </a:solidFill>
        <a:ln w="38100" cap="flat" cmpd="sng" algn="ctr">
          <a:solidFill>
            <a:schemeClr val="accent2">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rtl="0">
            <a:lnSpc>
              <a:spcPct val="90000"/>
            </a:lnSpc>
            <a:spcBef>
              <a:spcPct val="0"/>
            </a:spcBef>
            <a:spcAft>
              <a:spcPct val="35000"/>
            </a:spcAft>
            <a:buNone/>
          </a:pPr>
          <a:r>
            <a:rPr lang="en-US" sz="2400" kern="1200" dirty="0"/>
            <a:t>Each zone contains some part of the tree and name servers holding zone info</a:t>
          </a:r>
        </a:p>
      </dsp:txBody>
      <dsp:txXfrm>
        <a:off x="4010763" y="921990"/>
        <a:ext cx="4882755" cy="116234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241C2C-7531-465F-B1A9-8ECD6E77D0D0}">
      <dsp:nvSpPr>
        <dsp:cNvPr id="0" name=""/>
        <dsp:cNvSpPr/>
      </dsp:nvSpPr>
      <dsp:spPr>
        <a:xfrm rot="16200000">
          <a:off x="289971" y="143576"/>
          <a:ext cx="2509835" cy="3089459"/>
        </a:xfrm>
        <a:prstGeom prst="flowChartManualOperation">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6050" tIns="0" rIns="146348" bIns="0" numCol="1" spcCol="1270" anchor="ctr" anchorCtr="0">
          <a:noAutofit/>
        </a:bodyPr>
        <a:lstStyle/>
        <a:p>
          <a:pPr marL="0" lvl="0" indent="0" algn="ctr" defTabSz="1022350" rtl="0">
            <a:lnSpc>
              <a:spcPct val="90000"/>
            </a:lnSpc>
            <a:spcBef>
              <a:spcPct val="0"/>
            </a:spcBef>
            <a:spcAft>
              <a:spcPct val="35000"/>
            </a:spcAft>
            <a:buNone/>
          </a:pPr>
          <a:r>
            <a:rPr lang="en-US" sz="2300" kern="1200" dirty="0"/>
            <a:t>Resolver maps a name to an IP address and vice versa</a:t>
          </a:r>
        </a:p>
      </dsp:txBody>
      <dsp:txXfrm rot="5400000">
        <a:off x="159" y="935355"/>
        <a:ext cx="3089459" cy="1505901"/>
      </dsp:txXfrm>
    </dsp:sp>
    <dsp:sp modelId="{2FC8E89A-E0C6-430E-A488-FAEC9920547D}">
      <dsp:nvSpPr>
        <dsp:cNvPr id="0" name=""/>
        <dsp:cNvSpPr/>
      </dsp:nvSpPr>
      <dsp:spPr>
        <a:xfrm rot="16200000">
          <a:off x="4265151" y="-801988"/>
          <a:ext cx="3376612" cy="4980588"/>
        </a:xfrm>
        <a:prstGeom prst="flowChartManualOperation">
          <a:avLst/>
        </a:prstGeom>
        <a:solidFill>
          <a:schemeClr val="lt1">
            <a:hueOff val="0"/>
            <a:satOff val="0"/>
            <a:lumOff val="0"/>
            <a:alphaOff val="0"/>
          </a:schemeClr>
        </a:solidFill>
        <a:ln w="38100" cap="flat" cmpd="sng" algn="ctr">
          <a:solidFill>
            <a:schemeClr val="accent5">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7000" tIns="0" rIns="127000" bIns="0" numCol="1" spcCol="1270" anchor="t" anchorCtr="0">
          <a:noAutofit/>
        </a:bodyPr>
        <a:lstStyle/>
        <a:p>
          <a:pPr marL="0" lvl="0" indent="0" algn="l" defTabSz="844550" rtl="0">
            <a:lnSpc>
              <a:spcPct val="90000"/>
            </a:lnSpc>
            <a:spcBef>
              <a:spcPct val="0"/>
            </a:spcBef>
            <a:spcAft>
              <a:spcPct val="35000"/>
            </a:spcAft>
            <a:buNone/>
          </a:pPr>
          <a:r>
            <a:rPr lang="en-US" sz="1900" kern="1200" dirty="0">
              <a:solidFill>
                <a:srgbClr val="FF0000"/>
              </a:solidFill>
            </a:rPr>
            <a:t>There are 3 classes of DNS servers</a:t>
          </a:r>
        </a:p>
        <a:p>
          <a:pPr marL="228600" lvl="1" indent="-228600" algn="l" defTabSz="889000" rtl="0">
            <a:lnSpc>
              <a:spcPct val="90000"/>
            </a:lnSpc>
            <a:spcBef>
              <a:spcPct val="0"/>
            </a:spcBef>
            <a:spcAft>
              <a:spcPct val="15000"/>
            </a:spcAft>
            <a:buChar char="•"/>
          </a:pPr>
          <a:r>
            <a:rPr lang="en-US" sz="2000" b="0" kern="1200" dirty="0">
              <a:solidFill>
                <a:srgbClr val="0000FF"/>
              </a:solidFill>
            </a:rPr>
            <a:t>Root DNS Server</a:t>
          </a:r>
        </a:p>
        <a:p>
          <a:pPr marL="228600" lvl="1" indent="-228600" algn="l" defTabSz="889000" rtl="0">
            <a:lnSpc>
              <a:spcPct val="90000"/>
            </a:lnSpc>
            <a:spcBef>
              <a:spcPct val="0"/>
            </a:spcBef>
            <a:spcAft>
              <a:spcPct val="15000"/>
            </a:spcAft>
            <a:buChar char="•"/>
          </a:pPr>
          <a:r>
            <a:rPr lang="en-US" sz="2000" b="0" kern="1200" dirty="0">
              <a:solidFill>
                <a:srgbClr val="0000FF"/>
              </a:solidFill>
            </a:rPr>
            <a:t>Top-Level Domain(TLD) Server</a:t>
          </a:r>
        </a:p>
        <a:p>
          <a:pPr marL="228600" lvl="1" indent="-228600" algn="l" defTabSz="889000" rtl="0">
            <a:lnSpc>
              <a:spcPct val="90000"/>
            </a:lnSpc>
            <a:spcBef>
              <a:spcPct val="0"/>
            </a:spcBef>
            <a:spcAft>
              <a:spcPct val="15000"/>
            </a:spcAft>
            <a:buChar char="•"/>
          </a:pPr>
          <a:r>
            <a:rPr lang="en-US" sz="2000" b="0" kern="1200" dirty="0">
              <a:solidFill>
                <a:srgbClr val="0000FF"/>
              </a:solidFill>
            </a:rPr>
            <a:t>Authoritative DNS Server</a:t>
          </a:r>
        </a:p>
      </dsp:txBody>
      <dsp:txXfrm rot="5400000">
        <a:off x="3463163" y="675322"/>
        <a:ext cx="4980588" cy="202596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7C3D82-B78B-44BE-B0F9-A86A94942957}">
      <dsp:nvSpPr>
        <dsp:cNvPr id="0" name=""/>
        <dsp:cNvSpPr/>
      </dsp:nvSpPr>
      <dsp:spPr>
        <a:xfrm rot="5400000">
          <a:off x="5036067" y="-1736496"/>
          <a:ext cx="1311324" cy="5117116"/>
        </a:xfrm>
        <a:prstGeom prst="round2Same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dirty="0"/>
            <a:t>13 root DNS server </a:t>
          </a:r>
        </a:p>
        <a:p>
          <a:pPr marL="228600" lvl="1" indent="-228600" algn="l" defTabSz="933450">
            <a:lnSpc>
              <a:spcPct val="90000"/>
            </a:lnSpc>
            <a:spcBef>
              <a:spcPct val="0"/>
            </a:spcBef>
            <a:spcAft>
              <a:spcPct val="15000"/>
            </a:spcAft>
            <a:buChar char="•"/>
          </a:pPr>
          <a:r>
            <a:rPr lang="en-US" sz="2100" kern="1200" dirty="0"/>
            <a:t>Labeled A to M</a:t>
          </a:r>
        </a:p>
      </dsp:txBody>
      <dsp:txXfrm rot="-5400000">
        <a:off x="3133171" y="230414"/>
        <a:ext cx="5053102" cy="1183296"/>
      </dsp:txXfrm>
    </dsp:sp>
    <dsp:sp modelId="{812BE489-4D70-4F59-96A2-618C682B86AC}">
      <dsp:nvSpPr>
        <dsp:cNvPr id="0" name=""/>
        <dsp:cNvSpPr/>
      </dsp:nvSpPr>
      <dsp:spPr>
        <a:xfrm>
          <a:off x="0" y="2483"/>
          <a:ext cx="3133171" cy="1639155"/>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dirty="0"/>
            <a:t>Root DNS Server</a:t>
          </a:r>
        </a:p>
      </dsp:txBody>
      <dsp:txXfrm>
        <a:off x="80017" y="82500"/>
        <a:ext cx="2973137" cy="1479121"/>
      </dsp:txXfrm>
    </dsp:sp>
    <dsp:sp modelId="{90E4451C-426E-4558-A8AB-AADAC9C04090}">
      <dsp:nvSpPr>
        <dsp:cNvPr id="0" name=""/>
        <dsp:cNvSpPr/>
      </dsp:nvSpPr>
      <dsp:spPr>
        <a:xfrm rot="5400000">
          <a:off x="4959396" y="-89979"/>
          <a:ext cx="1311324" cy="5266309"/>
        </a:xfrm>
        <a:prstGeom prst="round2SameRect">
          <a:avLst/>
        </a:prstGeom>
        <a:solidFill>
          <a:schemeClr val="accent5">
            <a:tint val="40000"/>
            <a:alpha val="90000"/>
            <a:hueOff val="2630407"/>
            <a:satOff val="-5396"/>
            <a:lumOff val="-3394"/>
            <a:alphaOff val="0"/>
          </a:schemeClr>
        </a:solidFill>
        <a:ln w="9525" cap="flat" cmpd="sng" algn="ctr">
          <a:solidFill>
            <a:schemeClr val="accent5">
              <a:tint val="40000"/>
              <a:alpha val="90000"/>
              <a:hueOff val="2630407"/>
              <a:satOff val="-5396"/>
              <a:lumOff val="-339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dirty="0"/>
            <a:t>Responsible for top level domains</a:t>
          </a:r>
        </a:p>
        <a:p>
          <a:pPr marL="228600" lvl="1" indent="-228600" algn="l" defTabSz="933450">
            <a:lnSpc>
              <a:spcPct val="90000"/>
            </a:lnSpc>
            <a:spcBef>
              <a:spcPct val="0"/>
            </a:spcBef>
            <a:spcAft>
              <a:spcPct val="15000"/>
            </a:spcAft>
            <a:buChar char="•"/>
          </a:pPr>
          <a:r>
            <a:rPr lang="en-US" sz="2100" kern="1200" dirty="0"/>
            <a:t>Ex. </a:t>
          </a:r>
          <a:r>
            <a:rPr lang="en-US" sz="2100" kern="1200" dirty="0" err="1"/>
            <a:t>Com,org,edu,gov</a:t>
          </a:r>
          <a:r>
            <a:rPr lang="en-US" sz="2100" kern="1200" dirty="0"/>
            <a:t> and all country domains</a:t>
          </a:r>
        </a:p>
      </dsp:txBody>
      <dsp:txXfrm rot="-5400000">
        <a:off x="2981904" y="1951527"/>
        <a:ext cx="5202295" cy="1183296"/>
      </dsp:txXfrm>
    </dsp:sp>
    <dsp:sp modelId="{CE72CD9F-AA32-4AA3-9124-676EE90E9484}">
      <dsp:nvSpPr>
        <dsp:cNvPr id="0" name=""/>
        <dsp:cNvSpPr/>
      </dsp:nvSpPr>
      <dsp:spPr>
        <a:xfrm>
          <a:off x="0" y="1723597"/>
          <a:ext cx="2981904" cy="1639155"/>
        </a:xfrm>
        <a:prstGeom prst="roundRect">
          <a:avLst/>
        </a:prstGeom>
        <a:gradFill rotWithShape="0">
          <a:gsLst>
            <a:gs pos="0">
              <a:schemeClr val="accent5">
                <a:hueOff val="2571418"/>
                <a:satOff val="5874"/>
                <a:lumOff val="-16274"/>
                <a:alphaOff val="0"/>
                <a:tint val="50000"/>
                <a:satMod val="300000"/>
              </a:schemeClr>
            </a:gs>
            <a:gs pos="35000">
              <a:schemeClr val="accent5">
                <a:hueOff val="2571418"/>
                <a:satOff val="5874"/>
                <a:lumOff val="-16274"/>
                <a:alphaOff val="0"/>
                <a:tint val="37000"/>
                <a:satMod val="300000"/>
              </a:schemeClr>
            </a:gs>
            <a:gs pos="100000">
              <a:schemeClr val="accent5">
                <a:hueOff val="2571418"/>
                <a:satOff val="5874"/>
                <a:lumOff val="-16274"/>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dirty="0"/>
            <a:t>Top-Level Domain(TLD) Servers</a:t>
          </a:r>
        </a:p>
      </dsp:txBody>
      <dsp:txXfrm>
        <a:off x="80017" y="1803614"/>
        <a:ext cx="2821870" cy="1479121"/>
      </dsp:txXfrm>
    </dsp:sp>
    <dsp:sp modelId="{3DA9944B-459B-4869-B1DC-EEEF0B136D66}">
      <dsp:nvSpPr>
        <dsp:cNvPr id="0" name=""/>
        <dsp:cNvSpPr/>
      </dsp:nvSpPr>
      <dsp:spPr>
        <a:xfrm rot="5400000">
          <a:off x="4834475" y="1623196"/>
          <a:ext cx="1555689" cy="5282184"/>
        </a:xfrm>
        <a:prstGeom prst="round2SameRect">
          <a:avLst/>
        </a:prstGeom>
        <a:solidFill>
          <a:schemeClr val="accent5">
            <a:tint val="40000"/>
            <a:alpha val="90000"/>
            <a:hueOff val="5260814"/>
            <a:satOff val="-10792"/>
            <a:lumOff val="-6789"/>
            <a:alphaOff val="0"/>
          </a:schemeClr>
        </a:solidFill>
        <a:ln w="9525" cap="flat" cmpd="sng" algn="ctr">
          <a:solidFill>
            <a:schemeClr val="accent5">
              <a:tint val="40000"/>
              <a:alpha val="90000"/>
              <a:hueOff val="5260814"/>
              <a:satOff val="-10792"/>
              <a:lumOff val="-678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171450" lvl="1" indent="-171450" algn="l" defTabSz="844550">
            <a:lnSpc>
              <a:spcPct val="90000"/>
            </a:lnSpc>
            <a:spcBef>
              <a:spcPct val="0"/>
            </a:spcBef>
            <a:spcAft>
              <a:spcPct val="15000"/>
            </a:spcAft>
            <a:buChar char="•"/>
          </a:pPr>
          <a:r>
            <a:rPr lang="en-US" sz="1900" kern="1200" dirty="0"/>
            <a:t>Contains DNS record for every publically accessible organization on Internet</a:t>
          </a:r>
        </a:p>
        <a:p>
          <a:pPr marL="171450" lvl="1" indent="-171450" algn="l" defTabSz="844550">
            <a:lnSpc>
              <a:spcPct val="90000"/>
            </a:lnSpc>
            <a:spcBef>
              <a:spcPct val="0"/>
            </a:spcBef>
            <a:spcAft>
              <a:spcPct val="15000"/>
            </a:spcAft>
            <a:buChar char="•"/>
          </a:pPr>
          <a:r>
            <a:rPr lang="en-US" sz="1900" kern="1200" dirty="0"/>
            <a:t>DNS record maps names to IP address</a:t>
          </a:r>
        </a:p>
      </dsp:txBody>
      <dsp:txXfrm rot="-5400000">
        <a:off x="2971228" y="3562385"/>
        <a:ext cx="5206242" cy="1403805"/>
      </dsp:txXfrm>
    </dsp:sp>
    <dsp:sp modelId="{0DF7AB12-F96B-457D-86FE-94CA80829171}">
      <dsp:nvSpPr>
        <dsp:cNvPr id="0" name=""/>
        <dsp:cNvSpPr/>
      </dsp:nvSpPr>
      <dsp:spPr>
        <a:xfrm>
          <a:off x="0" y="3444710"/>
          <a:ext cx="2971228" cy="1639155"/>
        </a:xfrm>
        <a:prstGeom prst="roundRect">
          <a:avLst/>
        </a:prstGeom>
        <a:gradFill rotWithShape="0">
          <a:gsLst>
            <a:gs pos="0">
              <a:schemeClr val="accent5">
                <a:hueOff val="5142836"/>
                <a:satOff val="11748"/>
                <a:lumOff val="-32549"/>
                <a:alphaOff val="0"/>
                <a:tint val="50000"/>
                <a:satMod val="300000"/>
              </a:schemeClr>
            </a:gs>
            <a:gs pos="35000">
              <a:schemeClr val="accent5">
                <a:hueOff val="5142836"/>
                <a:satOff val="11748"/>
                <a:lumOff val="-32549"/>
                <a:alphaOff val="0"/>
                <a:tint val="37000"/>
                <a:satMod val="300000"/>
              </a:schemeClr>
            </a:gs>
            <a:gs pos="100000">
              <a:schemeClr val="accent5">
                <a:hueOff val="5142836"/>
                <a:satOff val="11748"/>
                <a:lumOff val="-3254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kern="1200" dirty="0"/>
            <a:t>Authoritative DNS Servers</a:t>
          </a:r>
        </a:p>
      </dsp:txBody>
      <dsp:txXfrm>
        <a:off x="80017" y="3524727"/>
        <a:ext cx="2811194" cy="1479121"/>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24D7A4-907A-4B1B-8256-935EDEAB905A}">
      <dsp:nvSpPr>
        <dsp:cNvPr id="0" name=""/>
        <dsp:cNvSpPr/>
      </dsp:nvSpPr>
      <dsp:spPr>
        <a:xfrm>
          <a:off x="1609724" y="2911"/>
          <a:ext cx="4552951" cy="1326393"/>
        </a:xfrm>
        <a:prstGeom prst="roundRect">
          <a:avLst>
            <a:gd name="adj" fmla="val 10000"/>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rtl="0">
            <a:lnSpc>
              <a:spcPct val="90000"/>
            </a:lnSpc>
            <a:spcBef>
              <a:spcPct val="0"/>
            </a:spcBef>
            <a:spcAft>
              <a:spcPct val="35000"/>
            </a:spcAft>
            <a:buNone/>
          </a:pPr>
          <a:r>
            <a:rPr lang="en-US" sz="3600" kern="1200" dirty="0"/>
            <a:t>Resolving can be done in two ways</a:t>
          </a:r>
        </a:p>
      </dsp:txBody>
      <dsp:txXfrm>
        <a:off x="1648573" y="41760"/>
        <a:ext cx="4475253" cy="1248695"/>
      </dsp:txXfrm>
    </dsp:sp>
    <dsp:sp modelId="{180F008B-13C4-4213-BF2F-60C3519DDDA9}">
      <dsp:nvSpPr>
        <dsp:cNvPr id="0" name=""/>
        <dsp:cNvSpPr/>
      </dsp:nvSpPr>
      <dsp:spPr>
        <a:xfrm>
          <a:off x="2065019" y="1329304"/>
          <a:ext cx="455295" cy="994795"/>
        </a:xfrm>
        <a:custGeom>
          <a:avLst/>
          <a:gdLst/>
          <a:ahLst/>
          <a:cxnLst/>
          <a:rect l="0" t="0" r="0" b="0"/>
          <a:pathLst>
            <a:path>
              <a:moveTo>
                <a:pt x="0" y="0"/>
              </a:moveTo>
              <a:lnTo>
                <a:pt x="0" y="994795"/>
              </a:lnTo>
              <a:lnTo>
                <a:pt x="455295" y="994795"/>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3F77A4-5D3B-44B6-A80E-D87ABA195179}">
      <dsp:nvSpPr>
        <dsp:cNvPr id="0" name=""/>
        <dsp:cNvSpPr/>
      </dsp:nvSpPr>
      <dsp:spPr>
        <a:xfrm>
          <a:off x="2520314" y="1660903"/>
          <a:ext cx="3636694" cy="1326393"/>
        </a:xfrm>
        <a:prstGeom prst="roundRect">
          <a:avLst>
            <a:gd name="adj" fmla="val 10000"/>
          </a:avLst>
        </a:prstGeom>
        <a:solidFill>
          <a:schemeClr val="accent2">
            <a:alpha val="90000"/>
            <a:tint val="4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45720" rIns="68580" bIns="45720" numCol="1" spcCol="1270" anchor="ctr" anchorCtr="0">
          <a:noAutofit/>
        </a:bodyPr>
        <a:lstStyle/>
        <a:p>
          <a:pPr marL="0" lvl="0" indent="0" algn="ctr" defTabSz="1600200" rtl="0">
            <a:lnSpc>
              <a:spcPct val="90000"/>
            </a:lnSpc>
            <a:spcBef>
              <a:spcPct val="0"/>
            </a:spcBef>
            <a:spcAft>
              <a:spcPct val="35000"/>
            </a:spcAft>
            <a:buNone/>
          </a:pPr>
          <a:r>
            <a:rPr lang="en-US" sz="3600" kern="1200" dirty="0"/>
            <a:t>Iterative resolution</a:t>
          </a:r>
        </a:p>
      </dsp:txBody>
      <dsp:txXfrm>
        <a:off x="2559163" y="1699752"/>
        <a:ext cx="3558996" cy="1248695"/>
      </dsp:txXfrm>
    </dsp:sp>
    <dsp:sp modelId="{A0983BC8-DE9B-4B5A-B788-CB78EAD4A71F}">
      <dsp:nvSpPr>
        <dsp:cNvPr id="0" name=""/>
        <dsp:cNvSpPr/>
      </dsp:nvSpPr>
      <dsp:spPr>
        <a:xfrm>
          <a:off x="2065019" y="1329304"/>
          <a:ext cx="455295" cy="2652786"/>
        </a:xfrm>
        <a:custGeom>
          <a:avLst/>
          <a:gdLst/>
          <a:ahLst/>
          <a:cxnLst/>
          <a:rect l="0" t="0" r="0" b="0"/>
          <a:pathLst>
            <a:path>
              <a:moveTo>
                <a:pt x="0" y="0"/>
              </a:moveTo>
              <a:lnTo>
                <a:pt x="0" y="2652786"/>
              </a:lnTo>
              <a:lnTo>
                <a:pt x="455295" y="2652786"/>
              </a:lnTo>
            </a:path>
          </a:pathLst>
        </a:cu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F799DA-7D90-4D16-A664-AA2E0B842754}">
      <dsp:nvSpPr>
        <dsp:cNvPr id="0" name=""/>
        <dsp:cNvSpPr/>
      </dsp:nvSpPr>
      <dsp:spPr>
        <a:xfrm>
          <a:off x="2520314" y="3318895"/>
          <a:ext cx="3571818" cy="1326393"/>
        </a:xfrm>
        <a:prstGeom prst="roundRect">
          <a:avLst>
            <a:gd name="adj" fmla="val 10000"/>
          </a:avLst>
        </a:prstGeom>
        <a:solidFill>
          <a:schemeClr val="accent2">
            <a:alpha val="90000"/>
            <a:tint val="4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45720" rIns="68580" bIns="45720" numCol="1" spcCol="1270" anchor="ctr" anchorCtr="0">
          <a:noAutofit/>
        </a:bodyPr>
        <a:lstStyle/>
        <a:p>
          <a:pPr marL="0" lvl="0" indent="0" algn="ctr" defTabSz="1600200" rtl="0">
            <a:lnSpc>
              <a:spcPct val="90000"/>
            </a:lnSpc>
            <a:spcBef>
              <a:spcPct val="0"/>
            </a:spcBef>
            <a:spcAft>
              <a:spcPct val="35000"/>
            </a:spcAft>
            <a:buNone/>
          </a:pPr>
          <a:r>
            <a:rPr lang="en-US" sz="3600" kern="1200" dirty="0"/>
            <a:t>Recursive resolution</a:t>
          </a:r>
        </a:p>
      </dsp:txBody>
      <dsp:txXfrm>
        <a:off x="2559163" y="3357744"/>
        <a:ext cx="3494120" cy="1248695"/>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97BC17-BF68-41F2-9D3D-153B1ABF1704}">
      <dsp:nvSpPr>
        <dsp:cNvPr id="0" name=""/>
        <dsp:cNvSpPr/>
      </dsp:nvSpPr>
      <dsp:spPr>
        <a:xfrm>
          <a:off x="0" y="33779"/>
          <a:ext cx="7772400" cy="8424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a:t>Domain name</a:t>
          </a:r>
        </a:p>
      </dsp:txBody>
      <dsp:txXfrm>
        <a:off x="41123" y="74902"/>
        <a:ext cx="7690154" cy="760154"/>
      </dsp:txXfrm>
    </dsp:sp>
    <dsp:sp modelId="{1C6F6FDC-45BA-4126-BB0A-A4F4329894C0}">
      <dsp:nvSpPr>
        <dsp:cNvPr id="0" name=""/>
        <dsp:cNvSpPr/>
      </dsp:nvSpPr>
      <dsp:spPr>
        <a:xfrm>
          <a:off x="0" y="968339"/>
          <a:ext cx="7772400" cy="8424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a:t>Time to Live</a:t>
          </a:r>
        </a:p>
      </dsp:txBody>
      <dsp:txXfrm>
        <a:off x="41123" y="1009462"/>
        <a:ext cx="7690154" cy="760154"/>
      </dsp:txXfrm>
    </dsp:sp>
    <dsp:sp modelId="{B204B8C6-4E94-45C0-835F-9CC1FEE4389D}">
      <dsp:nvSpPr>
        <dsp:cNvPr id="0" name=""/>
        <dsp:cNvSpPr/>
      </dsp:nvSpPr>
      <dsp:spPr>
        <a:xfrm>
          <a:off x="0" y="1902899"/>
          <a:ext cx="7772400" cy="8424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a:t>Class</a:t>
          </a:r>
        </a:p>
      </dsp:txBody>
      <dsp:txXfrm>
        <a:off x="41123" y="1944022"/>
        <a:ext cx="7690154" cy="760154"/>
      </dsp:txXfrm>
    </dsp:sp>
    <dsp:sp modelId="{DFFA6F3D-89A6-4935-BDA8-A987F3DCBB53}">
      <dsp:nvSpPr>
        <dsp:cNvPr id="0" name=""/>
        <dsp:cNvSpPr/>
      </dsp:nvSpPr>
      <dsp:spPr>
        <a:xfrm>
          <a:off x="0" y="2837459"/>
          <a:ext cx="7772400" cy="8424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a:t>Type</a:t>
          </a:r>
        </a:p>
      </dsp:txBody>
      <dsp:txXfrm>
        <a:off x="41123" y="2878582"/>
        <a:ext cx="7690154" cy="760154"/>
      </dsp:txXfrm>
    </dsp:sp>
    <dsp:sp modelId="{A06F0E92-DFD4-47DD-92AA-A6C0288CA499}">
      <dsp:nvSpPr>
        <dsp:cNvPr id="0" name=""/>
        <dsp:cNvSpPr/>
      </dsp:nvSpPr>
      <dsp:spPr>
        <a:xfrm>
          <a:off x="0" y="3772020"/>
          <a:ext cx="7772400" cy="84240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a:t>Value</a:t>
          </a:r>
        </a:p>
      </dsp:txBody>
      <dsp:txXfrm>
        <a:off x="41123" y="3813143"/>
        <a:ext cx="7690154" cy="76015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D1D3A-EF37-4E94-BB82-63F90F047EA1}">
      <dsp:nvSpPr>
        <dsp:cNvPr id="0" name=""/>
        <dsp:cNvSpPr/>
      </dsp:nvSpPr>
      <dsp:spPr>
        <a:xfrm>
          <a:off x="0" y="319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Hyper Text Transfer Protocol (HTTP), </a:t>
          </a:r>
        </a:p>
      </dsp:txBody>
      <dsp:txXfrm>
        <a:off x="30842" y="62762"/>
        <a:ext cx="7710716" cy="570116"/>
      </dsp:txXfrm>
    </dsp:sp>
    <dsp:sp modelId="{0DFC7B3F-6C74-488A-9688-6568BEF192A6}">
      <dsp:nvSpPr>
        <dsp:cNvPr id="0" name=""/>
        <dsp:cNvSpPr/>
      </dsp:nvSpPr>
      <dsp:spPr>
        <a:xfrm>
          <a:off x="0" y="7414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FTP, </a:t>
          </a:r>
        </a:p>
      </dsp:txBody>
      <dsp:txXfrm>
        <a:off x="30842" y="772322"/>
        <a:ext cx="7710716" cy="570116"/>
      </dsp:txXfrm>
    </dsp:sp>
    <dsp:sp modelId="{809912B0-0A66-4FAB-95BA-2EFCC18BE0B0}">
      <dsp:nvSpPr>
        <dsp:cNvPr id="0" name=""/>
        <dsp:cNvSpPr/>
      </dsp:nvSpPr>
      <dsp:spPr>
        <a:xfrm>
          <a:off x="0" y="1447799"/>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Email: SMTP, MIME, POP3, Webmail,</a:t>
          </a:r>
        </a:p>
      </dsp:txBody>
      <dsp:txXfrm>
        <a:off x="30842" y="1478641"/>
        <a:ext cx="7710716" cy="570116"/>
      </dsp:txXfrm>
    </dsp:sp>
    <dsp:sp modelId="{F44FB075-EA70-4836-8B81-64E9E8EFC90B}">
      <dsp:nvSpPr>
        <dsp:cNvPr id="0" name=""/>
        <dsp:cNvSpPr/>
      </dsp:nvSpPr>
      <dsp:spPr>
        <a:xfrm>
          <a:off x="0" y="216060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kern="1200" dirty="0">
              <a:solidFill>
                <a:schemeClr val="bg1">
                  <a:lumMod val="65000"/>
                </a:schemeClr>
              </a:solidFill>
            </a:rPr>
            <a:t>Domain Name System (DNS), </a:t>
          </a:r>
        </a:p>
      </dsp:txBody>
      <dsp:txXfrm>
        <a:off x="30842" y="2191442"/>
        <a:ext cx="7710716" cy="570116"/>
      </dsp:txXfrm>
    </dsp:sp>
    <dsp:sp modelId="{7A88E90F-3920-4B54-A6F8-D9C1648BA3E3}">
      <dsp:nvSpPr>
        <dsp:cNvPr id="0" name=""/>
        <dsp:cNvSpPr/>
      </dsp:nvSpPr>
      <dsp:spPr>
        <a:xfrm>
          <a:off x="0" y="287016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1" kern="1200" dirty="0">
              <a:solidFill>
                <a:srgbClr val="FF0000"/>
              </a:solidFill>
            </a:rPr>
            <a:t>TELNET, </a:t>
          </a:r>
        </a:p>
      </dsp:txBody>
      <dsp:txXfrm>
        <a:off x="30842" y="2901002"/>
        <a:ext cx="7710716" cy="570116"/>
      </dsp:txXfrm>
    </dsp:sp>
    <dsp:sp modelId="{AB7FD01E-D5CF-4D58-ADF8-798E3459B418}">
      <dsp:nvSpPr>
        <dsp:cNvPr id="0" name=""/>
        <dsp:cNvSpPr/>
      </dsp:nvSpPr>
      <dsp:spPr>
        <a:xfrm>
          <a:off x="0" y="35797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Dynamic Host Control Protocol (DHCP), </a:t>
          </a:r>
        </a:p>
      </dsp:txBody>
      <dsp:txXfrm>
        <a:off x="30842" y="3610562"/>
        <a:ext cx="7710716" cy="570116"/>
      </dsp:txXfrm>
    </dsp:sp>
    <dsp:sp modelId="{6D9AA556-3632-494E-AC7A-459D2F5650B2}">
      <dsp:nvSpPr>
        <dsp:cNvPr id="0" name=""/>
        <dsp:cNvSpPr/>
      </dsp:nvSpPr>
      <dsp:spPr>
        <a:xfrm>
          <a:off x="0" y="42892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Simple Network Management Protocol (SNMP). </a:t>
          </a:r>
        </a:p>
      </dsp:txBody>
      <dsp:txXfrm>
        <a:off x="30842" y="4320122"/>
        <a:ext cx="7710716" cy="570116"/>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A21144-5CF3-4F62-B476-8C894A2B1BA7}">
      <dsp:nvSpPr>
        <dsp:cNvPr id="0" name=""/>
        <dsp:cNvSpPr/>
      </dsp:nvSpPr>
      <dsp:spPr>
        <a:xfrm>
          <a:off x="0" y="0"/>
          <a:ext cx="8210550" cy="810809"/>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i="1" kern="1200" dirty="0"/>
            <a:t>TELNET is a general-purpose </a:t>
          </a:r>
          <a:br>
            <a:rPr lang="en-US" sz="2100" i="1" kern="1200" dirty="0"/>
          </a:br>
          <a:r>
            <a:rPr lang="en-US" sz="2100" i="1" kern="1200" dirty="0"/>
            <a:t>client-server application program.</a:t>
          </a:r>
          <a:endParaRPr lang="en-US" sz="2100" kern="1200" dirty="0"/>
        </a:p>
      </dsp:txBody>
      <dsp:txXfrm>
        <a:off x="39580" y="39580"/>
        <a:ext cx="8131390" cy="731649"/>
      </dsp:txXfrm>
    </dsp:sp>
    <dsp:sp modelId="{6618F976-39BD-4E12-BACE-C19DA2DAD6C3}">
      <dsp:nvSpPr>
        <dsp:cNvPr id="0" name=""/>
        <dsp:cNvSpPr/>
      </dsp:nvSpPr>
      <dsp:spPr>
        <a:xfrm>
          <a:off x="0" y="761278"/>
          <a:ext cx="8210550" cy="810809"/>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i="1" kern="1200" dirty="0"/>
            <a:t>TELNET is an abbreviation for TErminaL NETwork</a:t>
          </a:r>
          <a:endParaRPr lang="en-US" sz="2100" kern="1200" dirty="0"/>
        </a:p>
      </dsp:txBody>
      <dsp:txXfrm>
        <a:off x="39580" y="800858"/>
        <a:ext cx="8131390" cy="731649"/>
      </dsp:txXfrm>
    </dsp:sp>
    <dsp:sp modelId="{BF1038D5-65F7-452C-82CC-98280E197BD5}">
      <dsp:nvSpPr>
        <dsp:cNvPr id="0" name=""/>
        <dsp:cNvSpPr/>
      </dsp:nvSpPr>
      <dsp:spPr>
        <a:xfrm>
          <a:off x="0" y="1730168"/>
          <a:ext cx="8210550" cy="810809"/>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i="1" kern="1200" dirty="0"/>
            <a:t>Uses Port No 23 and TCP Protocol</a:t>
          </a:r>
          <a:endParaRPr lang="en-US" sz="2100" kern="1200" dirty="0"/>
        </a:p>
      </dsp:txBody>
      <dsp:txXfrm>
        <a:off x="39580" y="1769748"/>
        <a:ext cx="8131390" cy="731649"/>
      </dsp:txXfrm>
    </dsp:sp>
    <dsp:sp modelId="{63156E57-71AD-42DB-8C70-96C27495D9EB}">
      <dsp:nvSpPr>
        <dsp:cNvPr id="0" name=""/>
        <dsp:cNvSpPr/>
      </dsp:nvSpPr>
      <dsp:spPr>
        <a:xfrm>
          <a:off x="0" y="2619111"/>
          <a:ext cx="8210550" cy="810809"/>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i="1" kern="1200" dirty="0"/>
            <a:t>Used for Virtual terminal service</a:t>
          </a:r>
        </a:p>
      </dsp:txBody>
      <dsp:txXfrm>
        <a:off x="39580" y="2658691"/>
        <a:ext cx="8131390" cy="731649"/>
      </dsp:txXfrm>
    </dsp:sp>
    <dsp:sp modelId="{D6CDF4FA-B8F4-4FD5-92C7-021599050CAC}">
      <dsp:nvSpPr>
        <dsp:cNvPr id="0" name=""/>
        <dsp:cNvSpPr/>
      </dsp:nvSpPr>
      <dsp:spPr>
        <a:xfrm>
          <a:off x="0" y="3495637"/>
          <a:ext cx="8210550" cy="1690725"/>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i="1" kern="1200" dirty="0"/>
            <a:t>TELNET enables the establishment of a connection to a remote system in such a way that the local terminal appears to be a terminal at the remote system.</a:t>
          </a:r>
          <a:endParaRPr lang="en-US" sz="2100" kern="1200" dirty="0"/>
        </a:p>
      </dsp:txBody>
      <dsp:txXfrm>
        <a:off x="82534" y="3578171"/>
        <a:ext cx="8045482" cy="152565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F37AF-190C-4B69-B1BF-C67CC2314282}">
      <dsp:nvSpPr>
        <dsp:cNvPr id="0" name=""/>
        <dsp:cNvSpPr/>
      </dsp:nvSpPr>
      <dsp:spPr>
        <a:xfrm>
          <a:off x="0" y="101853"/>
          <a:ext cx="7772400" cy="480168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rtl="0">
            <a:lnSpc>
              <a:spcPct val="90000"/>
            </a:lnSpc>
            <a:spcBef>
              <a:spcPct val="0"/>
            </a:spcBef>
            <a:spcAft>
              <a:spcPct val="35000"/>
            </a:spcAft>
            <a:buNone/>
          </a:pPr>
          <a:r>
            <a:rPr lang="en-US" sz="3800" i="1" kern="1200" dirty="0"/>
            <a:t>Via a universal interface called the Network Virtual Terminal (NVT) character set, the TELNET client translates characters (data or commands) that come from the local terminal into NVT form and delivers them to the network. The TELNET server translates data and commands from NVT form into the form acceptable by the remote computer. </a:t>
          </a:r>
          <a:endParaRPr lang="en-US" sz="3800" kern="1200" dirty="0"/>
        </a:p>
      </dsp:txBody>
      <dsp:txXfrm>
        <a:off x="234399" y="336252"/>
        <a:ext cx="7303602" cy="433288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632E2C-6268-407B-84D4-7FB19692FA17}">
      <dsp:nvSpPr>
        <dsp:cNvPr id="0" name=""/>
        <dsp:cNvSpPr/>
      </dsp:nvSpPr>
      <dsp:spPr>
        <a:xfrm rot="5400000">
          <a:off x="4837661" y="-1925378"/>
          <a:ext cx="895141" cy="4974336"/>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260" tIns="87630" rIns="175260" bIns="87630" numCol="1" spcCol="1270" anchor="ctr" anchorCtr="0">
          <a:noAutofit/>
        </a:bodyPr>
        <a:lstStyle/>
        <a:p>
          <a:pPr marL="285750" lvl="1" indent="-285750" algn="l" defTabSz="2044700">
            <a:lnSpc>
              <a:spcPct val="90000"/>
            </a:lnSpc>
            <a:spcBef>
              <a:spcPct val="0"/>
            </a:spcBef>
            <a:spcAft>
              <a:spcPct val="15000"/>
            </a:spcAft>
            <a:buChar char="•"/>
          </a:pPr>
          <a:r>
            <a:rPr lang="en-US" sz="4600" kern="1200" dirty="0"/>
            <a:t>Are you There</a:t>
          </a:r>
        </a:p>
      </dsp:txBody>
      <dsp:txXfrm rot="-5400000">
        <a:off x="2798064" y="157916"/>
        <a:ext cx="4930639" cy="807747"/>
      </dsp:txXfrm>
    </dsp:sp>
    <dsp:sp modelId="{0E71BE56-05D8-4378-9EF3-B1CDC4F92ECF}">
      <dsp:nvSpPr>
        <dsp:cNvPr id="0" name=""/>
        <dsp:cNvSpPr/>
      </dsp:nvSpPr>
      <dsp:spPr>
        <a:xfrm>
          <a:off x="0" y="2326"/>
          <a:ext cx="2798064" cy="1118927"/>
        </a:xfrm>
        <a:prstGeom prst="roundRect">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980" tIns="110490" rIns="220980" bIns="110490" numCol="1" spcCol="1270" anchor="ctr" anchorCtr="0">
          <a:noAutofit/>
        </a:bodyPr>
        <a:lstStyle/>
        <a:p>
          <a:pPr marL="0" lvl="0" indent="0" algn="ctr" defTabSz="2578100">
            <a:lnSpc>
              <a:spcPct val="90000"/>
            </a:lnSpc>
            <a:spcBef>
              <a:spcPct val="0"/>
            </a:spcBef>
            <a:spcAft>
              <a:spcPct val="35000"/>
            </a:spcAft>
            <a:buNone/>
          </a:pPr>
          <a:r>
            <a:rPr lang="en-US" sz="5800" kern="1200" dirty="0"/>
            <a:t>AYT</a:t>
          </a:r>
        </a:p>
      </dsp:txBody>
      <dsp:txXfrm>
        <a:off x="54622" y="56948"/>
        <a:ext cx="2688820" cy="1009683"/>
      </dsp:txXfrm>
    </dsp:sp>
    <dsp:sp modelId="{2E091440-EC4A-4F19-BB07-624D92E66A37}">
      <dsp:nvSpPr>
        <dsp:cNvPr id="0" name=""/>
        <dsp:cNvSpPr/>
      </dsp:nvSpPr>
      <dsp:spPr>
        <a:xfrm rot="5400000">
          <a:off x="4837661" y="-750504"/>
          <a:ext cx="895141" cy="4974336"/>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260" tIns="87630" rIns="175260" bIns="87630" numCol="1" spcCol="1270" anchor="ctr" anchorCtr="0">
          <a:noAutofit/>
        </a:bodyPr>
        <a:lstStyle/>
        <a:p>
          <a:pPr marL="285750" lvl="1" indent="-285750" algn="l" defTabSz="2044700">
            <a:lnSpc>
              <a:spcPct val="90000"/>
            </a:lnSpc>
            <a:spcBef>
              <a:spcPct val="0"/>
            </a:spcBef>
            <a:spcAft>
              <a:spcPct val="15000"/>
            </a:spcAft>
            <a:buChar char="•"/>
          </a:pPr>
          <a:r>
            <a:rPr lang="en-US" sz="4600" kern="1200" dirty="0"/>
            <a:t>Erase Character</a:t>
          </a:r>
        </a:p>
      </dsp:txBody>
      <dsp:txXfrm rot="-5400000">
        <a:off x="2798064" y="1332790"/>
        <a:ext cx="4930639" cy="807747"/>
      </dsp:txXfrm>
    </dsp:sp>
    <dsp:sp modelId="{6F858BBC-3840-4399-A287-F3BF76791EB7}">
      <dsp:nvSpPr>
        <dsp:cNvPr id="0" name=""/>
        <dsp:cNvSpPr/>
      </dsp:nvSpPr>
      <dsp:spPr>
        <a:xfrm>
          <a:off x="0" y="1177199"/>
          <a:ext cx="2798064" cy="1118927"/>
        </a:xfrm>
        <a:prstGeom prst="roundRect">
          <a:avLst/>
        </a:prstGeom>
        <a:solidFill>
          <a:schemeClr val="accent2">
            <a:shade val="80000"/>
            <a:hueOff val="-79340"/>
            <a:satOff val="-14280"/>
            <a:lumOff val="1153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980" tIns="110490" rIns="220980" bIns="110490" numCol="1" spcCol="1270" anchor="ctr" anchorCtr="0">
          <a:noAutofit/>
        </a:bodyPr>
        <a:lstStyle/>
        <a:p>
          <a:pPr marL="0" lvl="0" indent="0" algn="ctr" defTabSz="2578100">
            <a:lnSpc>
              <a:spcPct val="90000"/>
            </a:lnSpc>
            <a:spcBef>
              <a:spcPct val="0"/>
            </a:spcBef>
            <a:spcAft>
              <a:spcPct val="35000"/>
            </a:spcAft>
            <a:buNone/>
          </a:pPr>
          <a:r>
            <a:rPr lang="en-US" sz="5800" kern="1200" dirty="0"/>
            <a:t>EC</a:t>
          </a:r>
        </a:p>
      </dsp:txBody>
      <dsp:txXfrm>
        <a:off x="54622" y="1231821"/>
        <a:ext cx="2688820" cy="1009683"/>
      </dsp:txXfrm>
    </dsp:sp>
    <dsp:sp modelId="{50E33CB7-3141-4AB4-933F-010C51EC4EAD}">
      <dsp:nvSpPr>
        <dsp:cNvPr id="0" name=""/>
        <dsp:cNvSpPr/>
      </dsp:nvSpPr>
      <dsp:spPr>
        <a:xfrm rot="5400000">
          <a:off x="4837661" y="424368"/>
          <a:ext cx="895141" cy="4974336"/>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260" tIns="87630" rIns="175260" bIns="87630" numCol="1" spcCol="1270" anchor="ctr" anchorCtr="0">
          <a:noAutofit/>
        </a:bodyPr>
        <a:lstStyle/>
        <a:p>
          <a:pPr marL="285750" lvl="1" indent="-285750" algn="l" defTabSz="2044700">
            <a:lnSpc>
              <a:spcPct val="90000"/>
            </a:lnSpc>
            <a:spcBef>
              <a:spcPct val="0"/>
            </a:spcBef>
            <a:spcAft>
              <a:spcPct val="15000"/>
            </a:spcAft>
            <a:buChar char="•"/>
          </a:pPr>
          <a:r>
            <a:rPr lang="en-US" sz="4600" kern="1200" dirty="0"/>
            <a:t>Abort Output</a:t>
          </a:r>
        </a:p>
      </dsp:txBody>
      <dsp:txXfrm rot="-5400000">
        <a:off x="2798064" y="2507663"/>
        <a:ext cx="4930639" cy="807747"/>
      </dsp:txXfrm>
    </dsp:sp>
    <dsp:sp modelId="{D6499D28-20A1-4113-B927-A47E1E09138D}">
      <dsp:nvSpPr>
        <dsp:cNvPr id="0" name=""/>
        <dsp:cNvSpPr/>
      </dsp:nvSpPr>
      <dsp:spPr>
        <a:xfrm>
          <a:off x="0" y="2352073"/>
          <a:ext cx="2798064" cy="1118927"/>
        </a:xfrm>
        <a:prstGeom prst="roundRect">
          <a:avLst/>
        </a:prstGeom>
        <a:solidFill>
          <a:schemeClr val="accent2">
            <a:shade val="80000"/>
            <a:hueOff val="-158679"/>
            <a:satOff val="-28560"/>
            <a:lumOff val="2306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980" tIns="110490" rIns="220980" bIns="110490" numCol="1" spcCol="1270" anchor="ctr" anchorCtr="0">
          <a:noAutofit/>
        </a:bodyPr>
        <a:lstStyle/>
        <a:p>
          <a:pPr marL="0" lvl="0" indent="0" algn="ctr" defTabSz="2578100">
            <a:lnSpc>
              <a:spcPct val="90000"/>
            </a:lnSpc>
            <a:spcBef>
              <a:spcPct val="0"/>
            </a:spcBef>
            <a:spcAft>
              <a:spcPct val="35000"/>
            </a:spcAft>
            <a:buNone/>
          </a:pPr>
          <a:r>
            <a:rPr lang="en-US" sz="5800" kern="1200" dirty="0"/>
            <a:t>AO</a:t>
          </a:r>
        </a:p>
      </dsp:txBody>
      <dsp:txXfrm>
        <a:off x="54622" y="2406695"/>
        <a:ext cx="2688820" cy="1009683"/>
      </dsp:txXfrm>
    </dsp:sp>
    <dsp:sp modelId="{6F736A8C-FD71-4F9D-8B67-B74A45BC8945}">
      <dsp:nvSpPr>
        <dsp:cNvPr id="0" name=""/>
        <dsp:cNvSpPr/>
      </dsp:nvSpPr>
      <dsp:spPr>
        <a:xfrm rot="5400000">
          <a:off x="4837661" y="1599242"/>
          <a:ext cx="895141" cy="4974336"/>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5260" tIns="87630" rIns="175260" bIns="87630" numCol="1" spcCol="1270" anchor="ctr" anchorCtr="0">
          <a:noAutofit/>
        </a:bodyPr>
        <a:lstStyle/>
        <a:p>
          <a:pPr marL="285750" lvl="1" indent="-285750" algn="l" defTabSz="2044700">
            <a:lnSpc>
              <a:spcPct val="90000"/>
            </a:lnSpc>
            <a:spcBef>
              <a:spcPct val="0"/>
            </a:spcBef>
            <a:spcAft>
              <a:spcPct val="15000"/>
            </a:spcAft>
            <a:buChar char="•"/>
          </a:pPr>
          <a:r>
            <a:rPr lang="en-US" sz="4600" kern="1200" dirty="0"/>
            <a:t>Quit Session</a:t>
          </a:r>
        </a:p>
      </dsp:txBody>
      <dsp:txXfrm rot="-5400000">
        <a:off x="2798064" y="3682537"/>
        <a:ext cx="4930639" cy="807747"/>
      </dsp:txXfrm>
    </dsp:sp>
    <dsp:sp modelId="{E83E4985-9D6A-4C83-B1B3-301D202D230F}">
      <dsp:nvSpPr>
        <dsp:cNvPr id="0" name=""/>
        <dsp:cNvSpPr/>
      </dsp:nvSpPr>
      <dsp:spPr>
        <a:xfrm>
          <a:off x="0" y="3526946"/>
          <a:ext cx="2798064" cy="1118927"/>
        </a:xfrm>
        <a:prstGeom prst="roundRect">
          <a:avLst/>
        </a:prstGeom>
        <a:solidFill>
          <a:schemeClr val="accent2">
            <a:shade val="80000"/>
            <a:hueOff val="-238019"/>
            <a:satOff val="-42840"/>
            <a:lumOff val="3459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980" tIns="110490" rIns="220980" bIns="110490" numCol="1" spcCol="1270" anchor="ctr" anchorCtr="0">
          <a:noAutofit/>
        </a:bodyPr>
        <a:lstStyle/>
        <a:p>
          <a:pPr marL="0" lvl="0" indent="0" algn="ctr" defTabSz="2578100">
            <a:lnSpc>
              <a:spcPct val="90000"/>
            </a:lnSpc>
            <a:spcBef>
              <a:spcPct val="0"/>
            </a:spcBef>
            <a:spcAft>
              <a:spcPct val="35000"/>
            </a:spcAft>
            <a:buNone/>
          </a:pPr>
          <a:r>
            <a:rPr lang="en-US" sz="5800" kern="1200" dirty="0"/>
            <a:t>QUIT</a:t>
          </a:r>
        </a:p>
      </dsp:txBody>
      <dsp:txXfrm>
        <a:off x="54622" y="3581568"/>
        <a:ext cx="2688820" cy="1009683"/>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D1D3A-EF37-4E94-BB82-63F90F047EA1}">
      <dsp:nvSpPr>
        <dsp:cNvPr id="0" name=""/>
        <dsp:cNvSpPr/>
      </dsp:nvSpPr>
      <dsp:spPr>
        <a:xfrm>
          <a:off x="0" y="319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Hyper Text Transfer Protocol (HTTP), </a:t>
          </a:r>
        </a:p>
      </dsp:txBody>
      <dsp:txXfrm>
        <a:off x="30842" y="62762"/>
        <a:ext cx="7710716" cy="570116"/>
      </dsp:txXfrm>
    </dsp:sp>
    <dsp:sp modelId="{0DFC7B3F-6C74-488A-9688-6568BEF192A6}">
      <dsp:nvSpPr>
        <dsp:cNvPr id="0" name=""/>
        <dsp:cNvSpPr/>
      </dsp:nvSpPr>
      <dsp:spPr>
        <a:xfrm>
          <a:off x="0" y="7414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FTP, </a:t>
          </a:r>
        </a:p>
      </dsp:txBody>
      <dsp:txXfrm>
        <a:off x="30842" y="772322"/>
        <a:ext cx="7710716" cy="570116"/>
      </dsp:txXfrm>
    </dsp:sp>
    <dsp:sp modelId="{809912B0-0A66-4FAB-95BA-2EFCC18BE0B0}">
      <dsp:nvSpPr>
        <dsp:cNvPr id="0" name=""/>
        <dsp:cNvSpPr/>
      </dsp:nvSpPr>
      <dsp:spPr>
        <a:xfrm>
          <a:off x="0" y="1447799"/>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Email: SMTP, MIME, POP3, Webmail,</a:t>
          </a:r>
        </a:p>
      </dsp:txBody>
      <dsp:txXfrm>
        <a:off x="30842" y="1478641"/>
        <a:ext cx="7710716" cy="570116"/>
      </dsp:txXfrm>
    </dsp:sp>
    <dsp:sp modelId="{F44FB075-EA70-4836-8B81-64E9E8EFC90B}">
      <dsp:nvSpPr>
        <dsp:cNvPr id="0" name=""/>
        <dsp:cNvSpPr/>
      </dsp:nvSpPr>
      <dsp:spPr>
        <a:xfrm>
          <a:off x="0" y="216060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kern="1200" dirty="0">
              <a:solidFill>
                <a:schemeClr val="bg1">
                  <a:lumMod val="65000"/>
                </a:schemeClr>
              </a:solidFill>
            </a:rPr>
            <a:t>Domain Name System (DNS), </a:t>
          </a:r>
        </a:p>
      </dsp:txBody>
      <dsp:txXfrm>
        <a:off x="30842" y="2191442"/>
        <a:ext cx="7710716" cy="570116"/>
      </dsp:txXfrm>
    </dsp:sp>
    <dsp:sp modelId="{7A88E90F-3920-4B54-A6F8-D9C1648BA3E3}">
      <dsp:nvSpPr>
        <dsp:cNvPr id="0" name=""/>
        <dsp:cNvSpPr/>
      </dsp:nvSpPr>
      <dsp:spPr>
        <a:xfrm>
          <a:off x="0" y="287016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TELNET, </a:t>
          </a:r>
        </a:p>
      </dsp:txBody>
      <dsp:txXfrm>
        <a:off x="30842" y="2901002"/>
        <a:ext cx="7710716" cy="570116"/>
      </dsp:txXfrm>
    </dsp:sp>
    <dsp:sp modelId="{AB7FD01E-D5CF-4D58-ADF8-798E3459B418}">
      <dsp:nvSpPr>
        <dsp:cNvPr id="0" name=""/>
        <dsp:cNvSpPr/>
      </dsp:nvSpPr>
      <dsp:spPr>
        <a:xfrm>
          <a:off x="0" y="35797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1" kern="1200" dirty="0">
              <a:solidFill>
                <a:srgbClr val="FF0000"/>
              </a:solidFill>
            </a:rPr>
            <a:t>Dynamic Host Control Protocol (DHCP), </a:t>
          </a:r>
        </a:p>
      </dsp:txBody>
      <dsp:txXfrm>
        <a:off x="30842" y="3610562"/>
        <a:ext cx="7710716" cy="570116"/>
      </dsp:txXfrm>
    </dsp:sp>
    <dsp:sp modelId="{6D9AA556-3632-494E-AC7A-459D2F5650B2}">
      <dsp:nvSpPr>
        <dsp:cNvPr id="0" name=""/>
        <dsp:cNvSpPr/>
      </dsp:nvSpPr>
      <dsp:spPr>
        <a:xfrm>
          <a:off x="0" y="42892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kern="1200"/>
            <a:t>Simple Network Management Protocol (SNMP). </a:t>
          </a:r>
        </a:p>
      </dsp:txBody>
      <dsp:txXfrm>
        <a:off x="30842" y="4320122"/>
        <a:ext cx="7710716" cy="570116"/>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058034-ACEC-4790-A79B-BA40BD641913}">
      <dsp:nvSpPr>
        <dsp:cNvPr id="0" name=""/>
        <dsp:cNvSpPr/>
      </dsp:nvSpPr>
      <dsp:spPr>
        <a:xfrm>
          <a:off x="0" y="54322"/>
          <a:ext cx="7772400" cy="772200"/>
        </a:xfrm>
        <a:prstGeom prst="roundRect">
          <a:avLst/>
        </a:prstGeom>
        <a:solidFill>
          <a:schemeClr val="accent2">
            <a:shade val="8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rtl="0">
            <a:lnSpc>
              <a:spcPct val="90000"/>
            </a:lnSpc>
            <a:spcBef>
              <a:spcPct val="0"/>
            </a:spcBef>
            <a:spcAft>
              <a:spcPct val="35000"/>
            </a:spcAft>
            <a:buNone/>
          </a:pPr>
          <a:r>
            <a:rPr lang="en-US" sz="3300" kern="1200" dirty="0"/>
            <a:t>Need of Dynamic assignment of IP addresses</a:t>
          </a:r>
        </a:p>
      </dsp:txBody>
      <dsp:txXfrm>
        <a:off x="37696" y="92018"/>
        <a:ext cx="7697008" cy="696808"/>
      </dsp:txXfrm>
    </dsp:sp>
    <dsp:sp modelId="{85609E2F-7134-42AD-9FD4-DD3497C61D06}">
      <dsp:nvSpPr>
        <dsp:cNvPr id="0" name=""/>
        <dsp:cNvSpPr/>
      </dsp:nvSpPr>
      <dsp:spPr>
        <a:xfrm>
          <a:off x="0" y="826522"/>
          <a:ext cx="7772400" cy="16735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41910" rIns="234696" bIns="41910" numCol="1" spcCol="1270" anchor="t" anchorCtr="0">
          <a:noAutofit/>
        </a:bodyPr>
        <a:lstStyle/>
        <a:p>
          <a:pPr marL="228600" lvl="1" indent="-228600" algn="l" defTabSz="1155700" rtl="0">
            <a:lnSpc>
              <a:spcPct val="90000"/>
            </a:lnSpc>
            <a:spcBef>
              <a:spcPct val="0"/>
            </a:spcBef>
            <a:spcAft>
              <a:spcPct val="20000"/>
            </a:spcAft>
            <a:buChar char="•"/>
          </a:pPr>
          <a:r>
            <a:rPr lang="en-US" sz="2600" kern="1200" dirty="0"/>
            <a:t>IP addresses are assigned on-demand</a:t>
          </a:r>
        </a:p>
        <a:p>
          <a:pPr marL="228600" lvl="1" indent="-228600" algn="l" defTabSz="1155700" rtl="0">
            <a:lnSpc>
              <a:spcPct val="90000"/>
            </a:lnSpc>
            <a:spcBef>
              <a:spcPct val="0"/>
            </a:spcBef>
            <a:spcAft>
              <a:spcPct val="20000"/>
            </a:spcAft>
            <a:buChar char="•"/>
          </a:pPr>
          <a:r>
            <a:rPr lang="en-US" sz="2600" kern="1200" dirty="0"/>
            <a:t>Avoid manual IP configuration</a:t>
          </a:r>
        </a:p>
        <a:p>
          <a:pPr marL="228600" lvl="1" indent="-228600" algn="l" defTabSz="1155700" rtl="0">
            <a:lnSpc>
              <a:spcPct val="90000"/>
            </a:lnSpc>
            <a:spcBef>
              <a:spcPct val="0"/>
            </a:spcBef>
            <a:spcAft>
              <a:spcPct val="20000"/>
            </a:spcAft>
            <a:buChar char="•"/>
          </a:pPr>
          <a:r>
            <a:rPr lang="en-US" sz="2600" kern="1200" dirty="0"/>
            <a:t>Support mobility of laptops</a:t>
          </a:r>
        </a:p>
        <a:p>
          <a:pPr marL="228600" lvl="1" indent="-228600" algn="l" defTabSz="1155700" rtl="0">
            <a:lnSpc>
              <a:spcPct val="90000"/>
            </a:lnSpc>
            <a:spcBef>
              <a:spcPct val="0"/>
            </a:spcBef>
            <a:spcAft>
              <a:spcPct val="20000"/>
            </a:spcAft>
            <a:buChar char="•"/>
          </a:pPr>
          <a:r>
            <a:rPr lang="en-US" sz="2600" kern="1200" dirty="0"/>
            <a:t>Support temporary allocation of IP addresses</a:t>
          </a:r>
        </a:p>
      </dsp:txBody>
      <dsp:txXfrm>
        <a:off x="0" y="826522"/>
        <a:ext cx="7772400" cy="1673595"/>
      </dsp:txXfrm>
    </dsp:sp>
    <dsp:sp modelId="{C24DDD5B-84A9-447A-97D7-1BD1F95F5C7C}">
      <dsp:nvSpPr>
        <dsp:cNvPr id="0" name=""/>
        <dsp:cNvSpPr/>
      </dsp:nvSpPr>
      <dsp:spPr>
        <a:xfrm>
          <a:off x="0" y="2500117"/>
          <a:ext cx="7772400" cy="772200"/>
        </a:xfrm>
        <a:prstGeom prst="roundRect">
          <a:avLst/>
        </a:prstGeom>
        <a:solidFill>
          <a:schemeClr val="accent2">
            <a:shade val="80000"/>
            <a:hueOff val="-119009"/>
            <a:satOff val="-21420"/>
            <a:lumOff val="17295"/>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rtl="0">
            <a:lnSpc>
              <a:spcPct val="90000"/>
            </a:lnSpc>
            <a:spcBef>
              <a:spcPct val="0"/>
            </a:spcBef>
            <a:spcAft>
              <a:spcPct val="35000"/>
            </a:spcAft>
            <a:buNone/>
          </a:pPr>
          <a:r>
            <a:rPr lang="en-US" sz="3300" kern="1200" dirty="0"/>
            <a:t>Three Protocols:</a:t>
          </a:r>
        </a:p>
      </dsp:txBody>
      <dsp:txXfrm>
        <a:off x="37696" y="2537813"/>
        <a:ext cx="7697008" cy="696808"/>
      </dsp:txXfrm>
    </dsp:sp>
    <dsp:sp modelId="{DEABECDC-98F5-4D4F-AFE5-2E77DFDC0B62}">
      <dsp:nvSpPr>
        <dsp:cNvPr id="0" name=""/>
        <dsp:cNvSpPr/>
      </dsp:nvSpPr>
      <dsp:spPr>
        <a:xfrm>
          <a:off x="0" y="3272317"/>
          <a:ext cx="7772400" cy="12637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41910" rIns="234696" bIns="41910" numCol="1" spcCol="1270" anchor="t" anchorCtr="0">
          <a:noAutofit/>
        </a:bodyPr>
        <a:lstStyle/>
        <a:p>
          <a:pPr marL="228600" lvl="1" indent="-228600" algn="l" defTabSz="1155700" rtl="0">
            <a:lnSpc>
              <a:spcPct val="90000"/>
            </a:lnSpc>
            <a:spcBef>
              <a:spcPct val="0"/>
            </a:spcBef>
            <a:spcAft>
              <a:spcPct val="20000"/>
            </a:spcAft>
            <a:buChar char="•"/>
          </a:pPr>
          <a:r>
            <a:rPr lang="en-US" sz="2600" kern="1200" dirty="0"/>
            <a:t>RARP (until 1985, no longer used)</a:t>
          </a:r>
        </a:p>
        <a:p>
          <a:pPr marL="228600" lvl="1" indent="-228600" algn="l" defTabSz="1155700" rtl="0">
            <a:lnSpc>
              <a:spcPct val="90000"/>
            </a:lnSpc>
            <a:spcBef>
              <a:spcPct val="0"/>
            </a:spcBef>
            <a:spcAft>
              <a:spcPct val="20000"/>
            </a:spcAft>
            <a:buChar char="•"/>
          </a:pPr>
          <a:r>
            <a:rPr lang="en-US" sz="2600" kern="1200" dirty="0"/>
            <a:t>BOOTP (1985-1993)</a:t>
          </a:r>
        </a:p>
        <a:p>
          <a:pPr marL="228600" lvl="1" indent="-228600" algn="l" defTabSz="1155700" rtl="0">
            <a:lnSpc>
              <a:spcPct val="90000"/>
            </a:lnSpc>
            <a:spcBef>
              <a:spcPct val="0"/>
            </a:spcBef>
            <a:spcAft>
              <a:spcPct val="20000"/>
            </a:spcAft>
            <a:buChar char="•"/>
          </a:pPr>
          <a:r>
            <a:rPr lang="en-US" sz="2600" kern="1200" dirty="0"/>
            <a:t>DHCP (since 1993)</a:t>
          </a:r>
        </a:p>
      </dsp:txBody>
      <dsp:txXfrm>
        <a:off x="0" y="3272317"/>
        <a:ext cx="7772400" cy="1263735"/>
      </dsp:txXfrm>
    </dsp:sp>
    <dsp:sp modelId="{9BFD862D-286B-4FF0-848F-176D7765E945}">
      <dsp:nvSpPr>
        <dsp:cNvPr id="0" name=""/>
        <dsp:cNvSpPr/>
      </dsp:nvSpPr>
      <dsp:spPr>
        <a:xfrm>
          <a:off x="0" y="4536052"/>
          <a:ext cx="7772400" cy="772200"/>
        </a:xfrm>
        <a:prstGeom prst="roundRect">
          <a:avLst/>
        </a:prstGeom>
        <a:solidFill>
          <a:schemeClr val="accent2">
            <a:shade val="80000"/>
            <a:hueOff val="-238019"/>
            <a:satOff val="-42840"/>
            <a:lumOff val="3459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rtl="0">
            <a:lnSpc>
              <a:spcPct val="90000"/>
            </a:lnSpc>
            <a:spcBef>
              <a:spcPct val="0"/>
            </a:spcBef>
            <a:spcAft>
              <a:spcPct val="35000"/>
            </a:spcAft>
            <a:buNone/>
          </a:pPr>
          <a:r>
            <a:rPr lang="en-US" sz="3300" kern="1200" dirty="0"/>
            <a:t>Only DHCP is widely used today.</a:t>
          </a:r>
        </a:p>
      </dsp:txBody>
      <dsp:txXfrm>
        <a:off x="37696" y="4573748"/>
        <a:ext cx="7697008" cy="696808"/>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D1D3A-EF37-4E94-BB82-63F90F047EA1}">
      <dsp:nvSpPr>
        <dsp:cNvPr id="0" name=""/>
        <dsp:cNvSpPr/>
      </dsp:nvSpPr>
      <dsp:spPr>
        <a:xfrm>
          <a:off x="0" y="319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Hyper Text Transfer Protocol (HTTP), </a:t>
          </a:r>
        </a:p>
      </dsp:txBody>
      <dsp:txXfrm>
        <a:off x="30842" y="62762"/>
        <a:ext cx="7710716" cy="570116"/>
      </dsp:txXfrm>
    </dsp:sp>
    <dsp:sp modelId="{0DFC7B3F-6C74-488A-9688-6568BEF192A6}">
      <dsp:nvSpPr>
        <dsp:cNvPr id="0" name=""/>
        <dsp:cNvSpPr/>
      </dsp:nvSpPr>
      <dsp:spPr>
        <a:xfrm>
          <a:off x="0" y="7414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FTP, </a:t>
          </a:r>
        </a:p>
      </dsp:txBody>
      <dsp:txXfrm>
        <a:off x="30842" y="772322"/>
        <a:ext cx="7710716" cy="570116"/>
      </dsp:txXfrm>
    </dsp:sp>
    <dsp:sp modelId="{809912B0-0A66-4FAB-95BA-2EFCC18BE0B0}">
      <dsp:nvSpPr>
        <dsp:cNvPr id="0" name=""/>
        <dsp:cNvSpPr/>
      </dsp:nvSpPr>
      <dsp:spPr>
        <a:xfrm>
          <a:off x="0" y="1447799"/>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Email: SMTP, MIME, POP3, Webmail,</a:t>
          </a:r>
        </a:p>
      </dsp:txBody>
      <dsp:txXfrm>
        <a:off x="30842" y="1478641"/>
        <a:ext cx="7710716" cy="570116"/>
      </dsp:txXfrm>
    </dsp:sp>
    <dsp:sp modelId="{F44FB075-EA70-4836-8B81-64E9E8EFC90B}">
      <dsp:nvSpPr>
        <dsp:cNvPr id="0" name=""/>
        <dsp:cNvSpPr/>
      </dsp:nvSpPr>
      <dsp:spPr>
        <a:xfrm>
          <a:off x="0" y="216060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kern="1200" dirty="0">
              <a:solidFill>
                <a:schemeClr val="bg1">
                  <a:lumMod val="65000"/>
                </a:schemeClr>
              </a:solidFill>
            </a:rPr>
            <a:t>Domain Name System (DNS), </a:t>
          </a:r>
        </a:p>
      </dsp:txBody>
      <dsp:txXfrm>
        <a:off x="30842" y="2191442"/>
        <a:ext cx="7710716" cy="570116"/>
      </dsp:txXfrm>
    </dsp:sp>
    <dsp:sp modelId="{7A88E90F-3920-4B54-A6F8-D9C1648BA3E3}">
      <dsp:nvSpPr>
        <dsp:cNvPr id="0" name=""/>
        <dsp:cNvSpPr/>
      </dsp:nvSpPr>
      <dsp:spPr>
        <a:xfrm>
          <a:off x="0" y="287016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TELNET, </a:t>
          </a:r>
        </a:p>
      </dsp:txBody>
      <dsp:txXfrm>
        <a:off x="30842" y="2901002"/>
        <a:ext cx="7710716" cy="570116"/>
      </dsp:txXfrm>
    </dsp:sp>
    <dsp:sp modelId="{AB7FD01E-D5CF-4D58-ADF8-798E3459B418}">
      <dsp:nvSpPr>
        <dsp:cNvPr id="0" name=""/>
        <dsp:cNvSpPr/>
      </dsp:nvSpPr>
      <dsp:spPr>
        <a:xfrm>
          <a:off x="0" y="357972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0" kern="1200" dirty="0">
              <a:solidFill>
                <a:schemeClr val="bg1">
                  <a:lumMod val="65000"/>
                </a:schemeClr>
              </a:solidFill>
            </a:rPr>
            <a:t>Dynamic Host Control Protocol (DHCP), </a:t>
          </a:r>
        </a:p>
      </dsp:txBody>
      <dsp:txXfrm>
        <a:off x="30842" y="3610562"/>
        <a:ext cx="7710716" cy="570116"/>
      </dsp:txXfrm>
    </dsp:sp>
    <dsp:sp modelId="{6D9AA556-3632-494E-AC7A-459D2F5650B2}">
      <dsp:nvSpPr>
        <dsp:cNvPr id="0" name=""/>
        <dsp:cNvSpPr/>
      </dsp:nvSpPr>
      <dsp:spPr>
        <a:xfrm>
          <a:off x="0" y="4289280"/>
          <a:ext cx="7772400" cy="631800"/>
        </a:xfrm>
        <a:prstGeom prst="roundRect">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38100" dist="25400" dir="5400000" algn="t" rotWithShape="0">
            <a:srgbClr val="000000">
              <a:alpha val="50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0000"/>
            </a:lnSpc>
            <a:spcBef>
              <a:spcPct val="0"/>
            </a:spcBef>
            <a:spcAft>
              <a:spcPct val="35000"/>
            </a:spcAft>
            <a:buNone/>
          </a:pPr>
          <a:r>
            <a:rPr lang="en-US" sz="2700" b="1" kern="1200" dirty="0">
              <a:solidFill>
                <a:srgbClr val="FF0000"/>
              </a:solidFill>
            </a:rPr>
            <a:t>Simple Network Management Protocol (SNMP). </a:t>
          </a:r>
        </a:p>
      </dsp:txBody>
      <dsp:txXfrm>
        <a:off x="30842" y="4320122"/>
        <a:ext cx="7710716" cy="57011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25E7EFD-949D-4D11-8D6D-0B00FFAA49F0}" type="datetimeFigureOut">
              <a:rPr lang="en-US" smtClean="0"/>
              <a:t>4/16/2025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E21124-9AFD-4C9C-A3AC-6543C26F9F78}" type="slidenum">
              <a:rPr lang="en-US" smtClean="0"/>
              <a:t>‹#›</a:t>
            </a:fld>
            <a:endParaRPr lang="en-US"/>
          </a:p>
        </p:txBody>
      </p:sp>
    </p:spTree>
    <p:extLst>
      <p:ext uri="{BB962C8B-B14F-4D97-AF65-F5344CB8AC3E}">
        <p14:creationId xmlns:p14="http://schemas.microsoft.com/office/powerpoint/2010/main" val="882515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sz="2400">
                <a:solidFill>
                  <a:schemeClr val="tx1"/>
                </a:solidFill>
                <a:latin typeface="Times New Roman" pitchFamily="18" charset="0"/>
              </a:defRPr>
            </a:lvl1pPr>
            <a:lvl2pPr marL="742950" indent="-285750" defTabSz="923925" eaLnBrk="0" hangingPunct="0">
              <a:defRPr sz="2400">
                <a:solidFill>
                  <a:schemeClr val="tx1"/>
                </a:solidFill>
                <a:latin typeface="Times New Roman" pitchFamily="18" charset="0"/>
              </a:defRPr>
            </a:lvl2pPr>
            <a:lvl3pPr marL="1143000" indent="-228600" defTabSz="923925" eaLnBrk="0" hangingPunct="0">
              <a:defRPr sz="2400">
                <a:solidFill>
                  <a:schemeClr val="tx1"/>
                </a:solidFill>
                <a:latin typeface="Times New Roman" pitchFamily="18" charset="0"/>
              </a:defRPr>
            </a:lvl3pPr>
            <a:lvl4pPr marL="1600200" indent="-228600" defTabSz="923925" eaLnBrk="0" hangingPunct="0">
              <a:defRPr sz="2400">
                <a:solidFill>
                  <a:schemeClr val="tx1"/>
                </a:solidFill>
                <a:latin typeface="Times New Roman" pitchFamily="18" charset="0"/>
              </a:defRPr>
            </a:lvl4pPr>
            <a:lvl5pPr marL="2057400" indent="-228600" defTabSz="923925" eaLnBrk="0" hangingPunct="0">
              <a:defRPr sz="2400">
                <a:solidFill>
                  <a:schemeClr val="tx1"/>
                </a:solidFill>
                <a:latin typeface="Times New Roman" pitchFamily="18" charset="0"/>
              </a:defRPr>
            </a:lvl5pPr>
            <a:lvl6pPr marL="2514600" indent="-228600" defTabSz="923925" eaLnBrk="0" fontAlgn="base" hangingPunct="0">
              <a:spcBef>
                <a:spcPct val="0"/>
              </a:spcBef>
              <a:spcAft>
                <a:spcPct val="0"/>
              </a:spcAft>
              <a:defRPr sz="2400">
                <a:solidFill>
                  <a:schemeClr val="tx1"/>
                </a:solidFill>
                <a:latin typeface="Times New Roman" pitchFamily="18" charset="0"/>
              </a:defRPr>
            </a:lvl6pPr>
            <a:lvl7pPr marL="2971800" indent="-228600" defTabSz="923925" eaLnBrk="0" fontAlgn="base" hangingPunct="0">
              <a:spcBef>
                <a:spcPct val="0"/>
              </a:spcBef>
              <a:spcAft>
                <a:spcPct val="0"/>
              </a:spcAft>
              <a:defRPr sz="2400">
                <a:solidFill>
                  <a:schemeClr val="tx1"/>
                </a:solidFill>
                <a:latin typeface="Times New Roman" pitchFamily="18" charset="0"/>
              </a:defRPr>
            </a:lvl7pPr>
            <a:lvl8pPr marL="3429000" indent="-228600" defTabSz="923925" eaLnBrk="0" fontAlgn="base" hangingPunct="0">
              <a:spcBef>
                <a:spcPct val="0"/>
              </a:spcBef>
              <a:spcAft>
                <a:spcPct val="0"/>
              </a:spcAft>
              <a:defRPr sz="2400">
                <a:solidFill>
                  <a:schemeClr val="tx1"/>
                </a:solidFill>
                <a:latin typeface="Times New Roman" pitchFamily="18" charset="0"/>
              </a:defRPr>
            </a:lvl8pPr>
            <a:lvl9pPr marL="3886200" indent="-228600" defTabSz="923925" eaLnBrk="0" fontAlgn="base" hangingPunct="0">
              <a:spcBef>
                <a:spcPct val="0"/>
              </a:spcBef>
              <a:spcAft>
                <a:spcPct val="0"/>
              </a:spcAft>
              <a:defRPr sz="2400">
                <a:solidFill>
                  <a:schemeClr val="tx1"/>
                </a:solidFill>
                <a:latin typeface="Times New Roman" pitchFamily="18" charset="0"/>
              </a:defRPr>
            </a:lvl9pPr>
          </a:lstStyle>
          <a:p>
            <a:fld id="{275AB094-5B3F-4C25-8F54-4F23ED2C0CDD}" type="slidenum">
              <a:rPr lang="en-US" altLang="en-US" sz="1200" smtClean="0"/>
              <a:pPr/>
              <a:t>14</a:t>
            </a:fld>
            <a:endParaRPr lang="en-US" altLang="en-US" sz="1200"/>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sz="1000"/>
              <a:t>The GET method requests the server to send the page . The page is suitably encoded in MIME. The vast majority of the requests on the web are GETs.</a:t>
            </a:r>
          </a:p>
          <a:p>
            <a:pPr>
              <a:lnSpc>
                <a:spcPct val="90000"/>
              </a:lnSpc>
            </a:pPr>
            <a:r>
              <a:rPr lang="en-US" altLang="en-US" sz="1000"/>
              <a:t>GET </a:t>
            </a:r>
            <a:r>
              <a:rPr lang="en-US" altLang="en-US" sz="1000" i="1"/>
              <a:t>filename</a:t>
            </a:r>
            <a:r>
              <a:rPr lang="en-US" altLang="en-US" sz="1000"/>
              <a:t> HTTP/1.1</a:t>
            </a:r>
          </a:p>
          <a:p>
            <a:pPr>
              <a:lnSpc>
                <a:spcPct val="90000"/>
              </a:lnSpc>
            </a:pPr>
            <a:r>
              <a:rPr lang="en-US" altLang="en-US" sz="1000"/>
              <a:t>Where filename is the resource name to be fetched and 1.1 is the protocol version being used</a:t>
            </a:r>
          </a:p>
          <a:p>
            <a:pPr>
              <a:lnSpc>
                <a:spcPct val="90000"/>
              </a:lnSpc>
            </a:pPr>
            <a:r>
              <a:rPr lang="en-US" altLang="en-US" sz="1000"/>
              <a:t>The HEAD method just asks for the message header, without the actual page. This method can be used to get a page’s time of last modification, to collect information for indexing purposes, or just to test an URL for validity</a:t>
            </a:r>
          </a:p>
          <a:p>
            <a:pPr>
              <a:lnSpc>
                <a:spcPct val="90000"/>
              </a:lnSpc>
            </a:pPr>
            <a:r>
              <a:rPr lang="en-US" altLang="en-US" sz="1000"/>
              <a:t>The PUT method is the reverse of GET. Instead of reading a page, it writes a page. This method makes it possible to build a collection of web pages on a remote web server. The body of the request contains the page. It may be encoded using MIME, in which case, the lines following the PUT might include Content-Type and authentication headers to prove that the caller indeed has permission to perform the operation</a:t>
            </a:r>
          </a:p>
          <a:p>
            <a:pPr>
              <a:lnSpc>
                <a:spcPct val="90000"/>
              </a:lnSpc>
            </a:pPr>
            <a:r>
              <a:rPr lang="en-US" altLang="en-US" sz="1000"/>
              <a:t>POST is similar to PUT. It too, bears an URL, but instead of replacing the existing data, it appends it to any existing data. Posting a message to a newsgroup or adding a file to a bulletin board are example of the usage.</a:t>
            </a:r>
          </a:p>
          <a:p>
            <a:pPr>
              <a:lnSpc>
                <a:spcPct val="90000"/>
              </a:lnSpc>
            </a:pPr>
            <a:r>
              <a:rPr lang="en-US" altLang="en-US" sz="1000"/>
              <a:t>DELETE does what you expect: deletes a page from a remote web server; authentication and permissions play a major role here. There is no guarantee that a DELETE operation is successful since even if the remote web server is willing to delete a page, the file permissions may be set in such a way that the server process doesn’t have rights to do it. </a:t>
            </a:r>
          </a:p>
          <a:p>
            <a:pPr>
              <a:lnSpc>
                <a:spcPct val="90000"/>
              </a:lnSpc>
            </a:pPr>
            <a:r>
              <a:rPr lang="en-US" altLang="en-US" sz="1000"/>
              <a:t>TRACE method is used for debugging. It instructs the server to send back the request. This is useful when requests are not processed correctly and the client wants to know it sent the proper request.</a:t>
            </a:r>
          </a:p>
          <a:p>
            <a:pPr>
              <a:lnSpc>
                <a:spcPct val="90000"/>
              </a:lnSpc>
            </a:pPr>
            <a:r>
              <a:rPr lang="en-US" altLang="en-US" sz="1000"/>
              <a:t>CONNECT – is not used at the moment</a:t>
            </a:r>
          </a:p>
          <a:p>
            <a:pPr>
              <a:lnSpc>
                <a:spcPct val="90000"/>
              </a:lnSpc>
            </a:pPr>
            <a:r>
              <a:rPr lang="en-US" altLang="en-US" sz="1000"/>
              <a:t>OPTIONS – provides a way for the client to query the server about its properties or those of a specified file</a:t>
            </a:r>
          </a:p>
          <a:p>
            <a:pPr>
              <a:lnSpc>
                <a:spcPct val="90000"/>
              </a:lnSpc>
            </a:pPr>
            <a:endParaRPr lang="en-US" altLang="en-US" sz="10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713F95BA-9638-43F4-B7B4-3A330B81FDA7}" type="slidenum">
              <a:rPr lang="en-US" altLang="en-US"/>
              <a:pPr/>
              <a:t>29</a:t>
            </a:fld>
            <a:endParaRPr lang="en-US" altLang="en-US"/>
          </a:p>
        </p:txBody>
      </p:sp>
      <p:sp>
        <p:nvSpPr>
          <p:cNvPr id="29697"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698" name="Rectangle 2"/>
          <p:cNvSpPr txBox="1">
            <a:spLocks noGrp="1" noChangeArrowheads="1"/>
          </p:cNvSpPr>
          <p:nvPr>
            <p:ph type="body" idx="1"/>
          </p:nvPr>
        </p:nvSpPr>
        <p:spPr bwMode="auto">
          <a:xfrm>
            <a:off x="685800" y="4344767"/>
            <a:ext cx="5486400" cy="411519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4EBE324C-B8D5-4ED5-9E69-43AB20C2901D}" type="slidenum">
              <a:rPr lang="en-US" altLang="en-US"/>
              <a:pPr/>
              <a:t>30</a:t>
            </a:fld>
            <a:endParaRPr lang="en-US" altLang="en-US"/>
          </a:p>
        </p:txBody>
      </p:sp>
      <p:sp>
        <p:nvSpPr>
          <p:cNvPr id="31745"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6" name="Rectangle 2"/>
          <p:cNvSpPr txBox="1">
            <a:spLocks noGrp="1" noChangeArrowheads="1"/>
          </p:cNvSpPr>
          <p:nvPr>
            <p:ph type="body" idx="1"/>
          </p:nvPr>
        </p:nvSpPr>
        <p:spPr bwMode="auto">
          <a:xfrm>
            <a:off x="685800" y="4344767"/>
            <a:ext cx="5486400" cy="411519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F54BD7CD-B0C9-4AFE-A7DB-232BC2E77E52}" type="slidenum">
              <a:rPr lang="en-US" altLang="en-US"/>
              <a:pPr/>
              <a:t>33</a:t>
            </a:fld>
            <a:endParaRPr lang="en-US" altLang="en-US"/>
          </a:p>
        </p:txBody>
      </p:sp>
      <p:sp>
        <p:nvSpPr>
          <p:cNvPr id="3379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4" name="Rectangle 2"/>
          <p:cNvSpPr txBox="1">
            <a:spLocks noGrp="1" noChangeArrowheads="1"/>
          </p:cNvSpPr>
          <p:nvPr>
            <p:ph type="body" idx="1"/>
          </p:nvPr>
        </p:nvSpPr>
        <p:spPr bwMode="auto">
          <a:xfrm>
            <a:off x="685800" y="4344767"/>
            <a:ext cx="5486400" cy="411519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2A932A1E-019F-4CA7-B86F-9383B307FEA8}" type="slidenum">
              <a:rPr lang="en-US" altLang="en-US"/>
              <a:pPr/>
              <a:t>37</a:t>
            </a:fld>
            <a:endParaRPr lang="en-US" altLang="en-US"/>
          </a:p>
        </p:txBody>
      </p:sp>
      <p:sp>
        <p:nvSpPr>
          <p:cNvPr id="36865"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6" name="Rectangle 2"/>
          <p:cNvSpPr txBox="1">
            <a:spLocks noGrp="1" noChangeArrowheads="1"/>
          </p:cNvSpPr>
          <p:nvPr>
            <p:ph type="body" idx="1"/>
          </p:nvPr>
        </p:nvSpPr>
        <p:spPr bwMode="auto">
          <a:xfrm>
            <a:off x="685800" y="4344767"/>
            <a:ext cx="5486400" cy="411519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E615F6B4-E8D9-4394-B7AB-270029257F87}" type="slidenum">
              <a:rPr lang="en-US" altLang="en-US"/>
              <a:pPr/>
              <a:t>38</a:t>
            </a:fld>
            <a:endParaRPr lang="en-US" altLang="en-US"/>
          </a:p>
        </p:txBody>
      </p:sp>
      <p:sp>
        <p:nvSpPr>
          <p:cNvPr id="45057"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58" name="Rectangle 2"/>
          <p:cNvSpPr txBox="1">
            <a:spLocks noGrp="1" noChangeArrowheads="1"/>
          </p:cNvSpPr>
          <p:nvPr>
            <p:ph type="body" idx="1"/>
          </p:nvPr>
        </p:nvSpPr>
        <p:spPr bwMode="auto">
          <a:xfrm>
            <a:off x="685800" y="4344767"/>
            <a:ext cx="5486400" cy="411519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AE9668B7-D7A9-4885-9DB6-FD580CC362CE}" type="slidenum">
              <a:rPr lang="en-US" altLang="en-US"/>
              <a:pPr/>
              <a:t>39</a:t>
            </a:fld>
            <a:endParaRPr lang="en-US" altLang="en-US"/>
          </a:p>
        </p:txBody>
      </p:sp>
      <p:sp>
        <p:nvSpPr>
          <p:cNvPr id="4608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6082" name="Rectangle 2"/>
          <p:cNvSpPr txBox="1">
            <a:spLocks noGrp="1" noChangeArrowheads="1"/>
          </p:cNvSpPr>
          <p:nvPr>
            <p:ph type="body" idx="1"/>
          </p:nvPr>
        </p:nvSpPr>
        <p:spPr bwMode="auto">
          <a:xfrm>
            <a:off x="685800" y="4344767"/>
            <a:ext cx="5486400" cy="411519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9657A4D3-4173-4563-87F6-27CBBCE85315}" type="slidenum">
              <a:rPr lang="en-US" altLang="en-US"/>
              <a:pPr/>
              <a:t>40</a:t>
            </a:fld>
            <a:endParaRPr lang="en-US" altLang="en-US"/>
          </a:p>
        </p:txBody>
      </p:sp>
      <p:sp>
        <p:nvSpPr>
          <p:cNvPr id="47105"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6" name="Rectangle 2"/>
          <p:cNvSpPr txBox="1">
            <a:spLocks noGrp="1" noChangeArrowheads="1"/>
          </p:cNvSpPr>
          <p:nvPr>
            <p:ph type="body" idx="1"/>
          </p:nvPr>
        </p:nvSpPr>
        <p:spPr bwMode="auto">
          <a:xfrm>
            <a:off x="685800" y="4344767"/>
            <a:ext cx="5486400" cy="411519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eaLnBrk="0" hangingPunct="0">
              <a:defRPr sz="2400">
                <a:solidFill>
                  <a:schemeClr val="tx1"/>
                </a:solidFill>
                <a:latin typeface="Times New Roman" pitchFamily="18" charset="0"/>
              </a:defRPr>
            </a:lvl1pPr>
            <a:lvl2pPr marL="742950" indent="-285750" defTabSz="923925" eaLnBrk="0" hangingPunct="0">
              <a:defRPr sz="2400">
                <a:solidFill>
                  <a:schemeClr val="tx1"/>
                </a:solidFill>
                <a:latin typeface="Times New Roman" pitchFamily="18" charset="0"/>
              </a:defRPr>
            </a:lvl2pPr>
            <a:lvl3pPr marL="1143000" indent="-228600" defTabSz="923925" eaLnBrk="0" hangingPunct="0">
              <a:defRPr sz="2400">
                <a:solidFill>
                  <a:schemeClr val="tx1"/>
                </a:solidFill>
                <a:latin typeface="Times New Roman" pitchFamily="18" charset="0"/>
              </a:defRPr>
            </a:lvl3pPr>
            <a:lvl4pPr marL="1600200" indent="-228600" defTabSz="923925" eaLnBrk="0" hangingPunct="0">
              <a:defRPr sz="2400">
                <a:solidFill>
                  <a:schemeClr val="tx1"/>
                </a:solidFill>
                <a:latin typeface="Times New Roman" pitchFamily="18" charset="0"/>
              </a:defRPr>
            </a:lvl4pPr>
            <a:lvl5pPr marL="2057400" indent="-228600" defTabSz="923925" eaLnBrk="0" hangingPunct="0">
              <a:defRPr sz="2400">
                <a:solidFill>
                  <a:schemeClr val="tx1"/>
                </a:solidFill>
                <a:latin typeface="Times New Roman" pitchFamily="18" charset="0"/>
              </a:defRPr>
            </a:lvl5pPr>
            <a:lvl6pPr marL="2514600" indent="-228600" defTabSz="923925" eaLnBrk="0" fontAlgn="base" hangingPunct="0">
              <a:spcBef>
                <a:spcPct val="0"/>
              </a:spcBef>
              <a:spcAft>
                <a:spcPct val="0"/>
              </a:spcAft>
              <a:defRPr sz="2400">
                <a:solidFill>
                  <a:schemeClr val="tx1"/>
                </a:solidFill>
                <a:latin typeface="Times New Roman" pitchFamily="18" charset="0"/>
              </a:defRPr>
            </a:lvl6pPr>
            <a:lvl7pPr marL="2971800" indent="-228600" defTabSz="923925" eaLnBrk="0" fontAlgn="base" hangingPunct="0">
              <a:spcBef>
                <a:spcPct val="0"/>
              </a:spcBef>
              <a:spcAft>
                <a:spcPct val="0"/>
              </a:spcAft>
              <a:defRPr sz="2400">
                <a:solidFill>
                  <a:schemeClr val="tx1"/>
                </a:solidFill>
                <a:latin typeface="Times New Roman" pitchFamily="18" charset="0"/>
              </a:defRPr>
            </a:lvl7pPr>
            <a:lvl8pPr marL="3429000" indent="-228600" defTabSz="923925" eaLnBrk="0" fontAlgn="base" hangingPunct="0">
              <a:spcBef>
                <a:spcPct val="0"/>
              </a:spcBef>
              <a:spcAft>
                <a:spcPct val="0"/>
              </a:spcAft>
              <a:defRPr sz="2400">
                <a:solidFill>
                  <a:schemeClr val="tx1"/>
                </a:solidFill>
                <a:latin typeface="Times New Roman" pitchFamily="18" charset="0"/>
              </a:defRPr>
            </a:lvl8pPr>
            <a:lvl9pPr marL="3886200" indent="-228600" defTabSz="923925" eaLnBrk="0" fontAlgn="base" hangingPunct="0">
              <a:spcBef>
                <a:spcPct val="0"/>
              </a:spcBef>
              <a:spcAft>
                <a:spcPct val="0"/>
              </a:spcAft>
              <a:defRPr sz="2400">
                <a:solidFill>
                  <a:schemeClr val="tx1"/>
                </a:solidFill>
                <a:latin typeface="Times New Roman" pitchFamily="18" charset="0"/>
              </a:defRPr>
            </a:lvl9pPr>
          </a:lstStyle>
          <a:p>
            <a:fld id="{2DE100C4-A307-44C2-8F54-7CA1146FA2A0}" type="slidenum">
              <a:rPr lang="en-US" altLang="en-US" sz="1200">
                <a:solidFill>
                  <a:prstClr val="black"/>
                </a:solidFill>
              </a:rPr>
              <a:pPr/>
              <a:t>53</a:t>
            </a:fld>
            <a:endParaRPr lang="en-US" altLang="en-US" sz="1200">
              <a:solidFill>
                <a:prstClr val="black"/>
              </a:solidFill>
            </a:endParaRPr>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Where the zone boundaries are placed within a zone it is up to the zone’s administrator. This decision is made based on how many name servers are needed and where. </a:t>
            </a:r>
          </a:p>
          <a:p>
            <a:r>
              <a:rPr lang="en-US" altLang="en-US" dirty="0"/>
              <a:t>Example: Yale has a name server for yale.edu that handles eng.yale.edu but not cs.yale.edu, which is a separate zone with its own name servers. This decision can be made when a department such as Spanish didn’t want to run their own name server, but a department such as computer science did want to run its own DNS. </a:t>
            </a:r>
          </a:p>
          <a:p>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1"/>
          <p:cNvSpPr>
            <a:spLocks noGrp="1" noChangeArrowheads="1"/>
          </p:cNvSpPr>
          <p:nvPr>
            <p:ph type="sldNum" sz="quarter" idx="5"/>
          </p:nvPr>
        </p:nvSpPr>
        <p:spPr>
          <a:ln/>
        </p:spPr>
        <p:txBody>
          <a:bodyPr/>
          <a:lstStyle/>
          <a:p>
            <a:fld id="{62162001-4D16-4EA6-8BD7-E769F868E889}" type="slidenum">
              <a:rPr lang="en-US" altLang="en-US"/>
              <a:pPr/>
              <a:t>81</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E56F2F8D-94D6-4C26-B148-CF657B4252AF}" type="slidenum">
              <a:rPr lang="en-US" altLang="en-US"/>
              <a:pPr/>
              <a:t>82</a:t>
            </a:fld>
            <a:endParaRPr lang="en-US" altLang="en-US"/>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1"/>
          <p:cNvSpPr>
            <a:spLocks noGrp="1" noChangeArrowheads="1"/>
          </p:cNvSpPr>
          <p:nvPr>
            <p:ph type="sldNum" sz="quarter" idx="5"/>
          </p:nvPr>
        </p:nvSpPr>
        <p:spPr>
          <a:ln/>
        </p:spPr>
        <p:txBody>
          <a:bodyPr/>
          <a:lstStyle/>
          <a:p>
            <a:fld id="{2943A582-6BEA-4F3C-A686-8745032A59FD}" type="slidenum">
              <a:rPr lang="en-US" altLang="en-US"/>
              <a:pPr/>
              <a:t>83</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2A25BA-EEFB-4680-BF42-D74F358BB39E}" type="slidenum">
              <a:rPr lang="en-US" altLang="en-US"/>
              <a:pPr/>
              <a:t>84</a:t>
            </a:fld>
            <a:endParaRPr lang="en-US" altLang="en-US"/>
          </a:p>
        </p:txBody>
      </p:sp>
      <p:sp>
        <p:nvSpPr>
          <p:cNvPr id="905218" name="Rectangle 2"/>
          <p:cNvSpPr>
            <a:spLocks noGrp="1" noRot="1" noChangeAspect="1" noChangeArrowheads="1" noTextEdit="1"/>
          </p:cNvSpPr>
          <p:nvPr>
            <p:ph type="sldImg"/>
          </p:nvPr>
        </p:nvSpPr>
        <p:spPr>
          <a:ln/>
        </p:spPr>
      </p:sp>
      <p:sp>
        <p:nvSpPr>
          <p:cNvPr id="90521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31"/>
          <p:cNvSpPr>
            <a:spLocks noGrp="1" noChangeArrowheads="1"/>
          </p:cNvSpPr>
          <p:nvPr>
            <p:ph type="sldNum" sz="quarter" idx="5"/>
          </p:nvPr>
        </p:nvSpPr>
        <p:spPr>
          <a:ln/>
        </p:spPr>
        <p:txBody>
          <a:bodyPr/>
          <a:lstStyle/>
          <a:p>
            <a:fld id="{D8DF5F1B-88D6-4930-9BFF-211D779A5FC0}" type="slidenum">
              <a:rPr lang="en-US" altLang="en-US"/>
              <a:pPr/>
              <a:t>87</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192B70-6A73-41B9-9B3B-FBCE7A6D0332}" type="slidenum">
              <a:rPr lang="en-US" altLang="en-US"/>
              <a:pPr/>
              <a:t>88</a:t>
            </a:fld>
            <a:endParaRPr lang="en-US" altLang="en-US"/>
          </a:p>
        </p:txBody>
      </p:sp>
      <p:sp>
        <p:nvSpPr>
          <p:cNvPr id="906242" name="Rectangle 2"/>
          <p:cNvSpPr>
            <a:spLocks noGrp="1" noRot="1" noChangeAspect="1" noChangeArrowheads="1" noTextEdit="1"/>
          </p:cNvSpPr>
          <p:nvPr>
            <p:ph type="sldImg"/>
          </p:nvPr>
        </p:nvSpPr>
        <p:spPr>
          <a:ln/>
        </p:spPr>
      </p:sp>
      <p:sp>
        <p:nvSpPr>
          <p:cNvPr id="90624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2F2BF9-1450-41AD-A694-79E5ED8E8BFD}" type="slidenum">
              <a:rPr lang="en-US" altLang="en-US"/>
              <a:pPr/>
              <a:t>89</a:t>
            </a:fld>
            <a:endParaRPr lang="en-US" altLang="en-US"/>
          </a:p>
        </p:txBody>
      </p:sp>
      <p:sp>
        <p:nvSpPr>
          <p:cNvPr id="586754" name="Rectangle 2"/>
          <p:cNvSpPr>
            <a:spLocks noGrp="1" noRot="1" noChangeAspect="1" noChangeArrowheads="1" noTextEdit="1"/>
          </p:cNvSpPr>
          <p:nvPr>
            <p:ph type="sldImg"/>
          </p:nvPr>
        </p:nvSpPr>
        <p:spPr>
          <a:ln/>
        </p:spPr>
      </p:sp>
      <p:sp>
        <p:nvSpPr>
          <p:cNvPr id="586755" name="Rectangle 3"/>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17" name="Footer Placeholder 16"/>
          <p:cNvSpPr>
            <a:spLocks noGrp="1"/>
          </p:cNvSpPr>
          <p:nvPr>
            <p:ph type="ftr" sz="quarter" idx="11"/>
          </p:nvPr>
        </p:nvSpPr>
        <p:spPr/>
        <p:txBody>
          <a:bodyPr/>
          <a:lstStyle/>
          <a:p>
            <a:endParaRPr lang="en-US">
              <a:solidFill>
                <a:srgbClr val="696464"/>
              </a:solidFill>
            </a:endParaRP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71AA5D77-9859-4BF3-9A23-12729C625D41}"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extLst>
      <p:ext uri="{BB962C8B-B14F-4D97-AF65-F5344CB8AC3E}">
        <p14:creationId xmlns:p14="http://schemas.microsoft.com/office/powerpoint/2010/main" val="166456396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71AA5D77-9859-4BF3-9A23-12729C625D41}"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265751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5" name="Footer Placeholder 4"/>
          <p:cNvSpPr>
            <a:spLocks noGrp="1"/>
          </p:cNvSpPr>
          <p:nvPr>
            <p:ph type="ftr" sz="quarter" idx="11"/>
          </p:nvPr>
        </p:nvSpPr>
        <p:spPr>
          <a:xfrm>
            <a:off x="800100" y="6172200"/>
            <a:ext cx="4000500" cy="457200"/>
          </a:xfrm>
        </p:spPr>
        <p:txBody>
          <a:bodyPr/>
          <a:lstStyle/>
          <a:p>
            <a:endParaRPr lang="en-US">
              <a:solidFill>
                <a:srgbClr val="696464"/>
              </a:solidFill>
            </a:endParaRP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6" name="Slide Number Placeholder 5"/>
          <p:cNvSpPr>
            <a:spLocks noGrp="1"/>
          </p:cNvSpPr>
          <p:nvPr>
            <p:ph type="sldNum" sz="quarter" idx="12"/>
          </p:nvPr>
        </p:nvSpPr>
        <p:spPr>
          <a:xfrm>
            <a:off x="146304" y="6208776"/>
            <a:ext cx="457200" cy="457200"/>
          </a:xfrm>
        </p:spPr>
        <p:txBody>
          <a:bodyPr/>
          <a:lstStyle/>
          <a:p>
            <a:fld id="{71AA5D77-9859-4BF3-9A23-12729C625D41}" type="slidenum">
              <a:rPr lang="en-US" smtClean="0"/>
              <a:pPr/>
              <a:t>‹#›</a:t>
            </a:fld>
            <a:endParaRPr lang="en-US"/>
          </a:p>
        </p:txBody>
      </p:sp>
    </p:spTree>
    <p:extLst>
      <p:ext uri="{BB962C8B-B14F-4D97-AF65-F5344CB8AC3E}">
        <p14:creationId xmlns:p14="http://schemas.microsoft.com/office/powerpoint/2010/main" val="356414422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71AA5D77-9859-4BF3-9A23-12729C625D41}"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825590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8" name="Footer Placeholder 7"/>
          <p:cNvSpPr>
            <a:spLocks noGrp="1"/>
          </p:cNvSpPr>
          <p:nvPr>
            <p:ph type="ftr" sz="quarter" idx="11"/>
          </p:nvPr>
        </p:nvSpPr>
        <p:spPr/>
        <p:txBody>
          <a:bodyPr/>
          <a:lstStyle/>
          <a:p>
            <a:endParaRPr lang="en-US">
              <a:solidFill>
                <a:srgbClr val="696464"/>
              </a:solidFill>
            </a:endParaRPr>
          </a:p>
        </p:txBody>
      </p:sp>
      <p:sp>
        <p:nvSpPr>
          <p:cNvPr id="9" name="Slide Number Placeholder 8"/>
          <p:cNvSpPr>
            <a:spLocks noGrp="1"/>
          </p:cNvSpPr>
          <p:nvPr>
            <p:ph type="sldNum" sz="quarter" idx="12"/>
          </p:nvPr>
        </p:nvSpPr>
        <p:spPr/>
        <p:txBody>
          <a:bodyPr/>
          <a:lstStyle/>
          <a:p>
            <a:fld id="{71AA5D77-9859-4BF3-9A23-12729C625D41}"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347210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4" name="Footer Placeholder 3"/>
          <p:cNvSpPr>
            <a:spLocks noGrp="1"/>
          </p:cNvSpPr>
          <p:nvPr>
            <p:ph type="ftr" sz="quarter" idx="11"/>
          </p:nvPr>
        </p:nvSpPr>
        <p:spPr/>
        <p:txBody>
          <a:bodyPr/>
          <a:lstStyle/>
          <a:p>
            <a:endParaRPr lang="en-US">
              <a:solidFill>
                <a:srgbClr val="696464"/>
              </a:solidFill>
            </a:endParaRPr>
          </a:p>
        </p:txBody>
      </p:sp>
      <p:sp>
        <p:nvSpPr>
          <p:cNvPr id="5" name="Slide Number Placeholder 4"/>
          <p:cNvSpPr>
            <a:spLocks noGrp="1"/>
          </p:cNvSpPr>
          <p:nvPr>
            <p:ph type="sldNum" sz="quarter" idx="12"/>
          </p:nvPr>
        </p:nvSpPr>
        <p:spPr/>
        <p:txBody>
          <a:bodyPr/>
          <a:lstStyle/>
          <a:p>
            <a:fld id="{71AA5D77-9859-4BF3-9A23-12729C625D41}" type="slidenum">
              <a:rPr lang="en-US" smtClean="0"/>
              <a:pPr/>
              <a:t>‹#›</a:t>
            </a:fld>
            <a:endParaRPr lang="en-US"/>
          </a:p>
        </p:txBody>
      </p:sp>
    </p:spTree>
    <p:extLst>
      <p:ext uri="{BB962C8B-B14F-4D97-AF65-F5344CB8AC3E}">
        <p14:creationId xmlns:p14="http://schemas.microsoft.com/office/powerpoint/2010/main" val="546072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3" name="Footer Placeholder 2"/>
          <p:cNvSpPr>
            <a:spLocks noGrp="1"/>
          </p:cNvSpPr>
          <p:nvPr>
            <p:ph type="ftr" sz="quarter" idx="11"/>
          </p:nvPr>
        </p:nvSpPr>
        <p:spPr/>
        <p:txBody>
          <a:bodyPr/>
          <a:lstStyle/>
          <a:p>
            <a:endParaRPr lang="en-US">
              <a:solidFill>
                <a:srgbClr val="696464"/>
              </a:solidFill>
            </a:endParaRPr>
          </a:p>
        </p:txBody>
      </p:sp>
      <p:sp>
        <p:nvSpPr>
          <p:cNvPr id="4" name="Slide Number Placeholder 3"/>
          <p:cNvSpPr>
            <a:spLocks noGrp="1"/>
          </p:cNvSpPr>
          <p:nvPr>
            <p:ph type="sldNum" sz="quarter" idx="12"/>
          </p:nvPr>
        </p:nvSpPr>
        <p:spPr/>
        <p:txBody>
          <a:bodyPr/>
          <a:lstStyle/>
          <a:p>
            <a:fld id="{71AA5D77-9859-4BF3-9A23-12729C625D41}" type="slidenum">
              <a:rPr lang="en-US" smtClean="0"/>
              <a:pPr/>
              <a:t>‹#›</a:t>
            </a:fld>
            <a:endParaRPr lang="en-US"/>
          </a:p>
        </p:txBody>
      </p:sp>
    </p:spTree>
    <p:extLst>
      <p:ext uri="{BB962C8B-B14F-4D97-AF65-F5344CB8AC3E}">
        <p14:creationId xmlns:p14="http://schemas.microsoft.com/office/powerpoint/2010/main" val="3733322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6" name="Footer Placeholder 5"/>
          <p:cNvSpPr>
            <a:spLocks noGrp="1"/>
          </p:cNvSpPr>
          <p:nvPr>
            <p:ph type="ftr" sz="quarter" idx="11"/>
          </p:nvPr>
        </p:nvSpPr>
        <p:spPr/>
        <p:txBody>
          <a:bodyPr/>
          <a:lstStyle/>
          <a:p>
            <a:endParaRPr lang="en-US">
              <a:solidFill>
                <a:srgbClr val="696464"/>
              </a:solidFill>
            </a:endParaRPr>
          </a:p>
        </p:txBody>
      </p:sp>
      <p:sp>
        <p:nvSpPr>
          <p:cNvPr id="7" name="Slide Number Placeholder 6"/>
          <p:cNvSpPr>
            <a:spLocks noGrp="1"/>
          </p:cNvSpPr>
          <p:nvPr>
            <p:ph type="sldNum" sz="quarter" idx="12"/>
          </p:nvPr>
        </p:nvSpPr>
        <p:spPr/>
        <p:txBody>
          <a:bodyPr/>
          <a:lstStyle/>
          <a:p>
            <a:fld id="{71AA5D77-9859-4BF3-9A23-12729C625D41}"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71156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6" name="Footer Placeholder 5"/>
          <p:cNvSpPr>
            <a:spLocks noGrp="1"/>
          </p:cNvSpPr>
          <p:nvPr>
            <p:ph type="ftr" sz="quarter" idx="11"/>
          </p:nvPr>
        </p:nvSpPr>
        <p:spPr>
          <a:xfrm>
            <a:off x="914400" y="6172200"/>
            <a:ext cx="3886200" cy="457200"/>
          </a:xfrm>
        </p:spPr>
        <p:txBody>
          <a:bodyPr/>
          <a:lstStyle/>
          <a:p>
            <a:endParaRPr lang="en-US">
              <a:solidFill>
                <a:srgbClr val="696464"/>
              </a:solidFill>
            </a:endParaRPr>
          </a:p>
        </p:txBody>
      </p:sp>
      <p:sp>
        <p:nvSpPr>
          <p:cNvPr id="7" name="Slide Number Placeholder 6"/>
          <p:cNvSpPr>
            <a:spLocks noGrp="1"/>
          </p:cNvSpPr>
          <p:nvPr>
            <p:ph type="sldNum" sz="quarter" idx="12"/>
          </p:nvPr>
        </p:nvSpPr>
        <p:spPr>
          <a:xfrm>
            <a:off x="146304" y="6208776"/>
            <a:ext cx="457200" cy="457200"/>
          </a:xfrm>
        </p:spPr>
        <p:txBody>
          <a:bodyPr/>
          <a:lstStyle/>
          <a:p>
            <a:fld id="{71AA5D77-9859-4BF3-9A23-12729C625D41}"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extLst>
      <p:ext uri="{BB962C8B-B14F-4D97-AF65-F5344CB8AC3E}">
        <p14:creationId xmlns:p14="http://schemas.microsoft.com/office/powerpoint/2010/main" val="1460136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71AA5D77-9859-4BF3-9A23-12729C625D41}" type="slidenum">
              <a:rPr lang="en-US" smtClean="0"/>
              <a:pPr/>
              <a:t>‹#›</a:t>
            </a:fld>
            <a:endParaRPr lang="en-US"/>
          </a:p>
        </p:txBody>
      </p:sp>
    </p:spTree>
    <p:extLst>
      <p:ext uri="{BB962C8B-B14F-4D97-AF65-F5344CB8AC3E}">
        <p14:creationId xmlns:p14="http://schemas.microsoft.com/office/powerpoint/2010/main" val="3973976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5" name="Footer Placeholder 4"/>
          <p:cNvSpPr>
            <a:spLocks noGrp="1"/>
          </p:cNvSpPr>
          <p:nvPr>
            <p:ph type="ftr" sz="quarter" idx="11"/>
          </p:nvPr>
        </p:nvSpPr>
        <p:spPr/>
        <p:txBody>
          <a:bodyPr/>
          <a:lstStyle/>
          <a:p>
            <a:endParaRPr lang="en-US">
              <a:solidFill>
                <a:srgbClr val="696464"/>
              </a:solidFill>
            </a:endParaRPr>
          </a:p>
        </p:txBody>
      </p:sp>
      <p:sp>
        <p:nvSpPr>
          <p:cNvPr id="6" name="Slide Number Placeholder 5"/>
          <p:cNvSpPr>
            <a:spLocks noGrp="1"/>
          </p:cNvSpPr>
          <p:nvPr>
            <p:ph type="sldNum" sz="quarter" idx="12"/>
          </p:nvPr>
        </p:nvSpPr>
        <p:spPr/>
        <p:txBody>
          <a:bodyPr/>
          <a:lstStyle/>
          <a:p>
            <a:fld id="{71AA5D77-9859-4BF3-9A23-12729C625D41}" type="slidenum">
              <a:rPr lang="en-US" smtClean="0"/>
              <a:pPr/>
              <a:t>‹#›</a:t>
            </a:fld>
            <a:endParaRPr lang="en-US"/>
          </a:p>
        </p:txBody>
      </p:sp>
    </p:spTree>
    <p:extLst>
      <p:ext uri="{BB962C8B-B14F-4D97-AF65-F5344CB8AC3E}">
        <p14:creationId xmlns:p14="http://schemas.microsoft.com/office/powerpoint/2010/main" val="3780945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able Placeholder 2"/>
          <p:cNvSpPr>
            <a:spLocks noGrp="1"/>
          </p:cNvSpPr>
          <p:nvPr>
            <p:ph type="tbl" idx="1"/>
          </p:nvPr>
        </p:nvSpPr>
        <p:spPr>
          <a:xfrm>
            <a:off x="457200" y="1719263"/>
            <a:ext cx="8229600" cy="4411662"/>
          </a:xfrm>
        </p:spPr>
        <p:txBody>
          <a:bodyPr/>
          <a:lstStyle/>
          <a:p>
            <a:endParaRPr lang="en-US"/>
          </a:p>
        </p:txBody>
      </p:sp>
      <p:sp>
        <p:nvSpPr>
          <p:cNvPr id="4" name="Date Placeholder 3"/>
          <p:cNvSpPr>
            <a:spLocks noGrp="1"/>
          </p:cNvSpPr>
          <p:nvPr>
            <p:ph type="dt" sz="half" idx="10"/>
          </p:nvPr>
        </p:nvSpPr>
        <p:spPr>
          <a:xfrm>
            <a:off x="457200" y="6248400"/>
            <a:ext cx="2133600" cy="457200"/>
          </a:xfrm>
        </p:spPr>
        <p:txBody>
          <a:bodyPr/>
          <a:lstStyle>
            <a:lvl1pPr>
              <a:defRPr/>
            </a:lvl1pPr>
          </a:lstStyle>
          <a:p>
            <a:endParaRPr lang="en-US" altLang="en-US">
              <a:solidFill>
                <a:srgbClr val="696464"/>
              </a:solidFill>
            </a:endParaRPr>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endParaRPr lang="en-US" altLang="en-US">
              <a:solidFill>
                <a:srgbClr val="696464"/>
              </a:solidFill>
            </a:endParaRPr>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fld id="{E1ACF685-6A43-4789-A262-8B54E973D384}" type="slidenum">
              <a:rPr lang="en-US" altLang="en-US"/>
              <a:pPr/>
              <a:t>‹#›</a:t>
            </a:fld>
            <a:endParaRPr lang="en-US" altLang="en-US"/>
          </a:p>
        </p:txBody>
      </p:sp>
    </p:spTree>
    <p:extLst>
      <p:ext uri="{BB962C8B-B14F-4D97-AF65-F5344CB8AC3E}">
        <p14:creationId xmlns:p14="http://schemas.microsoft.com/office/powerpoint/2010/main" val="36477884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495800" y="1600200"/>
            <a:ext cx="3810000" cy="4648200"/>
          </a:xfrm>
        </p:spPr>
        <p:txBody>
          <a:bodyPr/>
          <a:lstStyle/>
          <a:p>
            <a:pPr lvl="0"/>
            <a:endParaRPr lang="en-US" noProof="0"/>
          </a:p>
        </p:txBody>
      </p:sp>
      <p:sp>
        <p:nvSpPr>
          <p:cNvPr id="5" name="Date Placeholder 4"/>
          <p:cNvSpPr>
            <a:spLocks noGrp="1"/>
          </p:cNvSpPr>
          <p:nvPr>
            <p:ph type="dt" sz="half" idx="10"/>
          </p:nvPr>
        </p:nvSpPr>
        <p:spPr/>
        <p:txBody>
          <a:bodyPr/>
          <a:lstStyle>
            <a:lvl1pPr>
              <a:defRPr/>
            </a:lvl1pPr>
          </a:lstStyle>
          <a:p>
            <a:pPr>
              <a:defRPr/>
            </a:pPr>
            <a:endParaRPr lang="en-US"/>
          </a:p>
        </p:txBody>
      </p:sp>
      <p:sp>
        <p:nvSpPr>
          <p:cNvPr id="6" name="Footer Placeholder 5"/>
          <p:cNvSpPr>
            <a:spLocks noGrp="1"/>
          </p:cNvSpPr>
          <p:nvPr>
            <p:ph type="ftr" sz="quarter" idx="11"/>
          </p:nvPr>
        </p:nvSpPr>
        <p:spPr/>
        <p:txBody>
          <a:bodyPr/>
          <a:lstStyle>
            <a:lvl1pPr>
              <a:defRPr/>
            </a:lvl1pPr>
          </a:lstStyle>
          <a:p>
            <a:pPr>
              <a:defRPr/>
            </a:pPr>
            <a:r>
              <a:rPr lang="en-US"/>
              <a:t>2: Application Layer</a:t>
            </a:r>
            <a:endParaRPr lang="en-US">
              <a:latin typeface="Times New Roman" pitchFamily="18" charset="0"/>
            </a:endParaRPr>
          </a:p>
        </p:txBody>
      </p:sp>
      <p:sp>
        <p:nvSpPr>
          <p:cNvPr id="7" name="Slide Number Placeholder 6"/>
          <p:cNvSpPr>
            <a:spLocks noGrp="1"/>
          </p:cNvSpPr>
          <p:nvPr>
            <p:ph type="sldNum" sz="quarter" idx="12"/>
          </p:nvPr>
        </p:nvSpPr>
        <p:spPr>
          <a:xfrm>
            <a:off x="8305800" y="6400800"/>
            <a:ext cx="457200" cy="457200"/>
          </a:xfrm>
        </p:spPr>
        <p:txBody>
          <a:bodyPr/>
          <a:lstStyle>
            <a:lvl1pPr>
              <a:defRPr/>
            </a:lvl1pPr>
          </a:lstStyle>
          <a:p>
            <a:pPr>
              <a:defRPr/>
            </a:pPr>
            <a:fld id="{5C9E910E-FC82-45AB-B1B0-8AC636497321}" type="slidenum">
              <a:rPr lang="en-US"/>
              <a:pPr>
                <a:defRPr/>
              </a:pPr>
              <a:t>‹#›</a:t>
            </a:fld>
            <a:endParaRPr lang="en-US"/>
          </a:p>
        </p:txBody>
      </p:sp>
    </p:spTree>
    <p:extLst>
      <p:ext uri="{BB962C8B-B14F-4D97-AF65-F5344CB8AC3E}">
        <p14:creationId xmlns:p14="http://schemas.microsoft.com/office/powerpoint/2010/main" val="3047261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700"/>
            <a:ext cx="7770813" cy="1433513"/>
          </a:xfrm>
        </p:spPr>
        <p:txBody>
          <a:bodyPr/>
          <a:lstStyle/>
          <a:p>
            <a:r>
              <a:rPr lang="en-US"/>
              <a:t>Click to edit Master title style</a:t>
            </a:r>
          </a:p>
        </p:txBody>
      </p:sp>
      <p:sp>
        <p:nvSpPr>
          <p:cNvPr id="3" name="Text Placeholder 2"/>
          <p:cNvSpPr>
            <a:spLocks noGrp="1"/>
          </p:cNvSpPr>
          <p:nvPr>
            <p:ph type="body" sz="half" idx="1"/>
          </p:nvPr>
        </p:nvSpPr>
        <p:spPr>
          <a:xfrm>
            <a:off x="838200" y="1905000"/>
            <a:ext cx="3808413" cy="4113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99013" y="1905000"/>
            <a:ext cx="3810000" cy="4113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idx="10"/>
          </p:nvPr>
        </p:nvSpPr>
        <p:spPr>
          <a:xfrm>
            <a:off x="685800" y="6245225"/>
            <a:ext cx="1903413" cy="458788"/>
          </a:xfrm>
        </p:spPr>
        <p:txBody>
          <a:bodyPr/>
          <a:lstStyle>
            <a:lvl1pPr>
              <a:defRPr/>
            </a:lvl1pPr>
          </a:lstStyle>
          <a:p>
            <a:endParaRPr lang="en-US" altLang="en-US"/>
          </a:p>
        </p:txBody>
      </p:sp>
      <p:sp>
        <p:nvSpPr>
          <p:cNvPr id="6" name="Footer Placeholder 5"/>
          <p:cNvSpPr>
            <a:spLocks noGrp="1"/>
          </p:cNvSpPr>
          <p:nvPr>
            <p:ph type="ftr" idx="11"/>
          </p:nvPr>
        </p:nvSpPr>
        <p:spPr>
          <a:xfrm>
            <a:off x="3124200" y="6245225"/>
            <a:ext cx="2894013" cy="458788"/>
          </a:xfrm>
        </p:spPr>
        <p:txBody>
          <a:bodyPr/>
          <a:lstStyle>
            <a:lvl1pPr>
              <a:defRPr/>
            </a:lvl1pPr>
          </a:lstStyle>
          <a:p>
            <a:endParaRPr lang="en-US" altLang="en-US"/>
          </a:p>
        </p:txBody>
      </p:sp>
      <p:sp>
        <p:nvSpPr>
          <p:cNvPr id="7" name="Slide Number Placeholder 6"/>
          <p:cNvSpPr>
            <a:spLocks noGrp="1"/>
          </p:cNvSpPr>
          <p:nvPr>
            <p:ph type="sldNum" idx="12"/>
          </p:nvPr>
        </p:nvSpPr>
        <p:spPr>
          <a:xfrm>
            <a:off x="6553200" y="6245225"/>
            <a:ext cx="1903413" cy="458788"/>
          </a:xfrm>
        </p:spPr>
        <p:txBody>
          <a:bodyPr/>
          <a:lstStyle>
            <a:lvl1pPr>
              <a:defRPr/>
            </a:lvl1pPr>
          </a:lstStyle>
          <a:p>
            <a:fld id="{B366701B-AC1D-4B3B-BB5A-EA753F89B6F4}" type="slidenum">
              <a:rPr lang="en-US" altLang="en-US"/>
              <a:pPr/>
              <a:t>‹#›</a:t>
            </a:fld>
            <a:endParaRPr lang="en-US" altLang="en-US"/>
          </a:p>
        </p:txBody>
      </p:sp>
    </p:spTree>
    <p:extLst>
      <p:ext uri="{BB962C8B-B14F-4D97-AF65-F5344CB8AC3E}">
        <p14:creationId xmlns:p14="http://schemas.microsoft.com/office/powerpoint/2010/main" val="738185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6" name="Slide Number Placeholder 5"/>
          <p:cNvSpPr>
            <a:spLocks noGrp="1"/>
          </p:cNvSpPr>
          <p:nvPr>
            <p:ph type="sldNum" sz="quarter" idx="12"/>
          </p:nvPr>
        </p:nvSpPr>
        <p:spPr/>
        <p:txBody>
          <a:bodyPr/>
          <a:lstStyle>
            <a:lvl1pPr>
              <a:defRPr/>
            </a:lvl1pPr>
          </a:lstStyle>
          <a:p>
            <a:pPr>
              <a:defRPr/>
            </a:pPr>
            <a:r>
              <a:rPr lang="en-US">
                <a:solidFill>
                  <a:srgbClr val="000000"/>
                </a:solidFill>
              </a:rPr>
              <a:t>1-</a:t>
            </a:r>
            <a:fld id="{0B113CC7-9996-4BBA-A010-1223FBA7091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934383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6" name="Slide Number Placeholder 5"/>
          <p:cNvSpPr>
            <a:spLocks noGrp="1"/>
          </p:cNvSpPr>
          <p:nvPr>
            <p:ph type="sldNum" sz="quarter" idx="12"/>
          </p:nvPr>
        </p:nvSpPr>
        <p:spPr/>
        <p:txBody>
          <a:bodyPr/>
          <a:lstStyle>
            <a:lvl1pPr>
              <a:defRPr/>
            </a:lvl1pPr>
          </a:lstStyle>
          <a:p>
            <a:pPr>
              <a:defRPr/>
            </a:pPr>
            <a:r>
              <a:rPr lang="en-US">
                <a:solidFill>
                  <a:srgbClr val="000000"/>
                </a:solidFill>
              </a:rPr>
              <a:t>1-</a:t>
            </a:r>
            <a:fld id="{62828C96-07E5-4EA7-92FA-E9512C1DC96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73408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6" name="Slide Number Placeholder 5"/>
          <p:cNvSpPr>
            <a:spLocks noGrp="1"/>
          </p:cNvSpPr>
          <p:nvPr>
            <p:ph type="sldNum" sz="quarter" idx="12"/>
          </p:nvPr>
        </p:nvSpPr>
        <p:spPr/>
        <p:txBody>
          <a:bodyPr/>
          <a:lstStyle>
            <a:lvl1pPr>
              <a:defRPr/>
            </a:lvl1pPr>
          </a:lstStyle>
          <a:p>
            <a:pPr>
              <a:defRPr/>
            </a:pPr>
            <a:r>
              <a:rPr lang="en-US">
                <a:solidFill>
                  <a:srgbClr val="000000"/>
                </a:solidFill>
              </a:rPr>
              <a:t>1-</a:t>
            </a:r>
            <a:fld id="{4EA477EF-48B2-456D-82AA-D2C949DFBB2E}"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2856068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7" name="Slide Number Placeholder 6"/>
          <p:cNvSpPr>
            <a:spLocks noGrp="1"/>
          </p:cNvSpPr>
          <p:nvPr>
            <p:ph type="sldNum" sz="quarter" idx="12"/>
          </p:nvPr>
        </p:nvSpPr>
        <p:spPr/>
        <p:txBody>
          <a:bodyPr/>
          <a:lstStyle>
            <a:lvl1pPr>
              <a:defRPr/>
            </a:lvl1pPr>
          </a:lstStyle>
          <a:p>
            <a:pPr>
              <a:defRPr/>
            </a:pPr>
            <a:r>
              <a:rPr lang="en-US">
                <a:solidFill>
                  <a:srgbClr val="000000"/>
                </a:solidFill>
              </a:rPr>
              <a:t>1-</a:t>
            </a:r>
            <a:fld id="{8733F12E-1CAE-4DDD-8653-E03225A23F14}"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5132983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pPr>
              <a:defRPr/>
            </a:pPr>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9" name="Slide Number Placeholder 8"/>
          <p:cNvSpPr>
            <a:spLocks noGrp="1"/>
          </p:cNvSpPr>
          <p:nvPr>
            <p:ph type="sldNum" sz="quarter" idx="12"/>
          </p:nvPr>
        </p:nvSpPr>
        <p:spPr/>
        <p:txBody>
          <a:bodyPr/>
          <a:lstStyle>
            <a:lvl1pPr>
              <a:defRPr/>
            </a:lvl1pPr>
          </a:lstStyle>
          <a:p>
            <a:pPr>
              <a:defRPr/>
            </a:pPr>
            <a:r>
              <a:rPr lang="en-US">
                <a:solidFill>
                  <a:srgbClr val="000000"/>
                </a:solidFill>
              </a:rPr>
              <a:t>1-</a:t>
            </a:r>
            <a:fld id="{F73AD6B1-5C46-44D0-B8CF-A7D4492B4EA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3334627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pPr>
              <a:defRPr/>
            </a:pPr>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5" name="Slide Number Placeholder 4"/>
          <p:cNvSpPr>
            <a:spLocks noGrp="1"/>
          </p:cNvSpPr>
          <p:nvPr>
            <p:ph type="sldNum" sz="quarter" idx="12"/>
          </p:nvPr>
        </p:nvSpPr>
        <p:spPr/>
        <p:txBody>
          <a:bodyPr/>
          <a:lstStyle>
            <a:lvl1pPr>
              <a:defRPr/>
            </a:lvl1pPr>
          </a:lstStyle>
          <a:p>
            <a:pPr>
              <a:defRPr/>
            </a:pPr>
            <a:r>
              <a:rPr lang="en-US">
                <a:solidFill>
                  <a:srgbClr val="000000"/>
                </a:solidFill>
              </a:rPr>
              <a:t>1-</a:t>
            </a:r>
            <a:fld id="{C5CC688D-41BF-49CE-9381-82D6A94AB69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6589252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4" name="Slide Number Placeholder 3"/>
          <p:cNvSpPr>
            <a:spLocks noGrp="1"/>
          </p:cNvSpPr>
          <p:nvPr>
            <p:ph type="sldNum" sz="quarter" idx="12"/>
          </p:nvPr>
        </p:nvSpPr>
        <p:spPr/>
        <p:txBody>
          <a:bodyPr/>
          <a:lstStyle>
            <a:lvl1pPr>
              <a:defRPr/>
            </a:lvl1pPr>
          </a:lstStyle>
          <a:p>
            <a:pPr>
              <a:defRPr/>
            </a:pPr>
            <a:r>
              <a:rPr lang="en-US">
                <a:solidFill>
                  <a:srgbClr val="000000"/>
                </a:solidFill>
              </a:rPr>
              <a:t>1-</a:t>
            </a:r>
            <a:fld id="{D7A5B0FB-BB67-4E9D-BFA8-E7FF332C218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0733526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7" name="Slide Number Placeholder 6"/>
          <p:cNvSpPr>
            <a:spLocks noGrp="1"/>
          </p:cNvSpPr>
          <p:nvPr>
            <p:ph type="sldNum" sz="quarter" idx="12"/>
          </p:nvPr>
        </p:nvSpPr>
        <p:spPr/>
        <p:txBody>
          <a:bodyPr/>
          <a:lstStyle>
            <a:lvl1pPr>
              <a:defRPr/>
            </a:lvl1pPr>
          </a:lstStyle>
          <a:p>
            <a:pPr>
              <a:defRPr/>
            </a:pPr>
            <a:r>
              <a:rPr lang="en-US">
                <a:solidFill>
                  <a:srgbClr val="000000"/>
                </a:solidFill>
              </a:rPr>
              <a:t>1-</a:t>
            </a:r>
            <a:fld id="{6976A7B8-BE49-4D35-A178-5225BD0B5F7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7774371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7" name="Slide Number Placeholder 6"/>
          <p:cNvSpPr>
            <a:spLocks noGrp="1"/>
          </p:cNvSpPr>
          <p:nvPr>
            <p:ph type="sldNum" sz="quarter" idx="12"/>
          </p:nvPr>
        </p:nvSpPr>
        <p:spPr/>
        <p:txBody>
          <a:bodyPr/>
          <a:lstStyle>
            <a:lvl1pPr>
              <a:defRPr/>
            </a:lvl1pPr>
          </a:lstStyle>
          <a:p>
            <a:pPr>
              <a:defRPr/>
            </a:pPr>
            <a:r>
              <a:rPr lang="en-US">
                <a:solidFill>
                  <a:srgbClr val="000000"/>
                </a:solidFill>
              </a:rPr>
              <a:t>1-</a:t>
            </a:r>
            <a:fld id="{E1E30FF5-24E8-4884-8BB8-50461434D2A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8364101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6" name="Slide Number Placeholder 5"/>
          <p:cNvSpPr>
            <a:spLocks noGrp="1"/>
          </p:cNvSpPr>
          <p:nvPr>
            <p:ph type="sldNum" sz="quarter" idx="12"/>
          </p:nvPr>
        </p:nvSpPr>
        <p:spPr/>
        <p:txBody>
          <a:bodyPr/>
          <a:lstStyle>
            <a:lvl1pPr>
              <a:defRPr/>
            </a:lvl1pPr>
          </a:lstStyle>
          <a:p>
            <a:pPr>
              <a:defRPr/>
            </a:pPr>
            <a:r>
              <a:rPr lang="en-US">
                <a:solidFill>
                  <a:srgbClr val="000000"/>
                </a:solidFill>
              </a:rPr>
              <a:t>1-</a:t>
            </a:r>
            <a:fld id="{1EC882F4-051E-4078-9036-F1969299F275}"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9638663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6" name="Slide Number Placeholder 5"/>
          <p:cNvSpPr>
            <a:spLocks noGrp="1"/>
          </p:cNvSpPr>
          <p:nvPr>
            <p:ph type="sldNum" sz="quarter" idx="12"/>
          </p:nvPr>
        </p:nvSpPr>
        <p:spPr/>
        <p:txBody>
          <a:bodyPr/>
          <a:lstStyle>
            <a:lvl1pPr>
              <a:defRPr/>
            </a:lvl1pPr>
          </a:lstStyle>
          <a:p>
            <a:pPr>
              <a:defRPr/>
            </a:pPr>
            <a:r>
              <a:rPr lang="en-US">
                <a:solidFill>
                  <a:srgbClr val="000000"/>
                </a:solidFill>
              </a:rPr>
              <a:t>1-</a:t>
            </a:r>
            <a:fld id="{698741D1-22D2-4220-85E2-3603DB38745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668068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a:defRPr/>
            </a:pPr>
            <a:r>
              <a:rPr lang="en-US">
                <a:solidFill>
                  <a:srgbClr val="000000"/>
                </a:solidFill>
              </a:rPr>
              <a:t>2: Application Layer</a:t>
            </a:r>
            <a:endParaRPr lang="en-US">
              <a:solidFill>
                <a:srgbClr val="000000"/>
              </a:solidFill>
              <a:latin typeface="Times New Roman" pitchFamily="18" charset="0"/>
            </a:endParaRPr>
          </a:p>
        </p:txBody>
      </p:sp>
      <p:sp>
        <p:nvSpPr>
          <p:cNvPr id="7" name="Slide Number Placeholder 6"/>
          <p:cNvSpPr>
            <a:spLocks noGrp="1"/>
          </p:cNvSpPr>
          <p:nvPr>
            <p:ph type="sldNum" sz="quarter" idx="12"/>
          </p:nvPr>
        </p:nvSpPr>
        <p:spPr>
          <a:xfrm>
            <a:off x="8305800" y="6400800"/>
            <a:ext cx="457200" cy="457200"/>
          </a:xfrm>
        </p:spPr>
        <p:txBody>
          <a:bodyPr/>
          <a:lstStyle>
            <a:lvl1pPr>
              <a:defRPr/>
            </a:lvl1pPr>
          </a:lstStyle>
          <a:p>
            <a:pPr>
              <a:defRPr/>
            </a:pPr>
            <a:fld id="{AF84B1C7-3D81-4BC6-BBE0-21FFFF8F0E5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563581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a:defRPr/>
            </a:pPr>
            <a:r>
              <a:rPr lang="en-US">
                <a:solidFill>
                  <a:srgbClr val="000000"/>
                </a:solidFill>
              </a:rPr>
              <a:t>2: Application Layer</a:t>
            </a:r>
            <a:endParaRPr lang="en-US">
              <a:solidFill>
                <a:srgbClr val="000000"/>
              </a:solidFill>
              <a:latin typeface="Times New Roman" pitchFamily="18" charset="0"/>
            </a:endParaRPr>
          </a:p>
        </p:txBody>
      </p:sp>
      <p:sp>
        <p:nvSpPr>
          <p:cNvPr id="7" name="Slide Number Placeholder 6"/>
          <p:cNvSpPr>
            <a:spLocks noGrp="1"/>
          </p:cNvSpPr>
          <p:nvPr>
            <p:ph type="sldNum" sz="quarter" idx="12"/>
          </p:nvPr>
        </p:nvSpPr>
        <p:spPr>
          <a:xfrm>
            <a:off x="8305800" y="6400800"/>
            <a:ext cx="457200" cy="457200"/>
          </a:xfrm>
        </p:spPr>
        <p:txBody>
          <a:bodyPr/>
          <a:lstStyle>
            <a:lvl1pPr>
              <a:defRPr/>
            </a:lvl1pPr>
          </a:lstStyle>
          <a:p>
            <a:pPr>
              <a:defRPr/>
            </a:pPr>
            <a:fld id="{C868C416-C83F-4719-B427-FB7BD0CF764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3460035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495800" y="1600200"/>
            <a:ext cx="3810000" cy="4648200"/>
          </a:xfrm>
        </p:spPr>
        <p:txBody>
          <a:bodyPr/>
          <a:lstStyle/>
          <a:p>
            <a:pPr lvl="0"/>
            <a:endParaRPr lang="en-US" noProof="0"/>
          </a:p>
        </p:txBody>
      </p:sp>
      <p:sp>
        <p:nvSpPr>
          <p:cNvPr id="5" name="Date Placeholder 4"/>
          <p:cNvSpPr>
            <a:spLocks noGrp="1"/>
          </p:cNvSpPr>
          <p:nvPr>
            <p:ph type="dt" sz="half" idx="10"/>
          </p:nvPr>
        </p:nvSpPr>
        <p:spPr/>
        <p:txBody>
          <a:bodyPr/>
          <a:lstStyle>
            <a:lvl1pPr>
              <a:defRPr/>
            </a:lvl1pPr>
          </a:lstStyle>
          <a:p>
            <a:pPr>
              <a:defRPr/>
            </a:pPr>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pPr>
              <a:defRPr/>
            </a:pPr>
            <a:r>
              <a:rPr lang="en-US">
                <a:solidFill>
                  <a:srgbClr val="000000"/>
                </a:solidFill>
              </a:rPr>
              <a:t>2: Application Layer</a:t>
            </a:r>
            <a:endParaRPr lang="en-US">
              <a:solidFill>
                <a:srgbClr val="000000"/>
              </a:solidFill>
              <a:latin typeface="Times New Roman" pitchFamily="18" charset="0"/>
            </a:endParaRPr>
          </a:p>
        </p:txBody>
      </p:sp>
      <p:sp>
        <p:nvSpPr>
          <p:cNvPr id="7" name="Slide Number Placeholder 6"/>
          <p:cNvSpPr>
            <a:spLocks noGrp="1"/>
          </p:cNvSpPr>
          <p:nvPr>
            <p:ph type="sldNum" sz="quarter" idx="12"/>
          </p:nvPr>
        </p:nvSpPr>
        <p:spPr>
          <a:xfrm>
            <a:off x="8305800" y="6400800"/>
            <a:ext cx="457200" cy="457200"/>
          </a:xfrm>
        </p:spPr>
        <p:txBody>
          <a:bodyPr/>
          <a:lstStyle>
            <a:lvl1pPr>
              <a:defRPr/>
            </a:lvl1pPr>
          </a:lstStyle>
          <a:p>
            <a:pPr>
              <a:defRPr/>
            </a:pPr>
            <a:fld id="{4DB1FB72-C4D3-4608-A490-565A5ADAB68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11313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BCFE3387-4A00-453A-B532-2902AA10F6EB}" type="datetimeFigureOut">
              <a:rPr lang="en-US" smtClean="0">
                <a:solidFill>
                  <a:srgbClr val="696464"/>
                </a:solidFill>
              </a:rPr>
              <a:pPr/>
              <a:t>4/16/2025</a:t>
            </a:fld>
            <a:endParaRPr lang="en-US">
              <a:solidFill>
                <a:srgbClr val="696464"/>
              </a:solidFill>
            </a:endParaRP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solidFill>
                <a:srgbClr val="696464"/>
              </a:solidFill>
            </a:endParaRP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71AA5D77-9859-4BF3-9A23-12729C625D41}" type="slidenum">
              <a:rPr lang="en-US" smtClean="0"/>
              <a:pPr/>
              <a:t>‹#›</a:t>
            </a:fld>
            <a:endParaRPr lang="en-US"/>
          </a:p>
        </p:txBody>
      </p:sp>
    </p:spTree>
    <p:extLst>
      <p:ext uri="{BB962C8B-B14F-4D97-AF65-F5344CB8AC3E}">
        <p14:creationId xmlns:p14="http://schemas.microsoft.com/office/powerpoint/2010/main" val="42791946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4" r:id="rId12"/>
    <p:sldLayoutId id="2147483675" r:id="rId13"/>
    <p:sldLayoutId id="2147483676" r:id="rId14"/>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6627" name="Rectangle 3"/>
          <p:cNvSpPr>
            <a:spLocks noGrp="1" noChangeArrowheads="1"/>
          </p:cNvSpPr>
          <p:nvPr>
            <p:ph type="body" idx="1"/>
          </p:nvPr>
        </p:nvSpPr>
        <p:spPr bwMode="auto">
          <a:xfrm>
            <a:off x="533400" y="1600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400"/>
            </a:lvl1pPr>
          </a:lstStyle>
          <a:p>
            <a:pPr fontAlgn="base">
              <a:spcBef>
                <a:spcPct val="0"/>
              </a:spcBef>
              <a:spcAft>
                <a:spcPct val="0"/>
              </a:spcAft>
              <a:defRPr/>
            </a:pPr>
            <a:endParaRPr lang="en-US">
              <a:solidFill>
                <a:srgbClr val="000000"/>
              </a:solidFill>
              <a:latin typeface="Times New Roman" pitchFamily="18" charset="0"/>
            </a:endParaRPr>
          </a:p>
        </p:txBody>
      </p:sp>
      <p:sp>
        <p:nvSpPr>
          <p:cNvPr id="1029" name="Rectangle 5"/>
          <p:cNvSpPr>
            <a:spLocks noGrp="1" noChangeArrowheads="1"/>
          </p:cNvSpPr>
          <p:nvPr>
            <p:ph type="ftr" sz="quarter" idx="3"/>
          </p:nvPr>
        </p:nvSpPr>
        <p:spPr bwMode="auto">
          <a:xfrm>
            <a:off x="5410200" y="64008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400">
                <a:latin typeface="+mn-lt"/>
              </a:defRPr>
            </a:lvl1pPr>
          </a:lstStyle>
          <a:p>
            <a:pPr fontAlgn="base">
              <a:spcBef>
                <a:spcPct val="0"/>
              </a:spcBef>
              <a:spcAft>
                <a:spcPct val="0"/>
              </a:spcAft>
              <a:defRPr/>
            </a:pPr>
            <a:r>
              <a:rPr lang="en-US">
                <a:solidFill>
                  <a:srgbClr val="000000"/>
                </a:solidFill>
              </a:rPr>
              <a:t> Introduction</a:t>
            </a:r>
          </a:p>
        </p:txBody>
      </p:sp>
      <p:sp>
        <p:nvSpPr>
          <p:cNvPr id="1030" name="Rectangle 6"/>
          <p:cNvSpPr>
            <a:spLocks noGrp="1" noChangeArrowheads="1"/>
          </p:cNvSpPr>
          <p:nvPr>
            <p:ph type="sldNum" sz="quarter" idx="4"/>
          </p:nvPr>
        </p:nvSpPr>
        <p:spPr bwMode="auto">
          <a:xfrm>
            <a:off x="8305800" y="6400800"/>
            <a:ext cx="6254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400"/>
            </a:lvl1pPr>
          </a:lstStyle>
          <a:p>
            <a:pPr fontAlgn="base">
              <a:spcBef>
                <a:spcPct val="0"/>
              </a:spcBef>
              <a:spcAft>
                <a:spcPct val="0"/>
              </a:spcAft>
              <a:defRPr/>
            </a:pPr>
            <a:r>
              <a:rPr lang="en-US">
                <a:solidFill>
                  <a:srgbClr val="000000"/>
                </a:solidFill>
                <a:latin typeface="Times New Roman" pitchFamily="18" charset="0"/>
              </a:rPr>
              <a:t>1-</a:t>
            </a:r>
            <a:fld id="{A2B245B0-BB2F-4BC8-A6ED-1F7CB1111AC4}" type="slidenum">
              <a:rPr lang="en-US">
                <a:solidFill>
                  <a:srgbClr val="000000"/>
                </a:solidFill>
                <a:latin typeface="Times New Roman" pitchFamily="18" charset="0"/>
              </a:rPr>
              <a:pPr fontAlgn="base">
                <a:spcBef>
                  <a:spcPct val="0"/>
                </a:spcBef>
                <a:spcAft>
                  <a:spcPct val="0"/>
                </a:spcAft>
                <a:defRPr/>
              </a:pPr>
              <a:t>‹#›</a:t>
            </a:fld>
            <a:endParaRPr lang="en-US">
              <a:solidFill>
                <a:srgbClr val="000000"/>
              </a:solidFill>
              <a:latin typeface="Times New Roman" pitchFamily="18" charset="0"/>
            </a:endParaRPr>
          </a:p>
        </p:txBody>
      </p:sp>
    </p:spTree>
    <p:extLst>
      <p:ext uri="{BB962C8B-B14F-4D97-AF65-F5344CB8AC3E}">
        <p14:creationId xmlns:p14="http://schemas.microsoft.com/office/powerpoint/2010/main" val="195163622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hdr="0" dt="0"/>
  <p:txStyles>
    <p:titleStyle>
      <a:lvl1pPr algn="l" rtl="0" eaLnBrk="0" fontAlgn="base" hangingPunct="0">
        <a:spcBef>
          <a:spcPct val="0"/>
        </a:spcBef>
        <a:spcAft>
          <a:spcPct val="0"/>
        </a:spcAft>
        <a:defRPr sz="4000" u="sng">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itchFamily="66" charset="0"/>
        </a:defRPr>
      </a:lvl2pPr>
      <a:lvl3pPr algn="l" rtl="0" eaLnBrk="0" fontAlgn="base" hangingPunct="0">
        <a:spcBef>
          <a:spcPct val="0"/>
        </a:spcBef>
        <a:spcAft>
          <a:spcPct val="0"/>
        </a:spcAft>
        <a:defRPr sz="4000" u="sng">
          <a:solidFill>
            <a:schemeClr val="accent2"/>
          </a:solidFill>
          <a:latin typeface="Comic Sans MS" pitchFamily="66" charset="0"/>
        </a:defRPr>
      </a:lvl3pPr>
      <a:lvl4pPr algn="l" rtl="0" eaLnBrk="0" fontAlgn="base" hangingPunct="0">
        <a:spcBef>
          <a:spcPct val="0"/>
        </a:spcBef>
        <a:spcAft>
          <a:spcPct val="0"/>
        </a:spcAft>
        <a:defRPr sz="4000" u="sng">
          <a:solidFill>
            <a:schemeClr val="accent2"/>
          </a:solidFill>
          <a:latin typeface="Comic Sans MS" pitchFamily="66" charset="0"/>
        </a:defRPr>
      </a:lvl4pPr>
      <a:lvl5pPr algn="l" rtl="0" eaLnBrk="0" fontAlgn="base" hangingPunct="0">
        <a:spcBef>
          <a:spcPct val="0"/>
        </a:spcBef>
        <a:spcAft>
          <a:spcPct val="0"/>
        </a:spcAft>
        <a:defRPr sz="4000" u="sng">
          <a:solidFill>
            <a:schemeClr val="accent2"/>
          </a:solidFill>
          <a:latin typeface="Comic Sans MS" pitchFamily="66"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spcBef>
          <a:spcPct val="20000"/>
        </a:spcBef>
        <a:spcAft>
          <a:spcPct val="0"/>
        </a:spcAft>
        <a:buClr>
          <a:schemeClr val="accent2"/>
        </a:buClr>
        <a:buSzPct val="85000"/>
        <a:buFont typeface="Wingdings"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Wingdings" pitchFamily="2" charset="2"/>
        <a:buChar char="v"/>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4.xml"/><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3.bin"/><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4.bin"/><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6.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6.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6.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5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5.bin"/><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19.jpeg"/><Relationship Id="rId2" Type="http://schemas.openxmlformats.org/officeDocument/2006/relationships/diagramData" Target="../diagrams/data12.xml"/><Relationship Id="rId1" Type="http://schemas.openxmlformats.org/officeDocument/2006/relationships/slideLayout" Target="../slideLayouts/slideLayout16.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53.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9.xml"/><Relationship Id="rId1" Type="http://schemas.openxmlformats.org/officeDocument/2006/relationships/slideLayout" Target="../slideLayouts/slideLayout27.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16.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16.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16.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5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6.bin"/><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7.bin"/><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16.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8.bin"/><Relationship Id="rId1" Type="http://schemas.openxmlformats.org/officeDocument/2006/relationships/slideLayout" Target="../slideLayouts/slideLayout4.xml"/><Relationship Id="rId5" Type="http://schemas.openxmlformats.org/officeDocument/2006/relationships/image" Target="../media/image27.emf"/><Relationship Id="rId4" Type="http://schemas.openxmlformats.org/officeDocument/2006/relationships/oleObject" Target="../embeddings/oleObject9.bin"/></Relationships>
</file>

<file path=ppt/slides/_rels/slide7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oleObject" Target="../embeddings/oleObject11.bin"/><Relationship Id="rId1" Type="http://schemas.openxmlformats.org/officeDocument/2006/relationships/slideLayout" Target="../slideLayouts/slideLayout4.xml"/><Relationship Id="rId5" Type="http://schemas.openxmlformats.org/officeDocument/2006/relationships/image" Target="../media/image30.emf"/><Relationship Id="rId4" Type="http://schemas.openxmlformats.org/officeDocument/2006/relationships/oleObject" Target="../embeddings/oleObject12.bin"/></Relationships>
</file>

<file path=ppt/slides/_rels/slide7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13.bin"/><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hyperlink" Target="http://www.wtcs.org/snmp4tpc/files/reference/francois/snmp.ppt" TargetMode="External"/><Relationship Id="rId2" Type="http://schemas.openxmlformats.org/officeDocument/2006/relationships/hyperlink" Target="http://highered.mheducation.com/sites/0072460601/student_view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fontScale="62500" lnSpcReduction="20000"/>
          </a:bodyPr>
          <a:lstStyle/>
          <a:p>
            <a:endParaRPr lang="en-US" sz="3800" b="1" dirty="0"/>
          </a:p>
          <a:p>
            <a:endParaRPr lang="en-US" sz="3800" b="1" dirty="0"/>
          </a:p>
          <a:p>
            <a:endParaRPr lang="en-US" sz="2800" b="1" dirty="0"/>
          </a:p>
          <a:p>
            <a:r>
              <a:rPr lang="en-US" sz="2800" b="1" dirty="0"/>
              <a:t>Note: Material for this presentations are taken from Internet and books and only being used for student reference</a:t>
            </a:r>
          </a:p>
        </p:txBody>
      </p:sp>
      <p:sp>
        <p:nvSpPr>
          <p:cNvPr id="2" name="Title 1"/>
          <p:cNvSpPr>
            <a:spLocks noGrp="1"/>
          </p:cNvSpPr>
          <p:nvPr>
            <p:ph type="ctrTitle"/>
          </p:nvPr>
        </p:nvSpPr>
        <p:spPr/>
        <p:txBody>
          <a:bodyPr/>
          <a:lstStyle/>
          <a:p>
            <a:r>
              <a:rPr lang="en-US" dirty="0"/>
              <a:t>Computer Networks(2015 Pattern)</a:t>
            </a:r>
            <a:br>
              <a:rPr lang="en-US" dirty="0"/>
            </a:br>
            <a:r>
              <a:rPr lang="en-US" dirty="0"/>
              <a:t>Unit VI – </a:t>
            </a:r>
            <a:r>
              <a:rPr lang="en-US" b="1" dirty="0"/>
              <a:t>Application Layer </a:t>
            </a:r>
            <a:endParaRPr lang="en-US" dirty="0"/>
          </a:p>
        </p:txBody>
      </p:sp>
    </p:spTree>
    <p:extLst>
      <p:ext uri="{BB962C8B-B14F-4D97-AF65-F5344CB8AC3E}">
        <p14:creationId xmlns:p14="http://schemas.microsoft.com/office/powerpoint/2010/main" val="1578238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293824977"/>
              </p:ext>
            </p:extLst>
          </p:nvPr>
        </p:nvGraphicFramePr>
        <p:xfrm>
          <a:off x="914400" y="14478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3503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4"/>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6758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D8489F9C-F756-4F68-AF5D-D6560BFEAECA}" type="slidenum">
              <a:rPr lang="en-US" altLang="en-US" sz="1400" smtClean="0"/>
              <a:pPr/>
              <a:t>3</a:t>
            </a:fld>
            <a:endParaRPr lang="en-US" altLang="en-US" sz="1400"/>
          </a:p>
        </p:txBody>
      </p:sp>
      <p:sp>
        <p:nvSpPr>
          <p:cNvPr id="67588" name="Rectangle 2"/>
          <p:cNvSpPr>
            <a:spLocks noGrp="1" noChangeArrowheads="1"/>
          </p:cNvSpPr>
          <p:nvPr>
            <p:ph type="title"/>
          </p:nvPr>
        </p:nvSpPr>
        <p:spPr/>
        <p:txBody>
          <a:bodyPr/>
          <a:lstStyle/>
          <a:p>
            <a:r>
              <a:rPr lang="en-US" altLang="en-US"/>
              <a:t>Web and HTTP</a:t>
            </a:r>
          </a:p>
        </p:txBody>
      </p:sp>
      <p:sp>
        <p:nvSpPr>
          <p:cNvPr id="67589" name="Rectangle 3"/>
          <p:cNvSpPr>
            <a:spLocks noGrp="1" noChangeArrowheads="1"/>
          </p:cNvSpPr>
          <p:nvPr>
            <p:ph type="body" idx="1"/>
          </p:nvPr>
        </p:nvSpPr>
        <p:spPr/>
        <p:txBody>
          <a:bodyPr/>
          <a:lstStyle/>
          <a:p>
            <a:pPr>
              <a:buFont typeface="ZapfDingbats" pitchFamily="82" charset="2"/>
              <a:buNone/>
            </a:pPr>
            <a:r>
              <a:rPr lang="en-US" altLang="en-US" sz="2400" u="sng">
                <a:solidFill>
                  <a:srgbClr val="FF0000"/>
                </a:solidFill>
              </a:rPr>
              <a:t>First some jargon</a:t>
            </a:r>
            <a:endParaRPr lang="en-US" altLang="en-US" sz="2400">
              <a:solidFill>
                <a:srgbClr val="FF0000"/>
              </a:solidFill>
            </a:endParaRPr>
          </a:p>
          <a:p>
            <a:r>
              <a:rPr lang="en-US" altLang="en-US" sz="2400">
                <a:solidFill>
                  <a:srgbClr val="FF0000"/>
                </a:solidFill>
              </a:rPr>
              <a:t>Web page</a:t>
            </a:r>
            <a:r>
              <a:rPr lang="en-US" altLang="en-US" sz="2400"/>
              <a:t> consists of </a:t>
            </a:r>
            <a:r>
              <a:rPr lang="en-US" altLang="en-US" sz="2400">
                <a:solidFill>
                  <a:srgbClr val="FF0000"/>
                </a:solidFill>
              </a:rPr>
              <a:t>objects</a:t>
            </a:r>
            <a:endParaRPr lang="en-US" altLang="en-US" sz="2400"/>
          </a:p>
          <a:p>
            <a:r>
              <a:rPr lang="en-US" altLang="en-US" sz="2400"/>
              <a:t>Object can be HTML file, JPEG image, Java applet, audio file,…</a:t>
            </a:r>
          </a:p>
          <a:p>
            <a:r>
              <a:rPr lang="en-US" altLang="en-US" sz="2400"/>
              <a:t>Web page consists of </a:t>
            </a:r>
            <a:r>
              <a:rPr lang="en-US" altLang="en-US" sz="2400">
                <a:solidFill>
                  <a:srgbClr val="FF0000"/>
                </a:solidFill>
              </a:rPr>
              <a:t>base HTML-file</a:t>
            </a:r>
            <a:r>
              <a:rPr lang="en-US" altLang="en-US" sz="2400"/>
              <a:t> which includes several referenced objects</a:t>
            </a:r>
          </a:p>
          <a:p>
            <a:r>
              <a:rPr lang="en-US" altLang="en-US" sz="2400"/>
              <a:t>Each object is addressable by a </a:t>
            </a:r>
            <a:r>
              <a:rPr lang="en-US" altLang="en-US" sz="2400">
                <a:solidFill>
                  <a:srgbClr val="FF0000"/>
                </a:solidFill>
              </a:rPr>
              <a:t>URL</a:t>
            </a:r>
          </a:p>
          <a:p>
            <a:r>
              <a:rPr lang="en-US" altLang="en-US" sz="2400">
                <a:solidFill>
                  <a:schemeClr val="tx2"/>
                </a:solidFill>
              </a:rPr>
              <a:t>Example URL:</a:t>
            </a:r>
          </a:p>
          <a:p>
            <a:pPr>
              <a:buFont typeface="ZapfDingbats" pitchFamily="82" charset="2"/>
              <a:buNone/>
            </a:pPr>
            <a:endParaRPr lang="en-US" altLang="en-US"/>
          </a:p>
        </p:txBody>
      </p:sp>
      <p:grpSp>
        <p:nvGrpSpPr>
          <p:cNvPr id="67590" name="Group 10"/>
          <p:cNvGrpSpPr>
            <a:grpSpLocks/>
          </p:cNvGrpSpPr>
          <p:nvPr/>
        </p:nvGrpSpPr>
        <p:grpSpPr bwMode="auto">
          <a:xfrm>
            <a:off x="1201738" y="5008563"/>
            <a:ext cx="6835775" cy="1144587"/>
            <a:chOff x="788" y="2955"/>
            <a:chExt cx="4306" cy="721"/>
          </a:xfrm>
        </p:grpSpPr>
        <p:sp>
          <p:nvSpPr>
            <p:cNvPr id="67591" name="Text Box 5"/>
            <p:cNvSpPr txBox="1">
              <a:spLocks noChangeArrowheads="1"/>
            </p:cNvSpPr>
            <p:nvPr/>
          </p:nvSpPr>
          <p:spPr bwMode="auto">
            <a:xfrm>
              <a:off x="788" y="2955"/>
              <a:ext cx="41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a:latin typeface="Courier New" pitchFamily="49" charset="0"/>
                </a:rPr>
                <a:t>www.someschool.edu/someDept/pic.gif</a:t>
              </a:r>
            </a:p>
          </p:txBody>
        </p:sp>
        <p:sp>
          <p:nvSpPr>
            <p:cNvPr id="67592" name="AutoShape 6"/>
            <p:cNvSpPr>
              <a:spLocks/>
            </p:cNvSpPr>
            <p:nvPr/>
          </p:nvSpPr>
          <p:spPr bwMode="auto">
            <a:xfrm rot="-5400000">
              <a:off x="1821" y="2281"/>
              <a:ext cx="57" cy="2083"/>
            </a:xfrm>
            <a:prstGeom prst="leftBrace">
              <a:avLst>
                <a:gd name="adj1" fmla="val 30453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7593" name="AutoShape 7"/>
            <p:cNvSpPr>
              <a:spLocks/>
            </p:cNvSpPr>
            <p:nvPr/>
          </p:nvSpPr>
          <p:spPr bwMode="auto">
            <a:xfrm rot="-5400000">
              <a:off x="4024" y="2277"/>
              <a:ext cx="57" cy="2083"/>
            </a:xfrm>
            <a:prstGeom prst="leftBrace">
              <a:avLst>
                <a:gd name="adj1" fmla="val 30453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67594" name="Text Box 8"/>
            <p:cNvSpPr txBox="1">
              <a:spLocks noChangeArrowheads="1"/>
            </p:cNvSpPr>
            <p:nvPr/>
          </p:nvSpPr>
          <p:spPr bwMode="auto">
            <a:xfrm>
              <a:off x="1389" y="3388"/>
              <a:ext cx="10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a:t>host name</a:t>
              </a:r>
            </a:p>
          </p:txBody>
        </p:sp>
        <p:sp>
          <p:nvSpPr>
            <p:cNvPr id="67595" name="Text Box 9"/>
            <p:cNvSpPr txBox="1">
              <a:spLocks noChangeArrowheads="1"/>
            </p:cNvSpPr>
            <p:nvPr/>
          </p:nvSpPr>
          <p:spPr bwMode="auto">
            <a:xfrm>
              <a:off x="3485" y="3338"/>
              <a:ext cx="10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a:t>path name</a:t>
              </a:r>
            </a:p>
          </p:txBody>
        </p:sp>
      </p:grpSp>
    </p:spTree>
    <p:extLst>
      <p:ext uri="{BB962C8B-B14F-4D97-AF65-F5344CB8AC3E}">
        <p14:creationId xmlns:p14="http://schemas.microsoft.com/office/powerpoint/2010/main" val="2659078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5"/>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8197"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9E6934E-A7A0-4754-AFD6-49CAEE69005D}" type="slidenum">
              <a:rPr lang="en-US" altLang="en-US" sz="1400" smtClean="0"/>
              <a:pPr/>
              <a:t>4</a:t>
            </a:fld>
            <a:endParaRPr lang="en-US" altLang="en-US" sz="1400"/>
          </a:p>
        </p:txBody>
      </p:sp>
      <p:sp>
        <p:nvSpPr>
          <p:cNvPr id="8198" name="Rectangle 2"/>
          <p:cNvSpPr>
            <a:spLocks noGrp="1" noChangeArrowheads="1"/>
          </p:cNvSpPr>
          <p:nvPr>
            <p:ph type="title"/>
          </p:nvPr>
        </p:nvSpPr>
        <p:spPr/>
        <p:txBody>
          <a:bodyPr/>
          <a:lstStyle/>
          <a:p>
            <a:r>
              <a:rPr lang="en-US" altLang="en-US" sz="3600"/>
              <a:t>HTTP overview</a:t>
            </a:r>
            <a:endParaRPr lang="en-US" altLang="en-US"/>
          </a:p>
        </p:txBody>
      </p:sp>
      <p:sp>
        <p:nvSpPr>
          <p:cNvPr id="8199" name="Rectangle 3"/>
          <p:cNvSpPr>
            <a:spLocks noGrp="1" noChangeArrowheads="1"/>
          </p:cNvSpPr>
          <p:nvPr>
            <p:ph type="body" sz="half" idx="1"/>
          </p:nvPr>
        </p:nvSpPr>
        <p:spPr/>
        <p:txBody>
          <a:bodyPr/>
          <a:lstStyle/>
          <a:p>
            <a:pPr>
              <a:buFont typeface="ZapfDingbats"/>
              <a:buNone/>
              <a:defRPr/>
            </a:pPr>
            <a:r>
              <a:rPr lang="en-US" sz="2400" dirty="0">
                <a:solidFill>
                  <a:srgbClr val="FF0000"/>
                </a:solidFill>
              </a:rPr>
              <a:t>HTTP: hypertext transfer protocol</a:t>
            </a:r>
            <a:endParaRPr lang="en-US" sz="2400" dirty="0"/>
          </a:p>
          <a:p>
            <a:pPr>
              <a:defRPr/>
            </a:pPr>
            <a:r>
              <a:rPr lang="en-US" sz="2000" dirty="0"/>
              <a:t>Web’s application layer protocol</a:t>
            </a:r>
          </a:p>
          <a:p>
            <a:pPr>
              <a:defRPr/>
            </a:pPr>
            <a:r>
              <a:rPr lang="en-US" sz="2000" dirty="0"/>
              <a:t>client/server model</a:t>
            </a:r>
          </a:p>
          <a:p>
            <a:pPr lvl="1">
              <a:defRPr/>
            </a:pPr>
            <a:r>
              <a:rPr lang="en-US" sz="2000" i="1" dirty="0">
                <a:solidFill>
                  <a:srgbClr val="FF0000"/>
                </a:solidFill>
              </a:rPr>
              <a:t>client:</a:t>
            </a:r>
            <a:r>
              <a:rPr lang="en-US" sz="2000" dirty="0"/>
              <a:t> browser that requests, receives, “displays” Web objects</a:t>
            </a:r>
          </a:p>
          <a:p>
            <a:pPr lvl="1">
              <a:defRPr/>
            </a:pPr>
            <a:r>
              <a:rPr lang="en-US" sz="2000" i="1" dirty="0">
                <a:solidFill>
                  <a:srgbClr val="FF0000"/>
                </a:solidFill>
              </a:rPr>
              <a:t>server:</a:t>
            </a:r>
            <a:r>
              <a:rPr lang="en-US" sz="2000" dirty="0"/>
              <a:t> Web server sends objects in response to requests</a:t>
            </a:r>
          </a:p>
          <a:p>
            <a:pPr lvl="1" indent="-685800">
              <a:buFont typeface="Wingdings" pitchFamily="2" charset="2"/>
              <a:buNone/>
              <a:defRPr/>
            </a:pPr>
            <a:r>
              <a:rPr lang="en-US" sz="2000" dirty="0">
                <a:solidFill>
                  <a:srgbClr val="FF0000"/>
                </a:solidFill>
              </a:rPr>
              <a:t>HTTP uses port no 80</a:t>
            </a:r>
          </a:p>
          <a:p>
            <a:pPr>
              <a:buFont typeface="ZapfDingbats"/>
              <a:buNone/>
              <a:defRPr/>
            </a:pPr>
            <a:endParaRPr lang="en-US" sz="2000" dirty="0"/>
          </a:p>
        </p:txBody>
      </p:sp>
      <p:graphicFrame>
        <p:nvGraphicFramePr>
          <p:cNvPr id="8194" name="Object 2"/>
          <p:cNvGraphicFramePr>
            <a:graphicFrameLocks noChangeAspect="1"/>
          </p:cNvGraphicFramePr>
          <p:nvPr/>
        </p:nvGraphicFramePr>
        <p:xfrm>
          <a:off x="4924425" y="1860550"/>
          <a:ext cx="752475" cy="596900"/>
        </p:xfrm>
        <a:graphic>
          <a:graphicData uri="http://schemas.openxmlformats.org/presentationml/2006/ole">
            <mc:AlternateContent xmlns:mc="http://schemas.openxmlformats.org/markup-compatibility/2006">
              <mc:Choice xmlns:v="urn:schemas-microsoft-com:vml" Requires="v">
                <p:oleObj name="Clip" r:id="rId2" imgW="1305000" imgH="1085760" progId="">
                  <p:embed/>
                </p:oleObj>
              </mc:Choice>
              <mc:Fallback>
                <p:oleObj name="Clip" r:id="rId2" imgW="1305000" imgH="108576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4425" y="1860550"/>
                        <a:ext cx="752475"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0" name="Text Box 7"/>
          <p:cNvSpPr txBox="1">
            <a:spLocks noChangeArrowheads="1"/>
          </p:cNvSpPr>
          <p:nvPr/>
        </p:nvSpPr>
        <p:spPr bwMode="auto">
          <a:xfrm>
            <a:off x="4773613" y="2455863"/>
            <a:ext cx="11620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t>PC running</a:t>
            </a:r>
          </a:p>
          <a:p>
            <a:pPr algn="ctr"/>
            <a:r>
              <a:rPr lang="en-US" altLang="en-US" sz="1600"/>
              <a:t>Explorer</a:t>
            </a:r>
            <a:endParaRPr lang="en-US" altLang="en-US"/>
          </a:p>
        </p:txBody>
      </p:sp>
      <p:graphicFrame>
        <p:nvGraphicFramePr>
          <p:cNvPr id="8195" name="Object 3"/>
          <p:cNvGraphicFramePr>
            <a:graphicFrameLocks noChangeAspect="1"/>
          </p:cNvGraphicFramePr>
          <p:nvPr/>
        </p:nvGraphicFramePr>
        <p:xfrm>
          <a:off x="5019675" y="4556125"/>
          <a:ext cx="752475" cy="596900"/>
        </p:xfrm>
        <a:graphic>
          <a:graphicData uri="http://schemas.openxmlformats.org/presentationml/2006/ole">
            <mc:AlternateContent xmlns:mc="http://schemas.openxmlformats.org/markup-compatibility/2006">
              <mc:Choice xmlns:v="urn:schemas-microsoft-com:vml" Requires="v">
                <p:oleObj name="Clip" r:id="rId4" imgW="1305000" imgH="1085760" progId="">
                  <p:embed/>
                </p:oleObj>
              </mc:Choice>
              <mc:Fallback>
                <p:oleObj name="Clip" r:id="rId4" imgW="1305000" imgH="108576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9675" y="4556125"/>
                        <a:ext cx="752475" cy="596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1" name="Text Box 9"/>
          <p:cNvSpPr txBox="1">
            <a:spLocks noChangeArrowheads="1"/>
          </p:cNvSpPr>
          <p:nvPr/>
        </p:nvSpPr>
        <p:spPr bwMode="auto">
          <a:xfrm>
            <a:off x="7491413" y="3836988"/>
            <a:ext cx="1382712"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t>Server </a:t>
            </a:r>
          </a:p>
          <a:p>
            <a:pPr algn="ctr"/>
            <a:r>
              <a:rPr lang="en-US" altLang="en-US" sz="1600"/>
              <a:t>running</a:t>
            </a:r>
          </a:p>
          <a:p>
            <a:pPr algn="ctr"/>
            <a:r>
              <a:rPr lang="en-US" altLang="en-US" sz="1600"/>
              <a:t>Apache Web</a:t>
            </a:r>
          </a:p>
          <a:p>
            <a:pPr algn="ctr"/>
            <a:r>
              <a:rPr lang="en-US" altLang="en-US" sz="1600"/>
              <a:t>server</a:t>
            </a:r>
            <a:endParaRPr lang="en-US" altLang="en-US"/>
          </a:p>
        </p:txBody>
      </p:sp>
      <p:grpSp>
        <p:nvGrpSpPr>
          <p:cNvPr id="8202" name="Group 10"/>
          <p:cNvGrpSpPr>
            <a:grpSpLocks/>
          </p:cNvGrpSpPr>
          <p:nvPr/>
        </p:nvGrpSpPr>
        <p:grpSpPr bwMode="auto">
          <a:xfrm>
            <a:off x="7910513" y="2725738"/>
            <a:ext cx="504825" cy="1071562"/>
            <a:chOff x="4180" y="783"/>
            <a:chExt cx="150" cy="307"/>
          </a:xfrm>
        </p:grpSpPr>
        <p:sp>
          <p:nvSpPr>
            <p:cNvPr id="8212" name="AutoShape 11"/>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213" name="Rectangle 12"/>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214" name="Rectangle 13"/>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215" name="AutoShape 14"/>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216" name="Line 15"/>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17" name="Line 16"/>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18" name="Rectangle 17"/>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8219" name="Rectangle 18"/>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pSp>
      <p:sp>
        <p:nvSpPr>
          <p:cNvPr id="8203" name="Line 19"/>
          <p:cNvSpPr>
            <a:spLocks noChangeShapeType="1"/>
          </p:cNvSpPr>
          <p:nvPr/>
        </p:nvSpPr>
        <p:spPr bwMode="auto">
          <a:xfrm>
            <a:off x="5743575" y="2133600"/>
            <a:ext cx="2085975" cy="9620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4" name="Line 20"/>
          <p:cNvSpPr>
            <a:spLocks noChangeShapeType="1"/>
          </p:cNvSpPr>
          <p:nvPr/>
        </p:nvSpPr>
        <p:spPr bwMode="auto">
          <a:xfrm flipH="1" flipV="1">
            <a:off x="5800725" y="2333625"/>
            <a:ext cx="1971675" cy="9048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5" name="Line 21"/>
          <p:cNvSpPr>
            <a:spLocks noChangeShapeType="1"/>
          </p:cNvSpPr>
          <p:nvPr/>
        </p:nvSpPr>
        <p:spPr bwMode="auto">
          <a:xfrm flipV="1">
            <a:off x="5734050" y="3505200"/>
            <a:ext cx="2047875" cy="10953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6" name="Line 22"/>
          <p:cNvSpPr>
            <a:spLocks noChangeShapeType="1"/>
          </p:cNvSpPr>
          <p:nvPr/>
        </p:nvSpPr>
        <p:spPr bwMode="auto">
          <a:xfrm flipH="1">
            <a:off x="5810250" y="3629025"/>
            <a:ext cx="2047875" cy="11334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07" name="Text Box 23"/>
          <p:cNvSpPr txBox="1">
            <a:spLocks noChangeArrowheads="1"/>
          </p:cNvSpPr>
          <p:nvPr/>
        </p:nvSpPr>
        <p:spPr bwMode="auto">
          <a:xfrm>
            <a:off x="4921250" y="5218113"/>
            <a:ext cx="13223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t>Mac running</a:t>
            </a:r>
          </a:p>
          <a:p>
            <a:pPr algn="ctr"/>
            <a:r>
              <a:rPr lang="en-US" altLang="en-US" sz="1600"/>
              <a:t>Navigator</a:t>
            </a:r>
            <a:endParaRPr lang="en-US" altLang="en-US"/>
          </a:p>
        </p:txBody>
      </p:sp>
      <p:sp>
        <p:nvSpPr>
          <p:cNvPr id="8208" name="Text Box 24"/>
          <p:cNvSpPr txBox="1">
            <a:spLocks noChangeArrowheads="1"/>
          </p:cNvSpPr>
          <p:nvPr/>
        </p:nvSpPr>
        <p:spPr bwMode="auto">
          <a:xfrm rot="1422049">
            <a:off x="6097588" y="2293938"/>
            <a:ext cx="15097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HTTP request</a:t>
            </a:r>
            <a:endParaRPr lang="en-US" altLang="en-US"/>
          </a:p>
        </p:txBody>
      </p:sp>
      <p:sp>
        <p:nvSpPr>
          <p:cNvPr id="8209" name="Text Box 25"/>
          <p:cNvSpPr txBox="1">
            <a:spLocks noChangeArrowheads="1"/>
          </p:cNvSpPr>
          <p:nvPr/>
        </p:nvSpPr>
        <p:spPr bwMode="auto">
          <a:xfrm rot="-1692639">
            <a:off x="5888038" y="3789363"/>
            <a:ext cx="15097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HTTP request</a:t>
            </a:r>
            <a:endParaRPr lang="en-US" altLang="en-US"/>
          </a:p>
        </p:txBody>
      </p:sp>
      <p:sp>
        <p:nvSpPr>
          <p:cNvPr id="8210" name="Text Box 26"/>
          <p:cNvSpPr txBox="1">
            <a:spLocks noChangeArrowheads="1"/>
          </p:cNvSpPr>
          <p:nvPr/>
        </p:nvSpPr>
        <p:spPr bwMode="auto">
          <a:xfrm rot="1411598">
            <a:off x="5910263" y="2741613"/>
            <a:ext cx="16208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HTTP response</a:t>
            </a:r>
            <a:endParaRPr lang="en-US" altLang="en-US"/>
          </a:p>
        </p:txBody>
      </p:sp>
      <p:sp>
        <p:nvSpPr>
          <p:cNvPr id="8211" name="Text Box 28"/>
          <p:cNvSpPr txBox="1">
            <a:spLocks noChangeArrowheads="1"/>
          </p:cNvSpPr>
          <p:nvPr/>
        </p:nvSpPr>
        <p:spPr bwMode="auto">
          <a:xfrm rot="-1737783">
            <a:off x="6091238" y="4122738"/>
            <a:ext cx="16208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HTTP response</a:t>
            </a:r>
            <a:endParaRPr lang="en-US" altLang="en-US"/>
          </a:p>
        </p:txBody>
      </p:sp>
    </p:spTree>
    <p:extLst>
      <p:ext uri="{BB962C8B-B14F-4D97-AF65-F5344CB8AC3E}">
        <p14:creationId xmlns:p14="http://schemas.microsoft.com/office/powerpoint/2010/main" val="4241072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5"/>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68611"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DFD3705-9F6B-4DBE-8A1E-F7B55BDF6CE7}" type="slidenum">
              <a:rPr lang="en-US" altLang="en-US" sz="1400" smtClean="0"/>
              <a:pPr/>
              <a:t>5</a:t>
            </a:fld>
            <a:endParaRPr lang="en-US" altLang="en-US" sz="1400"/>
          </a:p>
        </p:txBody>
      </p:sp>
      <p:sp>
        <p:nvSpPr>
          <p:cNvPr id="68612" name="Rectangle 2"/>
          <p:cNvSpPr>
            <a:spLocks noGrp="1" noChangeArrowheads="1"/>
          </p:cNvSpPr>
          <p:nvPr>
            <p:ph type="title"/>
          </p:nvPr>
        </p:nvSpPr>
        <p:spPr/>
        <p:txBody>
          <a:bodyPr/>
          <a:lstStyle/>
          <a:p>
            <a:r>
              <a:rPr lang="en-US" altLang="en-US"/>
              <a:t>HTTP overview (continued)</a:t>
            </a:r>
          </a:p>
        </p:txBody>
      </p:sp>
      <p:sp>
        <p:nvSpPr>
          <p:cNvPr id="68613" name="Rectangle 3"/>
          <p:cNvSpPr>
            <a:spLocks noGrp="1" noChangeArrowheads="1"/>
          </p:cNvSpPr>
          <p:nvPr>
            <p:ph type="body" sz="half" idx="1"/>
          </p:nvPr>
        </p:nvSpPr>
        <p:spPr>
          <a:xfrm>
            <a:off x="533400" y="1600200"/>
            <a:ext cx="3971925" cy="4648200"/>
          </a:xfrm>
        </p:spPr>
        <p:txBody>
          <a:bodyPr/>
          <a:lstStyle/>
          <a:p>
            <a:pPr>
              <a:buFont typeface="ZapfDingbats" pitchFamily="82" charset="2"/>
              <a:buNone/>
            </a:pPr>
            <a:r>
              <a:rPr lang="en-US" altLang="en-US" sz="2400">
                <a:solidFill>
                  <a:srgbClr val="FF0000"/>
                </a:solidFill>
              </a:rPr>
              <a:t>Uses TCP:</a:t>
            </a:r>
            <a:endParaRPr lang="en-US" altLang="en-US" sz="2400"/>
          </a:p>
          <a:p>
            <a:r>
              <a:rPr lang="en-US" altLang="en-US" sz="2000"/>
              <a:t>client initiates TCP connection (creates socket) to server,  port 80</a:t>
            </a:r>
          </a:p>
          <a:p>
            <a:r>
              <a:rPr lang="en-US" altLang="en-US" sz="2000"/>
              <a:t>server accepts TCP connection from client</a:t>
            </a:r>
          </a:p>
          <a:p>
            <a:r>
              <a:rPr lang="en-US" altLang="en-US" sz="2000"/>
              <a:t>HTTP messages (application-layer protocol messages) exchanged between browser (HTTP client) and Web server (HTTP server)</a:t>
            </a:r>
          </a:p>
          <a:p>
            <a:r>
              <a:rPr lang="en-US" altLang="en-US" sz="2000"/>
              <a:t>TCP connection closed</a:t>
            </a:r>
            <a:endParaRPr lang="en-US" altLang="en-US" sz="2400"/>
          </a:p>
        </p:txBody>
      </p:sp>
      <p:sp>
        <p:nvSpPr>
          <p:cNvPr id="80904" name="Rectangle 4"/>
          <p:cNvSpPr>
            <a:spLocks noGrp="1" noChangeArrowheads="1"/>
          </p:cNvSpPr>
          <p:nvPr>
            <p:ph type="body" sz="half" idx="2"/>
          </p:nvPr>
        </p:nvSpPr>
        <p:spPr>
          <a:xfrm>
            <a:off x="5029200" y="1562100"/>
            <a:ext cx="3171825" cy="1514475"/>
          </a:xfrm>
        </p:spPr>
        <p:txBody>
          <a:bodyPr/>
          <a:lstStyle/>
          <a:p>
            <a:pPr>
              <a:buFont typeface="ZapfDingbats" pitchFamily="82" charset="2"/>
              <a:buNone/>
            </a:pPr>
            <a:r>
              <a:rPr lang="en-US" altLang="en-US" sz="2400" dirty="0">
                <a:solidFill>
                  <a:srgbClr val="FF0000"/>
                </a:solidFill>
              </a:rPr>
              <a:t>HTTP is “stateless”</a:t>
            </a:r>
            <a:endParaRPr lang="en-US" altLang="en-US" sz="2400" dirty="0"/>
          </a:p>
          <a:p>
            <a:r>
              <a:rPr lang="en-US" altLang="en-US" sz="2000" dirty="0"/>
              <a:t>server maintains no information about past client requests</a:t>
            </a:r>
          </a:p>
        </p:txBody>
      </p:sp>
    </p:spTree>
    <p:extLst>
      <p:ext uri="{BB962C8B-B14F-4D97-AF65-F5344CB8AC3E}">
        <p14:creationId xmlns:p14="http://schemas.microsoft.com/office/powerpoint/2010/main" val="15501267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904">
                                            <p:txEl>
                                              <p:pRg st="0" end="0"/>
                                            </p:txEl>
                                          </p:spTgt>
                                        </p:tgtEl>
                                        <p:attrNameLst>
                                          <p:attrName>style.visibility</p:attrName>
                                        </p:attrNameLst>
                                      </p:cBhvr>
                                      <p:to>
                                        <p:strVal val="visible"/>
                                      </p:to>
                                    </p:set>
                                    <p:animEffect transition="in" filter="fade">
                                      <p:cBhvr>
                                        <p:cTn id="7" dur="2000"/>
                                        <p:tgtEl>
                                          <p:spTgt spid="8090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904">
                                            <p:txEl>
                                              <p:pRg st="1" end="1"/>
                                            </p:txEl>
                                          </p:spTgt>
                                        </p:tgtEl>
                                        <p:attrNameLst>
                                          <p:attrName>style.visibility</p:attrName>
                                        </p:attrNameLst>
                                      </p:cBhvr>
                                      <p:to>
                                        <p:strVal val="visible"/>
                                      </p:to>
                                    </p:set>
                                    <p:animEffect transition="in" filter="fade">
                                      <p:cBhvr>
                                        <p:cTn id="12" dur="2000"/>
                                        <p:tgtEl>
                                          <p:spTgt spid="8090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5"/>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69635"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FDD9A52-9F06-464B-8BE3-B2FF6ED03BF2}" type="slidenum">
              <a:rPr lang="en-US" altLang="en-US" sz="1400" smtClean="0"/>
              <a:pPr/>
              <a:t>6</a:t>
            </a:fld>
            <a:endParaRPr lang="en-US" altLang="en-US" sz="1400"/>
          </a:p>
        </p:txBody>
      </p:sp>
      <p:sp>
        <p:nvSpPr>
          <p:cNvPr id="69636" name="Rectangle 2"/>
          <p:cNvSpPr>
            <a:spLocks noGrp="1" noChangeArrowheads="1"/>
          </p:cNvSpPr>
          <p:nvPr>
            <p:ph type="title"/>
          </p:nvPr>
        </p:nvSpPr>
        <p:spPr/>
        <p:txBody>
          <a:bodyPr/>
          <a:lstStyle/>
          <a:p>
            <a:r>
              <a:rPr lang="en-US" altLang="en-US"/>
              <a:t>HTTP connections</a:t>
            </a:r>
          </a:p>
        </p:txBody>
      </p:sp>
      <p:sp>
        <p:nvSpPr>
          <p:cNvPr id="69637" name="Rectangle 3"/>
          <p:cNvSpPr>
            <a:spLocks noGrp="1" noChangeArrowheads="1"/>
          </p:cNvSpPr>
          <p:nvPr>
            <p:ph type="body" sz="half" idx="1"/>
          </p:nvPr>
        </p:nvSpPr>
        <p:spPr/>
        <p:txBody>
          <a:bodyPr>
            <a:normAutofit lnSpcReduction="10000"/>
          </a:bodyPr>
          <a:lstStyle/>
          <a:p>
            <a:pPr>
              <a:buFont typeface="ZapfDingbats" pitchFamily="82" charset="2"/>
              <a:buNone/>
            </a:pPr>
            <a:r>
              <a:rPr lang="en-US" altLang="en-US" sz="2400" u="sng" dirty="0" err="1">
                <a:solidFill>
                  <a:srgbClr val="FF0000"/>
                </a:solidFill>
              </a:rPr>
              <a:t>Nonpersistent</a:t>
            </a:r>
            <a:r>
              <a:rPr lang="en-US" altLang="en-US" sz="2400" u="sng" dirty="0">
                <a:solidFill>
                  <a:srgbClr val="FF0000"/>
                </a:solidFill>
              </a:rPr>
              <a:t> HTTP</a:t>
            </a:r>
            <a:endParaRPr lang="en-US" altLang="en-US" sz="2400" dirty="0"/>
          </a:p>
          <a:p>
            <a:r>
              <a:rPr lang="en-US" altLang="en-US" sz="2400" dirty="0"/>
              <a:t>At most one object is sent over a TCP connection.</a:t>
            </a:r>
          </a:p>
          <a:p>
            <a:pPr>
              <a:lnSpc>
                <a:spcPct val="150000"/>
              </a:lnSpc>
            </a:pPr>
            <a:r>
              <a:rPr lang="en-US" altLang="en-US" sz="2400" dirty="0"/>
              <a:t>New connection must be established and maintained  for each requested object</a:t>
            </a:r>
          </a:p>
          <a:p>
            <a:pPr>
              <a:lnSpc>
                <a:spcPct val="150000"/>
              </a:lnSpc>
            </a:pPr>
            <a:r>
              <a:rPr lang="en-US" altLang="en-US" sz="2400" dirty="0"/>
              <a:t>requires 2 RTTs per object</a:t>
            </a:r>
          </a:p>
          <a:p>
            <a:pPr>
              <a:lnSpc>
                <a:spcPct val="150000"/>
              </a:lnSpc>
            </a:pPr>
            <a:r>
              <a:rPr lang="en-US" altLang="en-US" sz="2400" dirty="0"/>
              <a:t>OS overhead for </a:t>
            </a:r>
            <a:r>
              <a:rPr lang="en-US" altLang="en-US" sz="2400" i="1" dirty="0"/>
              <a:t>each</a:t>
            </a:r>
            <a:r>
              <a:rPr lang="en-US" altLang="en-US" sz="2400" dirty="0"/>
              <a:t> TCP connection</a:t>
            </a:r>
          </a:p>
          <a:p>
            <a:pPr>
              <a:buFont typeface="ZapfDingbats" pitchFamily="82" charset="2"/>
              <a:buNone/>
            </a:pPr>
            <a:endParaRPr lang="en-US" altLang="en-US" sz="2400" dirty="0"/>
          </a:p>
        </p:txBody>
      </p:sp>
      <p:sp>
        <p:nvSpPr>
          <p:cNvPr id="69638" name="Rectangle 4"/>
          <p:cNvSpPr>
            <a:spLocks noGrp="1" noChangeArrowheads="1"/>
          </p:cNvSpPr>
          <p:nvPr>
            <p:ph type="body" sz="half" idx="2"/>
          </p:nvPr>
        </p:nvSpPr>
        <p:spPr/>
        <p:txBody>
          <a:bodyPr>
            <a:normAutofit fontScale="92500" lnSpcReduction="20000"/>
          </a:bodyPr>
          <a:lstStyle/>
          <a:p>
            <a:pPr>
              <a:buFont typeface="ZapfDingbats" pitchFamily="82" charset="2"/>
              <a:buNone/>
            </a:pPr>
            <a:r>
              <a:rPr lang="en-US" altLang="en-US" sz="2400" u="sng" dirty="0">
                <a:solidFill>
                  <a:srgbClr val="FF0000"/>
                </a:solidFill>
              </a:rPr>
              <a:t>Persistent HTTP</a:t>
            </a:r>
            <a:endParaRPr lang="en-US" altLang="en-US" sz="2400" dirty="0">
              <a:solidFill>
                <a:srgbClr val="FF0000"/>
              </a:solidFill>
            </a:endParaRPr>
          </a:p>
          <a:p>
            <a:r>
              <a:rPr lang="en-US" altLang="en-US" sz="2400" dirty="0"/>
              <a:t>Multiple objects can be sent over single TCP connection between client and server.</a:t>
            </a:r>
          </a:p>
          <a:p>
            <a:r>
              <a:rPr lang="en-US" altLang="en-US" sz="2400" dirty="0"/>
              <a:t>server leaves connection open after sending response</a:t>
            </a:r>
          </a:p>
          <a:p>
            <a:r>
              <a:rPr lang="en-US" altLang="en-US" sz="2400" dirty="0"/>
              <a:t>subsequent HTTP messages  between same client/server sent over open connection</a:t>
            </a:r>
          </a:p>
          <a:p>
            <a:r>
              <a:rPr lang="en-US" altLang="en-US" sz="2400" dirty="0"/>
              <a:t>client sends requests as soon as it encounters a referenced object</a:t>
            </a:r>
          </a:p>
          <a:p>
            <a:r>
              <a:rPr lang="en-US" altLang="en-US" sz="2400" dirty="0"/>
              <a:t>as little as one RTT for all the referenced objects</a:t>
            </a:r>
          </a:p>
          <a:p>
            <a:endParaRPr lang="en-US" altLang="en-US" sz="2400" dirty="0"/>
          </a:p>
          <a:p>
            <a:pPr>
              <a:buFont typeface="ZapfDingbats" pitchFamily="82" charset="2"/>
              <a:buNone/>
            </a:pPr>
            <a:endParaRPr lang="en-US" altLang="en-US" sz="2400" dirty="0"/>
          </a:p>
        </p:txBody>
      </p:sp>
    </p:spTree>
    <p:extLst>
      <p:ext uri="{BB962C8B-B14F-4D97-AF65-F5344CB8AC3E}">
        <p14:creationId xmlns:p14="http://schemas.microsoft.com/office/powerpoint/2010/main" val="1771419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ooter Placeholder 5"/>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70659"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019905A-21A0-483A-AE46-5CEECC5D6940}" type="slidenum">
              <a:rPr lang="en-US" altLang="en-US" sz="1400" smtClean="0"/>
              <a:pPr/>
              <a:t>7</a:t>
            </a:fld>
            <a:endParaRPr lang="en-US" altLang="en-US" sz="1400"/>
          </a:p>
        </p:txBody>
      </p:sp>
      <p:sp>
        <p:nvSpPr>
          <p:cNvPr id="70660" name="Line 11"/>
          <p:cNvSpPr>
            <a:spLocks noChangeShapeType="1"/>
          </p:cNvSpPr>
          <p:nvPr/>
        </p:nvSpPr>
        <p:spPr bwMode="auto">
          <a:xfrm>
            <a:off x="476250" y="2095500"/>
            <a:ext cx="0" cy="4495800"/>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61" name="Rectangle 13"/>
          <p:cNvSpPr>
            <a:spLocks noChangeArrowheads="1"/>
          </p:cNvSpPr>
          <p:nvPr/>
        </p:nvSpPr>
        <p:spPr bwMode="auto">
          <a:xfrm>
            <a:off x="238125" y="6019800"/>
            <a:ext cx="657225" cy="295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0662" name="Rectangle 2"/>
          <p:cNvSpPr>
            <a:spLocks noGrp="1" noChangeArrowheads="1"/>
          </p:cNvSpPr>
          <p:nvPr>
            <p:ph type="title"/>
          </p:nvPr>
        </p:nvSpPr>
        <p:spPr>
          <a:xfrm>
            <a:off x="542925" y="257175"/>
            <a:ext cx="7772400" cy="866775"/>
          </a:xfrm>
        </p:spPr>
        <p:txBody>
          <a:bodyPr/>
          <a:lstStyle/>
          <a:p>
            <a:r>
              <a:rPr lang="en-US" altLang="en-US" sz="3600"/>
              <a:t>Nonpersistent HTTP</a:t>
            </a:r>
            <a:endParaRPr lang="en-US" altLang="en-US"/>
          </a:p>
        </p:txBody>
      </p:sp>
      <p:sp>
        <p:nvSpPr>
          <p:cNvPr id="70663" name="Rectangle 3"/>
          <p:cNvSpPr>
            <a:spLocks noGrp="1" noChangeArrowheads="1"/>
          </p:cNvSpPr>
          <p:nvPr>
            <p:ph type="body" sz="half" idx="1"/>
          </p:nvPr>
        </p:nvSpPr>
        <p:spPr>
          <a:xfrm>
            <a:off x="0" y="1114425"/>
            <a:ext cx="8601075" cy="466725"/>
          </a:xfrm>
        </p:spPr>
        <p:txBody>
          <a:bodyPr>
            <a:normAutofit fontScale="92500"/>
          </a:bodyPr>
          <a:lstStyle/>
          <a:p>
            <a:r>
              <a:rPr lang="en-US" altLang="en-US" sz="2400"/>
              <a:t>Suppose user enters URL</a:t>
            </a:r>
            <a:r>
              <a:rPr lang="en-US" altLang="en-US" sz="2400">
                <a:latin typeface="Arial" pitchFamily="34" charset="0"/>
              </a:rPr>
              <a:t>(contains text, references to 10 jpeg images)</a:t>
            </a:r>
            <a:endParaRPr lang="en-US" altLang="en-US" sz="2400"/>
          </a:p>
          <a:p>
            <a:pPr>
              <a:buFont typeface="ZapfDingbats" pitchFamily="82" charset="2"/>
              <a:buNone/>
            </a:pPr>
            <a:endParaRPr lang="en-US" altLang="en-US" sz="2400"/>
          </a:p>
        </p:txBody>
      </p:sp>
      <p:sp>
        <p:nvSpPr>
          <p:cNvPr id="70664" name="Rectangle 4"/>
          <p:cNvSpPr>
            <a:spLocks noGrp="1" noChangeArrowheads="1"/>
          </p:cNvSpPr>
          <p:nvPr>
            <p:ph type="body" sz="half" idx="2"/>
          </p:nvPr>
        </p:nvSpPr>
        <p:spPr>
          <a:xfrm>
            <a:off x="657225" y="2095500"/>
            <a:ext cx="3943350" cy="1905000"/>
          </a:xfrm>
        </p:spPr>
        <p:txBody>
          <a:bodyPr/>
          <a:lstStyle/>
          <a:p>
            <a:pPr>
              <a:buFont typeface="ZapfDingbats" pitchFamily="82" charset="2"/>
              <a:buNone/>
            </a:pPr>
            <a:r>
              <a:rPr lang="en-US" altLang="en-US" sz="2000">
                <a:solidFill>
                  <a:srgbClr val="FF0000"/>
                </a:solidFill>
              </a:rPr>
              <a:t>1a</a:t>
            </a:r>
            <a:r>
              <a:rPr lang="en-US" altLang="en-US" sz="1800">
                <a:solidFill>
                  <a:srgbClr val="FF0000"/>
                </a:solidFill>
              </a:rPr>
              <a:t>.</a:t>
            </a:r>
            <a:r>
              <a:rPr lang="en-US" altLang="en-US" sz="1800"/>
              <a:t> HTTP client initiates TCP connection to HTTP server</a:t>
            </a:r>
            <a:endParaRPr lang="en-US" altLang="en-US" sz="2000"/>
          </a:p>
        </p:txBody>
      </p:sp>
      <p:sp>
        <p:nvSpPr>
          <p:cNvPr id="70665" name="Rectangle 5"/>
          <p:cNvSpPr>
            <a:spLocks noChangeArrowheads="1"/>
          </p:cNvSpPr>
          <p:nvPr/>
        </p:nvSpPr>
        <p:spPr bwMode="auto">
          <a:xfrm>
            <a:off x="704850" y="3829050"/>
            <a:ext cx="38100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2000">
                <a:solidFill>
                  <a:srgbClr val="FF0000"/>
                </a:solidFill>
              </a:rPr>
              <a:t>2.</a:t>
            </a:r>
            <a:r>
              <a:rPr lang="en-US" altLang="en-US" sz="2000"/>
              <a:t> HTTP</a:t>
            </a:r>
            <a:r>
              <a:rPr lang="en-US" altLang="en-US" sz="1800"/>
              <a:t> client sends HTTP </a:t>
            </a:r>
            <a:r>
              <a:rPr lang="en-US" altLang="en-US" sz="1800" i="1">
                <a:solidFill>
                  <a:schemeClr val="accent2"/>
                </a:solidFill>
              </a:rPr>
              <a:t>request message</a:t>
            </a:r>
            <a:r>
              <a:rPr lang="en-US" altLang="en-US" sz="1800"/>
              <a:t> into TCP connection socket. Message indicates that client wants object.</a:t>
            </a:r>
            <a:endParaRPr lang="en-US" altLang="en-US" sz="1800">
              <a:latin typeface="Arial" pitchFamily="34" charset="0"/>
            </a:endParaRPr>
          </a:p>
        </p:txBody>
      </p:sp>
      <p:sp>
        <p:nvSpPr>
          <p:cNvPr id="70666" name="Rectangle 6"/>
          <p:cNvSpPr>
            <a:spLocks noChangeArrowheads="1"/>
          </p:cNvSpPr>
          <p:nvPr/>
        </p:nvSpPr>
        <p:spPr bwMode="auto">
          <a:xfrm>
            <a:off x="4781550" y="2524125"/>
            <a:ext cx="38100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2000">
                <a:solidFill>
                  <a:srgbClr val="FF0000"/>
                </a:solidFill>
              </a:rPr>
              <a:t>1b.</a:t>
            </a:r>
            <a:r>
              <a:rPr lang="en-US" altLang="en-US" sz="2000"/>
              <a:t> HTTP</a:t>
            </a:r>
            <a:r>
              <a:rPr lang="en-US" altLang="en-US" sz="1800"/>
              <a:t> server waiting for TCP connection at port 80.  “accepts” connection, notifying client</a:t>
            </a:r>
            <a:endParaRPr lang="en-US" altLang="en-US" sz="2000"/>
          </a:p>
        </p:txBody>
      </p:sp>
      <p:sp>
        <p:nvSpPr>
          <p:cNvPr id="70667" name="Rectangle 7"/>
          <p:cNvSpPr>
            <a:spLocks noChangeArrowheads="1"/>
          </p:cNvSpPr>
          <p:nvPr/>
        </p:nvSpPr>
        <p:spPr bwMode="auto">
          <a:xfrm>
            <a:off x="4724400" y="4381500"/>
            <a:ext cx="3810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2000">
                <a:solidFill>
                  <a:srgbClr val="FF0000"/>
                </a:solidFill>
              </a:rPr>
              <a:t>3.</a:t>
            </a:r>
            <a:r>
              <a:rPr lang="en-US" altLang="en-US" sz="2000"/>
              <a:t> HTTP</a:t>
            </a:r>
            <a:r>
              <a:rPr lang="en-US" altLang="en-US" sz="1800"/>
              <a:t> server receives request message, forms </a:t>
            </a:r>
            <a:r>
              <a:rPr lang="en-US" altLang="en-US" sz="1800" i="1">
                <a:solidFill>
                  <a:schemeClr val="accent2"/>
                </a:solidFill>
              </a:rPr>
              <a:t>response message</a:t>
            </a:r>
            <a:r>
              <a:rPr lang="en-US" altLang="en-US" sz="1800"/>
              <a:t> containing requested object, and sends message into its socket</a:t>
            </a:r>
          </a:p>
        </p:txBody>
      </p:sp>
      <p:sp>
        <p:nvSpPr>
          <p:cNvPr id="70668" name="Line 8"/>
          <p:cNvSpPr>
            <a:spLocks noChangeShapeType="1"/>
          </p:cNvSpPr>
          <p:nvPr/>
        </p:nvSpPr>
        <p:spPr bwMode="auto">
          <a:xfrm>
            <a:off x="4048125" y="2647950"/>
            <a:ext cx="1095375" cy="52387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69" name="Line 9"/>
          <p:cNvSpPr>
            <a:spLocks noChangeShapeType="1"/>
          </p:cNvSpPr>
          <p:nvPr/>
        </p:nvSpPr>
        <p:spPr bwMode="auto">
          <a:xfrm>
            <a:off x="3895725" y="4591050"/>
            <a:ext cx="1095375" cy="52387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70" name="Line 10"/>
          <p:cNvSpPr>
            <a:spLocks noChangeShapeType="1"/>
          </p:cNvSpPr>
          <p:nvPr/>
        </p:nvSpPr>
        <p:spPr bwMode="auto">
          <a:xfrm flipH="1">
            <a:off x="3933825" y="5124450"/>
            <a:ext cx="1095375" cy="52387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0671" name="Text Box 12"/>
          <p:cNvSpPr txBox="1">
            <a:spLocks noChangeArrowheads="1"/>
          </p:cNvSpPr>
          <p:nvPr/>
        </p:nvSpPr>
        <p:spPr bwMode="auto">
          <a:xfrm>
            <a:off x="176213" y="5942013"/>
            <a:ext cx="815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a:solidFill>
                  <a:schemeClr val="accent2"/>
                </a:solidFill>
              </a:rPr>
              <a:t>time</a:t>
            </a:r>
            <a:endParaRPr lang="en-US" altLang="en-US"/>
          </a:p>
        </p:txBody>
      </p:sp>
      <p:sp>
        <p:nvSpPr>
          <p:cNvPr id="70672" name="Line 14"/>
          <p:cNvSpPr>
            <a:spLocks noChangeShapeType="1"/>
          </p:cNvSpPr>
          <p:nvPr/>
        </p:nvSpPr>
        <p:spPr bwMode="auto">
          <a:xfrm flipH="1">
            <a:off x="4019550" y="3162300"/>
            <a:ext cx="1095375" cy="52387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95568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5"/>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71683"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6A05EEEB-5390-44FB-ABF1-9C727124E79E}" type="slidenum">
              <a:rPr lang="en-US" altLang="en-US" sz="1400" smtClean="0"/>
              <a:pPr/>
              <a:t>8</a:t>
            </a:fld>
            <a:endParaRPr lang="en-US" altLang="en-US" sz="1400"/>
          </a:p>
        </p:txBody>
      </p:sp>
      <p:sp>
        <p:nvSpPr>
          <p:cNvPr id="71684" name="Rectangle 4"/>
          <p:cNvSpPr>
            <a:spLocks noGrp="1" noChangeArrowheads="1"/>
          </p:cNvSpPr>
          <p:nvPr>
            <p:ph type="title"/>
          </p:nvPr>
        </p:nvSpPr>
        <p:spPr>
          <a:xfrm>
            <a:off x="542925" y="257175"/>
            <a:ext cx="7772400" cy="866775"/>
          </a:xfrm>
        </p:spPr>
        <p:txBody>
          <a:bodyPr/>
          <a:lstStyle/>
          <a:p>
            <a:r>
              <a:rPr lang="en-US" altLang="en-US" sz="3600"/>
              <a:t>Nonpersistent HTTP (cont.)</a:t>
            </a:r>
            <a:endParaRPr lang="en-US" altLang="en-US"/>
          </a:p>
        </p:txBody>
      </p:sp>
      <p:sp>
        <p:nvSpPr>
          <p:cNvPr id="71685" name="Rectangle 6"/>
          <p:cNvSpPr>
            <a:spLocks noGrp="1" noChangeArrowheads="1"/>
          </p:cNvSpPr>
          <p:nvPr>
            <p:ph type="body" sz="half" idx="2"/>
          </p:nvPr>
        </p:nvSpPr>
        <p:spPr>
          <a:xfrm>
            <a:off x="1095375" y="2047875"/>
            <a:ext cx="3810000" cy="1533525"/>
          </a:xfrm>
        </p:spPr>
        <p:txBody>
          <a:bodyPr/>
          <a:lstStyle/>
          <a:p>
            <a:pPr>
              <a:buFont typeface="ZapfDingbats" pitchFamily="82" charset="2"/>
              <a:buNone/>
            </a:pPr>
            <a:r>
              <a:rPr lang="en-US" altLang="en-US" sz="2000">
                <a:solidFill>
                  <a:srgbClr val="FF0000"/>
                </a:solidFill>
              </a:rPr>
              <a:t>5</a:t>
            </a:r>
            <a:r>
              <a:rPr lang="en-US" altLang="en-US" sz="1800">
                <a:solidFill>
                  <a:srgbClr val="FF0000"/>
                </a:solidFill>
              </a:rPr>
              <a:t>.</a:t>
            </a:r>
            <a:r>
              <a:rPr lang="en-US" altLang="en-US" sz="1800"/>
              <a:t> HTTP client receives response message containing html file, displays html.  Parsing html file, finds 10 referenced jpeg  objects</a:t>
            </a:r>
            <a:endParaRPr lang="en-US" altLang="en-US" sz="2000"/>
          </a:p>
        </p:txBody>
      </p:sp>
      <p:sp>
        <p:nvSpPr>
          <p:cNvPr id="71686" name="Rectangle 7"/>
          <p:cNvSpPr>
            <a:spLocks noChangeArrowheads="1"/>
          </p:cNvSpPr>
          <p:nvPr/>
        </p:nvSpPr>
        <p:spPr bwMode="auto">
          <a:xfrm>
            <a:off x="1085850" y="3568700"/>
            <a:ext cx="38100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2000">
                <a:solidFill>
                  <a:srgbClr val="FF0000"/>
                </a:solidFill>
              </a:rPr>
              <a:t>6.</a:t>
            </a:r>
            <a:r>
              <a:rPr lang="en-US" altLang="en-US" sz="2000"/>
              <a:t> </a:t>
            </a:r>
            <a:r>
              <a:rPr lang="en-US" altLang="en-US" sz="1800"/>
              <a:t>Steps 1-4 repeated for each of 10 jpeg objects</a:t>
            </a:r>
          </a:p>
        </p:txBody>
      </p:sp>
      <p:sp>
        <p:nvSpPr>
          <p:cNvPr id="71687" name="Rectangle 8"/>
          <p:cNvSpPr>
            <a:spLocks noChangeArrowheads="1"/>
          </p:cNvSpPr>
          <p:nvPr/>
        </p:nvSpPr>
        <p:spPr bwMode="auto">
          <a:xfrm>
            <a:off x="5032375" y="1492250"/>
            <a:ext cx="38100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2000">
                <a:solidFill>
                  <a:srgbClr val="FF0000"/>
                </a:solidFill>
              </a:rPr>
              <a:t>4.</a:t>
            </a:r>
            <a:r>
              <a:rPr lang="en-US" altLang="en-US" sz="2000"/>
              <a:t> HTTP</a:t>
            </a:r>
            <a:r>
              <a:rPr lang="en-US" altLang="en-US" sz="1800"/>
              <a:t> server closes TCP connection. </a:t>
            </a:r>
            <a:endParaRPr lang="en-US" altLang="en-US" sz="2000"/>
          </a:p>
        </p:txBody>
      </p:sp>
      <p:sp>
        <p:nvSpPr>
          <p:cNvPr id="71688" name="Line 2"/>
          <p:cNvSpPr>
            <a:spLocks noChangeShapeType="1"/>
          </p:cNvSpPr>
          <p:nvPr/>
        </p:nvSpPr>
        <p:spPr bwMode="auto">
          <a:xfrm>
            <a:off x="542925" y="1519238"/>
            <a:ext cx="0" cy="2571750"/>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1689" name="Rectangle 3"/>
          <p:cNvSpPr>
            <a:spLocks noChangeArrowheads="1"/>
          </p:cNvSpPr>
          <p:nvPr/>
        </p:nvSpPr>
        <p:spPr bwMode="auto">
          <a:xfrm>
            <a:off x="304800" y="3519488"/>
            <a:ext cx="342900" cy="295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1690" name="Text Box 13"/>
          <p:cNvSpPr txBox="1">
            <a:spLocks noChangeArrowheads="1"/>
          </p:cNvSpPr>
          <p:nvPr/>
        </p:nvSpPr>
        <p:spPr bwMode="auto">
          <a:xfrm>
            <a:off x="149225" y="3382963"/>
            <a:ext cx="815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a:solidFill>
                  <a:schemeClr val="accent2"/>
                </a:solidFill>
              </a:rPr>
              <a:t>time</a:t>
            </a:r>
            <a:endParaRPr lang="en-US" altLang="en-US"/>
          </a:p>
        </p:txBody>
      </p:sp>
      <p:sp>
        <p:nvSpPr>
          <p:cNvPr id="71691" name="Line 17"/>
          <p:cNvSpPr>
            <a:spLocks noChangeShapeType="1"/>
          </p:cNvSpPr>
          <p:nvPr/>
        </p:nvSpPr>
        <p:spPr bwMode="auto">
          <a:xfrm flipH="1">
            <a:off x="3762375" y="1449388"/>
            <a:ext cx="1095375" cy="523875"/>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799477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oter Placeholder 5"/>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922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618CDBF-1D8D-4D7C-8DDD-F7C140826ACF}" type="slidenum">
              <a:rPr lang="en-US" altLang="en-US" sz="1400" smtClean="0"/>
              <a:pPr/>
              <a:t>9</a:t>
            </a:fld>
            <a:endParaRPr lang="en-US" altLang="en-US" sz="1400"/>
          </a:p>
        </p:txBody>
      </p:sp>
      <p:sp>
        <p:nvSpPr>
          <p:cNvPr id="9221" name="Rectangle 2"/>
          <p:cNvSpPr>
            <a:spLocks noGrp="1" noChangeArrowheads="1"/>
          </p:cNvSpPr>
          <p:nvPr>
            <p:ph type="title"/>
          </p:nvPr>
        </p:nvSpPr>
        <p:spPr>
          <a:xfrm>
            <a:off x="533400" y="0"/>
            <a:ext cx="8223250" cy="1143000"/>
          </a:xfrm>
        </p:spPr>
        <p:txBody>
          <a:bodyPr/>
          <a:lstStyle/>
          <a:p>
            <a:r>
              <a:rPr lang="en-US" altLang="en-US" sz="3600"/>
              <a:t>Non-Persistent HTTP: Response time</a:t>
            </a:r>
          </a:p>
        </p:txBody>
      </p:sp>
      <p:sp>
        <p:nvSpPr>
          <p:cNvPr id="9222" name="Rectangle 3"/>
          <p:cNvSpPr>
            <a:spLocks noGrp="1" noChangeArrowheads="1"/>
          </p:cNvSpPr>
          <p:nvPr>
            <p:ph type="body" sz="half" idx="1"/>
          </p:nvPr>
        </p:nvSpPr>
        <p:spPr>
          <a:xfrm>
            <a:off x="228600" y="1258888"/>
            <a:ext cx="4395788" cy="4913312"/>
          </a:xfrm>
        </p:spPr>
        <p:txBody>
          <a:bodyPr/>
          <a:lstStyle/>
          <a:p>
            <a:pPr>
              <a:buFont typeface="ZapfDingbats" pitchFamily="82" charset="2"/>
              <a:buNone/>
            </a:pPr>
            <a:r>
              <a:rPr lang="en-US" altLang="en-US" sz="2400" dirty="0">
                <a:solidFill>
                  <a:srgbClr val="FF0000"/>
                </a:solidFill>
              </a:rPr>
              <a:t>Definition of RTT(Round Trip Time):</a:t>
            </a:r>
            <a:r>
              <a:rPr lang="en-US" altLang="en-US" sz="2400" dirty="0"/>
              <a:t> time for a small packet to travel from client to server and back.</a:t>
            </a:r>
          </a:p>
          <a:p>
            <a:pPr>
              <a:buFont typeface="ZapfDingbats" pitchFamily="82" charset="2"/>
              <a:buNone/>
            </a:pPr>
            <a:r>
              <a:rPr lang="en-US" altLang="en-US" sz="2400" u="sng" dirty="0">
                <a:solidFill>
                  <a:srgbClr val="FF0000"/>
                </a:solidFill>
              </a:rPr>
              <a:t>Response time:</a:t>
            </a:r>
            <a:endParaRPr lang="en-US" altLang="en-US" sz="2400" dirty="0"/>
          </a:p>
          <a:p>
            <a:r>
              <a:rPr lang="en-US" altLang="en-US" sz="2400" dirty="0"/>
              <a:t>one RTT to initiate TCP connection</a:t>
            </a:r>
          </a:p>
          <a:p>
            <a:r>
              <a:rPr lang="en-US" altLang="en-US" sz="2400" dirty="0"/>
              <a:t>one RTT for HTTP request</a:t>
            </a:r>
          </a:p>
          <a:p>
            <a:r>
              <a:rPr lang="en-US" altLang="en-US" sz="2400" dirty="0"/>
              <a:t>file transmission time</a:t>
            </a:r>
          </a:p>
          <a:p>
            <a:pPr>
              <a:buFont typeface="ZapfDingbats" pitchFamily="82" charset="2"/>
              <a:buNone/>
            </a:pPr>
            <a:r>
              <a:rPr lang="en-US" altLang="en-US" sz="2400" dirty="0">
                <a:solidFill>
                  <a:srgbClr val="FF0000"/>
                </a:solidFill>
              </a:rPr>
              <a:t>total = 2RTT+transmit time</a:t>
            </a:r>
            <a:endParaRPr lang="en-US" altLang="en-US" sz="2400" dirty="0"/>
          </a:p>
          <a:p>
            <a:pPr>
              <a:buFont typeface="ZapfDingbats" pitchFamily="82" charset="2"/>
              <a:buNone/>
            </a:pPr>
            <a:endParaRPr lang="en-US" altLang="en-US" sz="2400" dirty="0"/>
          </a:p>
        </p:txBody>
      </p:sp>
      <p:grpSp>
        <p:nvGrpSpPr>
          <p:cNvPr id="9223" name="Group 40"/>
          <p:cNvGrpSpPr>
            <a:grpSpLocks/>
          </p:cNvGrpSpPr>
          <p:nvPr/>
        </p:nvGrpSpPr>
        <p:grpSpPr bwMode="auto">
          <a:xfrm>
            <a:off x="4584700" y="1260475"/>
            <a:ext cx="4378325" cy="4413250"/>
            <a:chOff x="2888" y="794"/>
            <a:chExt cx="2758" cy="2780"/>
          </a:xfrm>
        </p:grpSpPr>
        <p:graphicFrame>
          <p:nvGraphicFramePr>
            <p:cNvPr id="9218" name="Object 2"/>
            <p:cNvGraphicFramePr>
              <a:graphicFrameLocks noChangeAspect="1"/>
            </p:cNvGraphicFramePr>
            <p:nvPr/>
          </p:nvGraphicFramePr>
          <p:xfrm>
            <a:off x="3587" y="1049"/>
            <a:ext cx="474" cy="376"/>
          </p:xfrm>
          <a:graphic>
            <a:graphicData uri="http://schemas.openxmlformats.org/presentationml/2006/ole">
              <mc:AlternateContent xmlns:mc="http://schemas.openxmlformats.org/markup-compatibility/2006">
                <mc:Choice xmlns:v="urn:schemas-microsoft-com:vml" Requires="v">
                  <p:oleObj name="Clip" r:id="rId2" imgW="1305000" imgH="1085760" progId="">
                    <p:embed/>
                  </p:oleObj>
                </mc:Choice>
                <mc:Fallback>
                  <p:oleObj name="Clip" r:id="rId2" imgW="1305000" imgH="108576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7" y="1049"/>
                          <a:ext cx="474" cy="3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224" name="Group 6"/>
            <p:cNvGrpSpPr>
              <a:grpSpLocks/>
            </p:cNvGrpSpPr>
            <p:nvPr/>
          </p:nvGrpSpPr>
          <p:grpSpPr bwMode="auto">
            <a:xfrm>
              <a:off x="4783" y="794"/>
              <a:ext cx="318" cy="675"/>
              <a:chOff x="4180" y="783"/>
              <a:chExt cx="150" cy="307"/>
            </a:xfrm>
          </p:grpSpPr>
          <p:sp>
            <p:nvSpPr>
              <p:cNvPr id="9245" name="AutoShape 7"/>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246" name="Rectangle 8"/>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247" name="Rectangle 9"/>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248" name="AutoShape 1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249" name="Line 11"/>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50" name="Line 12"/>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51" name="Rectangle 13"/>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252" name="Rectangle 14"/>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pSp>
        <p:sp>
          <p:nvSpPr>
            <p:cNvPr id="9225" name="Line 15"/>
            <p:cNvSpPr>
              <a:spLocks noChangeShapeType="1"/>
            </p:cNvSpPr>
            <p:nvPr/>
          </p:nvSpPr>
          <p:spPr bwMode="auto">
            <a:xfrm>
              <a:off x="3846" y="1569"/>
              <a:ext cx="0" cy="1784"/>
            </a:xfrm>
            <a:prstGeom prst="line">
              <a:avLst/>
            </a:prstGeom>
            <a:noFill/>
            <a:ln w="952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6" name="Line 16"/>
            <p:cNvSpPr>
              <a:spLocks noChangeShapeType="1"/>
            </p:cNvSpPr>
            <p:nvPr/>
          </p:nvSpPr>
          <p:spPr bwMode="auto">
            <a:xfrm>
              <a:off x="4911" y="1565"/>
              <a:ext cx="0" cy="1815"/>
            </a:xfrm>
            <a:prstGeom prst="line">
              <a:avLst/>
            </a:prstGeom>
            <a:noFill/>
            <a:ln w="952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7" name="Line 17"/>
            <p:cNvSpPr>
              <a:spLocks noChangeShapeType="1"/>
            </p:cNvSpPr>
            <p:nvPr/>
          </p:nvSpPr>
          <p:spPr bwMode="auto">
            <a:xfrm>
              <a:off x="3855" y="1715"/>
              <a:ext cx="1061" cy="2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8" name="Line 18"/>
            <p:cNvSpPr>
              <a:spLocks noChangeShapeType="1"/>
            </p:cNvSpPr>
            <p:nvPr/>
          </p:nvSpPr>
          <p:spPr bwMode="auto">
            <a:xfrm flipH="1">
              <a:off x="3846" y="1991"/>
              <a:ext cx="1054" cy="2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29" name="Line 19"/>
            <p:cNvSpPr>
              <a:spLocks noChangeShapeType="1"/>
            </p:cNvSpPr>
            <p:nvPr/>
          </p:nvSpPr>
          <p:spPr bwMode="auto">
            <a:xfrm>
              <a:off x="3851" y="2311"/>
              <a:ext cx="1061" cy="24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230" name="Line 20"/>
            <p:cNvSpPr>
              <a:spLocks noChangeShapeType="1"/>
            </p:cNvSpPr>
            <p:nvPr/>
          </p:nvSpPr>
          <p:spPr bwMode="auto">
            <a:xfrm flipH="1">
              <a:off x="3861" y="2615"/>
              <a:ext cx="1054" cy="239"/>
            </a:xfrm>
            <a:prstGeom prst="line">
              <a:avLst/>
            </a:prstGeom>
            <a:noFill/>
            <a:ln w="1270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1" name="AutoShape 21"/>
            <p:cNvSpPr>
              <a:spLocks/>
            </p:cNvSpPr>
            <p:nvPr/>
          </p:nvSpPr>
          <p:spPr bwMode="auto">
            <a:xfrm>
              <a:off x="4961" y="2562"/>
              <a:ext cx="47" cy="115"/>
            </a:xfrm>
            <a:prstGeom prst="rightBrace">
              <a:avLst>
                <a:gd name="adj1" fmla="val 2039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232" name="Text Box 22"/>
            <p:cNvSpPr txBox="1">
              <a:spLocks noChangeArrowheads="1"/>
            </p:cNvSpPr>
            <p:nvPr/>
          </p:nvSpPr>
          <p:spPr bwMode="auto">
            <a:xfrm>
              <a:off x="4980" y="2371"/>
              <a:ext cx="666"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solidFill>
                    <a:srgbClr val="FF0000"/>
                  </a:solidFill>
                </a:rPr>
                <a:t>time to </a:t>
              </a:r>
            </a:p>
            <a:p>
              <a:r>
                <a:rPr lang="en-US" altLang="en-US" sz="1600">
                  <a:solidFill>
                    <a:srgbClr val="FF0000"/>
                  </a:solidFill>
                </a:rPr>
                <a:t>transmit </a:t>
              </a:r>
            </a:p>
            <a:p>
              <a:r>
                <a:rPr lang="en-US" altLang="en-US" sz="1600">
                  <a:solidFill>
                    <a:srgbClr val="FF0000"/>
                  </a:solidFill>
                </a:rPr>
                <a:t>file</a:t>
              </a:r>
              <a:endParaRPr lang="en-US" altLang="en-US" sz="1600"/>
            </a:p>
          </p:txBody>
        </p:sp>
        <p:sp>
          <p:nvSpPr>
            <p:cNvPr id="9233" name="Line 23"/>
            <p:cNvSpPr>
              <a:spLocks noChangeShapeType="1"/>
            </p:cNvSpPr>
            <p:nvPr/>
          </p:nvSpPr>
          <p:spPr bwMode="auto">
            <a:xfrm>
              <a:off x="3600" y="1699"/>
              <a:ext cx="24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4" name="Text Box 24"/>
            <p:cNvSpPr txBox="1">
              <a:spLocks noChangeArrowheads="1"/>
            </p:cNvSpPr>
            <p:nvPr/>
          </p:nvSpPr>
          <p:spPr bwMode="auto">
            <a:xfrm>
              <a:off x="2888" y="1518"/>
              <a:ext cx="81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solidFill>
                    <a:srgbClr val="FF0000"/>
                  </a:solidFill>
                </a:rPr>
                <a:t>initiate TCP</a:t>
              </a:r>
            </a:p>
            <a:p>
              <a:r>
                <a:rPr lang="en-US" altLang="en-US" sz="1600">
                  <a:solidFill>
                    <a:srgbClr val="FF0000"/>
                  </a:solidFill>
                </a:rPr>
                <a:t>connection</a:t>
              </a:r>
              <a:endParaRPr lang="en-US" altLang="en-US" sz="1600"/>
            </a:p>
          </p:txBody>
        </p:sp>
        <p:sp>
          <p:nvSpPr>
            <p:cNvPr id="9235" name="AutoShape 25"/>
            <p:cNvSpPr>
              <a:spLocks/>
            </p:cNvSpPr>
            <p:nvPr/>
          </p:nvSpPr>
          <p:spPr bwMode="auto">
            <a:xfrm>
              <a:off x="3685" y="1731"/>
              <a:ext cx="81" cy="506"/>
            </a:xfrm>
            <a:prstGeom prst="leftBrace">
              <a:avLst>
                <a:gd name="adj1" fmla="val 5205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236" name="Text Box 26"/>
            <p:cNvSpPr txBox="1">
              <a:spLocks noChangeArrowheads="1"/>
            </p:cNvSpPr>
            <p:nvPr/>
          </p:nvSpPr>
          <p:spPr bwMode="auto">
            <a:xfrm>
              <a:off x="3381" y="1864"/>
              <a:ext cx="3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RTT</a:t>
              </a:r>
            </a:p>
          </p:txBody>
        </p:sp>
        <p:sp>
          <p:nvSpPr>
            <p:cNvPr id="9237" name="Line 27"/>
            <p:cNvSpPr>
              <a:spLocks noChangeShapeType="1"/>
            </p:cNvSpPr>
            <p:nvPr/>
          </p:nvSpPr>
          <p:spPr bwMode="auto">
            <a:xfrm>
              <a:off x="3631" y="2269"/>
              <a:ext cx="22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8" name="Text Box 28"/>
            <p:cNvSpPr txBox="1">
              <a:spLocks noChangeArrowheads="1"/>
            </p:cNvSpPr>
            <p:nvPr/>
          </p:nvSpPr>
          <p:spPr bwMode="auto">
            <a:xfrm>
              <a:off x="3158" y="2080"/>
              <a:ext cx="574"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solidFill>
                    <a:srgbClr val="FF0000"/>
                  </a:solidFill>
                </a:rPr>
                <a:t>request</a:t>
              </a:r>
            </a:p>
            <a:p>
              <a:r>
                <a:rPr lang="en-US" altLang="en-US" sz="1600">
                  <a:solidFill>
                    <a:srgbClr val="FF0000"/>
                  </a:solidFill>
                </a:rPr>
                <a:t>file</a:t>
              </a:r>
              <a:endParaRPr lang="en-US" altLang="en-US" sz="1600"/>
            </a:p>
          </p:txBody>
        </p:sp>
        <p:sp>
          <p:nvSpPr>
            <p:cNvPr id="9239" name="AutoShape 29"/>
            <p:cNvSpPr>
              <a:spLocks/>
            </p:cNvSpPr>
            <p:nvPr/>
          </p:nvSpPr>
          <p:spPr bwMode="auto">
            <a:xfrm>
              <a:off x="3689" y="2304"/>
              <a:ext cx="81" cy="506"/>
            </a:xfrm>
            <a:prstGeom prst="leftBrace">
              <a:avLst>
                <a:gd name="adj1" fmla="val 5205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9240" name="Text Box 30"/>
            <p:cNvSpPr txBox="1">
              <a:spLocks noChangeArrowheads="1"/>
            </p:cNvSpPr>
            <p:nvPr/>
          </p:nvSpPr>
          <p:spPr bwMode="auto">
            <a:xfrm>
              <a:off x="3393" y="2445"/>
              <a:ext cx="37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RTT</a:t>
              </a:r>
            </a:p>
          </p:txBody>
        </p:sp>
        <p:sp>
          <p:nvSpPr>
            <p:cNvPr id="9241" name="Line 35"/>
            <p:cNvSpPr>
              <a:spLocks noChangeShapeType="1"/>
            </p:cNvSpPr>
            <p:nvPr/>
          </p:nvSpPr>
          <p:spPr bwMode="auto">
            <a:xfrm flipH="1">
              <a:off x="3638" y="2892"/>
              <a:ext cx="21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42" name="Text Box 36"/>
            <p:cNvSpPr txBox="1">
              <a:spLocks noChangeArrowheads="1"/>
            </p:cNvSpPr>
            <p:nvPr/>
          </p:nvSpPr>
          <p:spPr bwMode="auto">
            <a:xfrm>
              <a:off x="3296" y="2796"/>
              <a:ext cx="627"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solidFill>
                    <a:srgbClr val="FF0000"/>
                  </a:solidFill>
                </a:rPr>
                <a:t>file</a:t>
              </a:r>
            </a:p>
            <a:p>
              <a:r>
                <a:rPr lang="en-US" altLang="en-US" sz="1600">
                  <a:solidFill>
                    <a:srgbClr val="FF0000"/>
                  </a:solidFill>
                </a:rPr>
                <a:t>received</a:t>
              </a:r>
              <a:endParaRPr lang="en-US" altLang="en-US" sz="1600"/>
            </a:p>
          </p:txBody>
        </p:sp>
        <p:sp>
          <p:nvSpPr>
            <p:cNvPr id="9243" name="Text Box 37"/>
            <p:cNvSpPr txBox="1">
              <a:spLocks noChangeArrowheads="1"/>
            </p:cNvSpPr>
            <p:nvPr/>
          </p:nvSpPr>
          <p:spPr bwMode="auto">
            <a:xfrm>
              <a:off x="3704" y="3362"/>
              <a:ext cx="34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time</a:t>
              </a:r>
            </a:p>
          </p:txBody>
        </p:sp>
        <p:sp>
          <p:nvSpPr>
            <p:cNvPr id="9244" name="Text Box 38"/>
            <p:cNvSpPr txBox="1">
              <a:spLocks noChangeArrowheads="1"/>
            </p:cNvSpPr>
            <p:nvPr/>
          </p:nvSpPr>
          <p:spPr bwMode="auto">
            <a:xfrm>
              <a:off x="4761" y="3351"/>
              <a:ext cx="34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600"/>
                <a:t>time</a:t>
              </a:r>
            </a:p>
          </p:txBody>
        </p:sp>
      </p:grpSp>
    </p:spTree>
    <p:extLst>
      <p:ext uri="{BB962C8B-B14F-4D97-AF65-F5344CB8AC3E}">
        <p14:creationId xmlns:p14="http://schemas.microsoft.com/office/powerpoint/2010/main" val="1242755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rtlCol="0">
            <a:normAutofit/>
          </a:bodyPr>
          <a:lstStyle/>
          <a:p>
            <a:pPr eaLnBrk="1" fontAlgn="auto" hangingPunct="1">
              <a:spcAft>
                <a:spcPts val="0"/>
              </a:spcAft>
              <a:defRPr/>
            </a:pPr>
            <a:r>
              <a:rPr lang="en-US" b="1" dirty="0">
                <a:solidFill>
                  <a:schemeClr val="tx1">
                    <a:lumMod val="65000"/>
                    <a:lumOff val="35000"/>
                  </a:schemeClr>
                </a:solidFill>
                <a:effectLst>
                  <a:outerShdw blurRad="38100" dist="38100" dir="2700000" algn="tl">
                    <a:srgbClr val="000000">
                      <a:alpha val="43137"/>
                    </a:srgbClr>
                  </a:outerShdw>
                </a:effectLst>
                <a:latin typeface="Lucida Bright" pitchFamily="18" charset="0"/>
              </a:rPr>
              <a:t>HTTP Message Formats </a:t>
            </a:r>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1133910649"/>
              </p:ext>
            </p:extLst>
          </p:nvPr>
        </p:nvGraphicFramePr>
        <p:xfrm>
          <a:off x="533400" y="1600200"/>
          <a:ext cx="82296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3733" name="Slide Number Placeholder 5"/>
          <p:cNvSpPr>
            <a:spLocks noGrp="1"/>
          </p:cNvSpPr>
          <p:nvPr>
            <p:ph type="sldNum" sz="quarter" idx="12"/>
          </p:nvPr>
        </p:nvSpPr>
        <p:spPr/>
        <p:txBody>
          <a:bodyPr/>
          <a:lstStyle/>
          <a:p>
            <a:pPr>
              <a:defRPr/>
            </a:pPr>
            <a:r>
              <a:rPr lang="en-US"/>
              <a:t>1-</a:t>
            </a:r>
            <a:fld id="{F10B294D-2954-4923-B851-7416D903B329}" type="slidenum">
              <a:rPr lang="en-US"/>
              <a:pPr>
                <a:defRPr/>
              </a:pPr>
              <a:t>10</a:t>
            </a:fld>
            <a:endParaRPr lang="en-US"/>
          </a:p>
        </p:txBody>
      </p:sp>
    </p:spTree>
    <p:extLst>
      <p:ext uri="{BB962C8B-B14F-4D97-AF65-F5344CB8AC3E}">
        <p14:creationId xmlns:p14="http://schemas.microsoft.com/office/powerpoint/2010/main" val="1233741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2"/>
          <p:cNvSpPr>
            <a:spLocks noGrp="1" noChangeArrowheads="1"/>
          </p:cNvSpPr>
          <p:nvPr>
            <p:ph type="title"/>
          </p:nvPr>
        </p:nvSpPr>
        <p:spPr/>
        <p:txBody>
          <a:bodyPr/>
          <a:lstStyle/>
          <a:p>
            <a:r>
              <a:rPr lang="en-US" altLang="en-US" sz="3200" dirty="0"/>
              <a:t>HTTP request message</a:t>
            </a:r>
            <a:endParaRPr lang="en-US" alt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4776" y="1676400"/>
            <a:ext cx="7248525" cy="4286250"/>
          </a:xfrm>
          <a:prstGeom prst="rect">
            <a:avLst/>
          </a:prstGeom>
        </p:spPr>
      </p:pic>
    </p:spTree>
    <p:extLst>
      <p:ext uri="{BB962C8B-B14F-4D97-AF65-F5344CB8AC3E}">
        <p14:creationId xmlns:p14="http://schemas.microsoft.com/office/powerpoint/2010/main" val="2136777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4"/>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7577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67A8015F-EF25-47F4-8BBC-7AD001ABA98D}" type="slidenum">
              <a:rPr lang="en-US" altLang="en-US" sz="1400" smtClean="0"/>
              <a:pPr/>
              <a:t>12</a:t>
            </a:fld>
            <a:endParaRPr lang="en-US" altLang="en-US" sz="1400"/>
          </a:p>
        </p:txBody>
      </p:sp>
      <p:sp>
        <p:nvSpPr>
          <p:cNvPr id="75780" name="Rectangle 2"/>
          <p:cNvSpPr>
            <a:spLocks noGrp="1" noChangeArrowheads="1"/>
          </p:cNvSpPr>
          <p:nvPr>
            <p:ph type="title"/>
          </p:nvPr>
        </p:nvSpPr>
        <p:spPr/>
        <p:txBody>
          <a:bodyPr/>
          <a:lstStyle/>
          <a:p>
            <a:r>
              <a:rPr lang="en-US" altLang="en-US" sz="3600"/>
              <a:t>HTTP request message Example</a:t>
            </a:r>
            <a:endParaRPr lang="en-US" altLang="en-US"/>
          </a:p>
        </p:txBody>
      </p:sp>
      <p:sp>
        <p:nvSpPr>
          <p:cNvPr id="75781" name="Rectangle 3"/>
          <p:cNvSpPr>
            <a:spLocks noGrp="1" noChangeArrowheads="1"/>
          </p:cNvSpPr>
          <p:nvPr>
            <p:ph type="body" idx="1"/>
          </p:nvPr>
        </p:nvSpPr>
        <p:spPr/>
        <p:txBody>
          <a:bodyPr/>
          <a:lstStyle/>
          <a:p>
            <a:r>
              <a:rPr lang="en-US" altLang="en-US" sz="2400">
                <a:solidFill>
                  <a:srgbClr val="FF0000"/>
                </a:solidFill>
              </a:rPr>
              <a:t>HTTP request message:</a:t>
            </a:r>
            <a:endParaRPr lang="en-US" altLang="en-US" sz="2400"/>
          </a:p>
          <a:p>
            <a:pPr lvl="1"/>
            <a:r>
              <a:rPr lang="en-US" altLang="en-US" sz="2000"/>
              <a:t>ASCII (human-readable format)</a:t>
            </a:r>
            <a:endParaRPr lang="en-US" altLang="en-US">
              <a:solidFill>
                <a:schemeClr val="accent2"/>
              </a:solidFill>
            </a:endParaRPr>
          </a:p>
        </p:txBody>
      </p:sp>
      <p:sp>
        <p:nvSpPr>
          <p:cNvPr id="75782" name="Text Box 4"/>
          <p:cNvSpPr txBox="1">
            <a:spLocks noChangeArrowheads="1"/>
          </p:cNvSpPr>
          <p:nvPr/>
        </p:nvSpPr>
        <p:spPr bwMode="auto">
          <a:xfrm>
            <a:off x="2924175" y="3444875"/>
            <a:ext cx="4908550"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2000" b="1">
                <a:latin typeface="Courier New" pitchFamily="49" charset="0"/>
              </a:rPr>
              <a:t>GET /somedir/page.html HTTP/1.1</a:t>
            </a:r>
          </a:p>
          <a:p>
            <a:r>
              <a:rPr lang="en-US" altLang="en-US" sz="2000" b="1">
                <a:latin typeface="Courier New" pitchFamily="49" charset="0"/>
              </a:rPr>
              <a:t>Host: www.someschool.edu </a:t>
            </a:r>
          </a:p>
          <a:p>
            <a:r>
              <a:rPr lang="en-US" altLang="en-US" sz="2000" b="1">
                <a:latin typeface="Courier New" pitchFamily="49" charset="0"/>
              </a:rPr>
              <a:t>User-agent: Mozilla/4.0</a:t>
            </a:r>
          </a:p>
          <a:p>
            <a:r>
              <a:rPr lang="en-US" altLang="en-US" sz="2000" b="1">
                <a:latin typeface="Courier New" pitchFamily="49" charset="0"/>
              </a:rPr>
              <a:t>Connection: close </a:t>
            </a:r>
          </a:p>
          <a:p>
            <a:r>
              <a:rPr lang="en-US" altLang="en-US" sz="2000" b="1">
                <a:latin typeface="Courier New" pitchFamily="49" charset="0"/>
              </a:rPr>
              <a:t>Accept-language:fr </a:t>
            </a:r>
          </a:p>
          <a:p>
            <a:endParaRPr lang="en-US" altLang="en-US"/>
          </a:p>
          <a:p>
            <a:r>
              <a:rPr lang="en-US" altLang="en-US" sz="2000">
                <a:latin typeface="Arial" pitchFamily="34" charset="0"/>
              </a:rPr>
              <a:t>(extra carriage return, line feed)</a:t>
            </a:r>
            <a:r>
              <a:rPr lang="en-US" altLang="en-US"/>
              <a:t> </a:t>
            </a:r>
          </a:p>
        </p:txBody>
      </p:sp>
      <p:sp>
        <p:nvSpPr>
          <p:cNvPr id="75783" name="Text Box 5"/>
          <p:cNvSpPr txBox="1">
            <a:spLocks noChangeArrowheads="1"/>
          </p:cNvSpPr>
          <p:nvPr/>
        </p:nvSpPr>
        <p:spPr bwMode="auto">
          <a:xfrm>
            <a:off x="198438" y="3103563"/>
            <a:ext cx="22701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2000">
                <a:solidFill>
                  <a:schemeClr val="accent2"/>
                </a:solidFill>
              </a:rPr>
              <a:t>request line</a:t>
            </a:r>
          </a:p>
          <a:p>
            <a:pPr algn="ctr"/>
            <a:r>
              <a:rPr lang="en-US" altLang="en-US" sz="2000">
                <a:solidFill>
                  <a:schemeClr val="accent2"/>
                </a:solidFill>
              </a:rPr>
              <a:t>(GET, POST, </a:t>
            </a:r>
          </a:p>
          <a:p>
            <a:pPr algn="ctr"/>
            <a:r>
              <a:rPr lang="en-US" altLang="en-US" sz="2000">
                <a:solidFill>
                  <a:schemeClr val="accent2"/>
                </a:solidFill>
              </a:rPr>
              <a:t>HEAD commands)</a:t>
            </a:r>
            <a:endParaRPr lang="en-US" altLang="en-US"/>
          </a:p>
        </p:txBody>
      </p:sp>
      <p:sp>
        <p:nvSpPr>
          <p:cNvPr id="75784" name="Line 6"/>
          <p:cNvSpPr>
            <a:spLocks noChangeShapeType="1"/>
          </p:cNvSpPr>
          <p:nvPr/>
        </p:nvSpPr>
        <p:spPr bwMode="auto">
          <a:xfrm>
            <a:off x="2038350" y="3314700"/>
            <a:ext cx="923925" cy="257175"/>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5785" name="Freeform 7"/>
          <p:cNvSpPr>
            <a:spLocks/>
          </p:cNvSpPr>
          <p:nvPr/>
        </p:nvSpPr>
        <p:spPr bwMode="auto">
          <a:xfrm>
            <a:off x="2943225" y="3752850"/>
            <a:ext cx="227013" cy="1311275"/>
          </a:xfrm>
          <a:custGeom>
            <a:avLst/>
            <a:gdLst>
              <a:gd name="T0" fmla="*/ 2147483647 w 150"/>
              <a:gd name="T1" fmla="*/ 2147483647 h 924"/>
              <a:gd name="T2" fmla="*/ 0 w 150"/>
              <a:gd name="T3" fmla="*/ 0 h 924"/>
              <a:gd name="T4" fmla="*/ 0 w 150"/>
              <a:gd name="T5" fmla="*/ 2147483647 h 924"/>
              <a:gd name="T6" fmla="*/ 2147483647 w 150"/>
              <a:gd name="T7" fmla="*/ 2147483647 h 924"/>
              <a:gd name="T8" fmla="*/ 0 60000 65536"/>
              <a:gd name="T9" fmla="*/ 0 60000 65536"/>
              <a:gd name="T10" fmla="*/ 0 60000 65536"/>
              <a:gd name="T11" fmla="*/ 0 60000 65536"/>
              <a:gd name="T12" fmla="*/ 0 w 150"/>
              <a:gd name="T13" fmla="*/ 0 h 924"/>
              <a:gd name="T14" fmla="*/ 150 w 150"/>
              <a:gd name="T15" fmla="*/ 924 h 924"/>
            </a:gdLst>
            <a:ahLst/>
            <a:cxnLst>
              <a:cxn ang="T8">
                <a:pos x="T0" y="T1"/>
              </a:cxn>
              <a:cxn ang="T9">
                <a:pos x="T2" y="T3"/>
              </a:cxn>
              <a:cxn ang="T10">
                <a:pos x="T4" y="T5"/>
              </a:cxn>
              <a:cxn ang="T11">
                <a:pos x="T6" y="T7"/>
              </a:cxn>
            </a:cxnLst>
            <a:rect l="T12" t="T13" r="T14" b="T15"/>
            <a:pathLst>
              <a:path w="150" h="924">
                <a:moveTo>
                  <a:pt x="122" y="6"/>
                </a:moveTo>
                <a:lnTo>
                  <a:pt x="0" y="0"/>
                </a:lnTo>
                <a:lnTo>
                  <a:pt x="0" y="924"/>
                </a:lnTo>
                <a:lnTo>
                  <a:pt x="150" y="918"/>
                </a:lnTo>
              </a:path>
            </a:pathLst>
          </a:custGeom>
          <a:noFill/>
          <a:ln w="190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5786" name="Text Box 8"/>
          <p:cNvSpPr txBox="1">
            <a:spLocks noChangeArrowheads="1"/>
          </p:cNvSpPr>
          <p:nvPr/>
        </p:nvSpPr>
        <p:spPr bwMode="auto">
          <a:xfrm>
            <a:off x="1938338" y="4256088"/>
            <a:ext cx="10112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a:r>
              <a:rPr lang="en-US" altLang="en-US" sz="2000">
                <a:solidFill>
                  <a:schemeClr val="accent2"/>
                </a:solidFill>
              </a:rPr>
              <a:t>header</a:t>
            </a:r>
          </a:p>
          <a:p>
            <a:pPr algn="r"/>
            <a:r>
              <a:rPr lang="en-US" altLang="en-US" sz="2000">
                <a:solidFill>
                  <a:schemeClr val="accent2"/>
                </a:solidFill>
              </a:rPr>
              <a:t> lines</a:t>
            </a:r>
            <a:endParaRPr lang="en-US" altLang="en-US"/>
          </a:p>
        </p:txBody>
      </p:sp>
      <p:sp>
        <p:nvSpPr>
          <p:cNvPr id="75787" name="Line 10"/>
          <p:cNvSpPr>
            <a:spLocks noChangeShapeType="1"/>
          </p:cNvSpPr>
          <p:nvPr/>
        </p:nvSpPr>
        <p:spPr bwMode="auto">
          <a:xfrm flipV="1">
            <a:off x="2162175" y="5324475"/>
            <a:ext cx="923925" cy="257175"/>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5788" name="Text Box 11"/>
          <p:cNvSpPr txBox="1">
            <a:spLocks noChangeArrowheads="1"/>
          </p:cNvSpPr>
          <p:nvPr/>
        </p:nvSpPr>
        <p:spPr bwMode="auto">
          <a:xfrm>
            <a:off x="449263" y="5208588"/>
            <a:ext cx="21780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2000">
                <a:solidFill>
                  <a:schemeClr val="accent2"/>
                </a:solidFill>
              </a:rPr>
              <a:t>Carriage return, </a:t>
            </a:r>
          </a:p>
          <a:p>
            <a:pPr algn="ctr"/>
            <a:r>
              <a:rPr lang="en-US" altLang="en-US" sz="2000">
                <a:solidFill>
                  <a:schemeClr val="accent2"/>
                </a:solidFill>
              </a:rPr>
              <a:t>line feed </a:t>
            </a:r>
          </a:p>
          <a:p>
            <a:pPr algn="ctr"/>
            <a:r>
              <a:rPr lang="en-US" altLang="en-US" sz="2000">
                <a:solidFill>
                  <a:schemeClr val="accent2"/>
                </a:solidFill>
              </a:rPr>
              <a:t>indicates end </a:t>
            </a:r>
          </a:p>
          <a:p>
            <a:pPr algn="ctr"/>
            <a:r>
              <a:rPr lang="en-US" altLang="en-US" sz="2000">
                <a:solidFill>
                  <a:schemeClr val="accent2"/>
                </a:solidFill>
              </a:rPr>
              <a:t>of message</a:t>
            </a:r>
            <a:endParaRPr lang="en-US" altLang="en-US"/>
          </a:p>
        </p:txBody>
      </p:sp>
    </p:spTree>
    <p:extLst>
      <p:ext uri="{BB962C8B-B14F-4D97-AF65-F5344CB8AC3E}">
        <p14:creationId xmlns:p14="http://schemas.microsoft.com/office/powerpoint/2010/main" val="3379842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76803"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4D74652F-1C71-44D6-B185-58B0520769C6}" type="slidenum">
              <a:rPr lang="en-US" altLang="en-US" sz="1400" smtClean="0"/>
              <a:pPr/>
              <a:t>13</a:t>
            </a:fld>
            <a:endParaRPr lang="en-US" altLang="en-US" sz="1400"/>
          </a:p>
        </p:txBody>
      </p:sp>
      <p:sp>
        <p:nvSpPr>
          <p:cNvPr id="76804" name="Rectangle 2"/>
          <p:cNvSpPr>
            <a:spLocks noGrp="1" noChangeArrowheads="1"/>
          </p:cNvSpPr>
          <p:nvPr>
            <p:ph type="title"/>
          </p:nvPr>
        </p:nvSpPr>
        <p:spPr/>
        <p:txBody>
          <a:bodyPr/>
          <a:lstStyle/>
          <a:p>
            <a:r>
              <a:rPr lang="en-US" altLang="en-US"/>
              <a:t>Uploading form input</a:t>
            </a:r>
          </a:p>
        </p:txBody>
      </p:sp>
      <p:sp>
        <p:nvSpPr>
          <p:cNvPr id="76805" name="Rectangle 3"/>
          <p:cNvSpPr>
            <a:spLocks noGrp="1" noChangeArrowheads="1"/>
          </p:cNvSpPr>
          <p:nvPr>
            <p:ph type="body" sz="half" idx="1"/>
          </p:nvPr>
        </p:nvSpPr>
        <p:spPr/>
        <p:txBody>
          <a:bodyPr/>
          <a:lstStyle/>
          <a:p>
            <a:pPr>
              <a:buFont typeface="ZapfDingbats" pitchFamily="82" charset="2"/>
              <a:buNone/>
            </a:pPr>
            <a:r>
              <a:rPr lang="en-US" altLang="en-US" sz="2400" u="sng" dirty="0">
                <a:solidFill>
                  <a:srgbClr val="FF0000"/>
                </a:solidFill>
              </a:rPr>
              <a:t>Post method:</a:t>
            </a:r>
            <a:endParaRPr lang="en-US" altLang="en-US" sz="2400" dirty="0"/>
          </a:p>
          <a:p>
            <a:r>
              <a:rPr lang="en-US" altLang="en-US" sz="2400" dirty="0"/>
              <a:t>Web page often includes form input</a:t>
            </a:r>
          </a:p>
          <a:p>
            <a:r>
              <a:rPr lang="en-US" altLang="en-US" sz="2400" dirty="0"/>
              <a:t>Input is uploaded to server in entity body</a:t>
            </a:r>
          </a:p>
        </p:txBody>
      </p:sp>
      <p:sp>
        <p:nvSpPr>
          <p:cNvPr id="76806" name="Rectangle 4"/>
          <p:cNvSpPr>
            <a:spLocks noGrp="1" noChangeArrowheads="1"/>
          </p:cNvSpPr>
          <p:nvPr>
            <p:ph type="body" sz="half" idx="2"/>
          </p:nvPr>
        </p:nvSpPr>
        <p:spPr>
          <a:xfrm>
            <a:off x="4629150" y="2586703"/>
            <a:ext cx="3810000" cy="2206625"/>
          </a:xfrm>
        </p:spPr>
        <p:txBody>
          <a:bodyPr/>
          <a:lstStyle/>
          <a:p>
            <a:pPr>
              <a:buFont typeface="ZapfDingbats" pitchFamily="82" charset="2"/>
              <a:buNone/>
            </a:pPr>
            <a:r>
              <a:rPr lang="en-US" altLang="en-US" sz="2400" u="sng" dirty="0">
                <a:solidFill>
                  <a:srgbClr val="FF0000"/>
                </a:solidFill>
              </a:rPr>
              <a:t>GET  method:</a:t>
            </a:r>
          </a:p>
          <a:p>
            <a:r>
              <a:rPr lang="en-US" altLang="en-US" sz="2400" dirty="0"/>
              <a:t>Uses GET method</a:t>
            </a:r>
          </a:p>
          <a:p>
            <a:r>
              <a:rPr lang="en-US" altLang="en-US" sz="2400" dirty="0"/>
              <a:t>Input is uploaded in URL field of request line:</a:t>
            </a:r>
          </a:p>
          <a:p>
            <a:pPr>
              <a:buFont typeface="ZapfDingbats" pitchFamily="82" charset="2"/>
              <a:buNone/>
            </a:pPr>
            <a:endParaRPr lang="en-US" altLang="en-US" sz="2400" dirty="0"/>
          </a:p>
        </p:txBody>
      </p:sp>
      <p:sp>
        <p:nvSpPr>
          <p:cNvPr id="76807" name="Text Box 5"/>
          <p:cNvSpPr txBox="1">
            <a:spLocks noChangeArrowheads="1"/>
          </p:cNvSpPr>
          <p:nvPr/>
        </p:nvSpPr>
        <p:spPr bwMode="auto">
          <a:xfrm>
            <a:off x="4629150" y="4822825"/>
            <a:ext cx="42941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2000" b="1">
                <a:latin typeface="Courier New" pitchFamily="49" charset="0"/>
              </a:rPr>
              <a:t>Example  </a:t>
            </a:r>
            <a:r>
              <a:rPr lang="en-US" altLang="en-US" sz="2000">
                <a:latin typeface="Courier New" pitchFamily="49" charset="0"/>
              </a:rPr>
              <a:t>www.somesite.com/animalsearch?</a:t>
            </a:r>
            <a:r>
              <a:rPr lang="en-US" altLang="en-US" sz="2000" b="1">
                <a:latin typeface="Courier New" pitchFamily="49" charset="0"/>
              </a:rPr>
              <a:t>monkeys&amp;banana</a:t>
            </a:r>
            <a:endParaRPr lang="en-US" altLang="en-US" sz="1600" b="1">
              <a:latin typeface="Courier New" pitchFamily="49" charset="0"/>
            </a:endParaRPr>
          </a:p>
        </p:txBody>
      </p:sp>
    </p:spTree>
    <p:extLst>
      <p:ext uri="{BB962C8B-B14F-4D97-AF65-F5344CB8AC3E}">
        <p14:creationId xmlns:p14="http://schemas.microsoft.com/office/powerpoint/2010/main" val="810494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en-US"/>
              <a:t>HTTP Methods</a:t>
            </a:r>
          </a:p>
        </p:txBody>
      </p:sp>
      <p:pic>
        <p:nvPicPr>
          <p:cNvPr id="77827" name="Picture 4" descr="7-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219200"/>
            <a:ext cx="6621463" cy="325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4" name="AutoShape 6"/>
          <p:cNvSpPr>
            <a:spLocks/>
          </p:cNvSpPr>
          <p:nvPr/>
        </p:nvSpPr>
        <p:spPr bwMode="auto">
          <a:xfrm>
            <a:off x="304800" y="4800600"/>
            <a:ext cx="8604250" cy="1905000"/>
          </a:xfrm>
          <a:prstGeom prst="borderCallout3">
            <a:avLst>
              <a:gd name="adj1" fmla="val 6000"/>
              <a:gd name="adj2" fmla="val -884"/>
              <a:gd name="adj3" fmla="val 6000"/>
              <a:gd name="adj4" fmla="val -2343"/>
              <a:gd name="adj5" fmla="val -134833"/>
              <a:gd name="adj6" fmla="val -2343"/>
              <a:gd name="adj7" fmla="val -159583"/>
              <a:gd name="adj8" fmla="val 10537"/>
            </a:avLst>
          </a:prstGeom>
          <a:solidFill>
            <a:schemeClr val="bg1"/>
          </a:solidFill>
          <a:ln w="9525">
            <a:solidFill>
              <a:schemeClr val="tx1"/>
            </a:solidFill>
            <a:miter lim="800000"/>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30000"/>
              </a:spcBef>
            </a:pPr>
            <a:r>
              <a:rPr lang="en-US" altLang="en-US" sz="1800"/>
              <a:t>The GET method requests the server to send the page . The page is suitably encoded in MIME. The vast majority of the requests on the web are GETs.</a:t>
            </a:r>
          </a:p>
          <a:p>
            <a:pPr>
              <a:spcBef>
                <a:spcPct val="30000"/>
              </a:spcBef>
            </a:pPr>
            <a:r>
              <a:rPr lang="en-US" altLang="en-US" sz="1800"/>
              <a:t>GET </a:t>
            </a:r>
            <a:r>
              <a:rPr lang="en-US" altLang="en-US" sz="1800" i="1"/>
              <a:t>filename</a:t>
            </a:r>
            <a:r>
              <a:rPr lang="en-US" altLang="en-US" sz="1800"/>
              <a:t> HTTP/1.1</a:t>
            </a:r>
          </a:p>
          <a:p>
            <a:pPr>
              <a:spcBef>
                <a:spcPct val="30000"/>
              </a:spcBef>
            </a:pPr>
            <a:r>
              <a:rPr lang="en-US" altLang="en-US" sz="1800"/>
              <a:t>Where filename is the resource name to be fetched and 1.1 is the protocol version being used</a:t>
            </a:r>
          </a:p>
        </p:txBody>
      </p:sp>
      <p:sp>
        <p:nvSpPr>
          <p:cNvPr id="114695" name="AutoShape 7"/>
          <p:cNvSpPr>
            <a:spLocks/>
          </p:cNvSpPr>
          <p:nvPr/>
        </p:nvSpPr>
        <p:spPr bwMode="auto">
          <a:xfrm>
            <a:off x="304800" y="4800600"/>
            <a:ext cx="8604250" cy="1905000"/>
          </a:xfrm>
          <a:prstGeom prst="borderCallout3">
            <a:avLst>
              <a:gd name="adj1" fmla="val 6000"/>
              <a:gd name="adj2" fmla="val -884"/>
              <a:gd name="adj3" fmla="val 6000"/>
              <a:gd name="adj4" fmla="val -2343"/>
              <a:gd name="adj5" fmla="val -117417"/>
              <a:gd name="adj6" fmla="val -2343"/>
              <a:gd name="adj7" fmla="val -139083"/>
              <a:gd name="adj8" fmla="val 10755"/>
            </a:avLst>
          </a:prstGeom>
          <a:solidFill>
            <a:schemeClr val="bg1"/>
          </a:solidFill>
          <a:ln w="9525">
            <a:solidFill>
              <a:schemeClr val="tx1"/>
            </a:solidFill>
            <a:miter lim="800000"/>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30000"/>
              </a:spcBef>
            </a:pPr>
            <a:r>
              <a:rPr lang="en-US" altLang="en-US" sz="1800"/>
              <a:t>The HEAD method just asks for the message header, without the actual page. This method can be used to get a page’s time of last modification, to collect information for indexing purposes, or just to test an URL for validity</a:t>
            </a:r>
          </a:p>
        </p:txBody>
      </p:sp>
      <p:sp>
        <p:nvSpPr>
          <p:cNvPr id="114696" name="AutoShape 8"/>
          <p:cNvSpPr>
            <a:spLocks/>
          </p:cNvSpPr>
          <p:nvPr/>
        </p:nvSpPr>
        <p:spPr bwMode="auto">
          <a:xfrm>
            <a:off x="304800" y="4800600"/>
            <a:ext cx="8604250" cy="1905000"/>
          </a:xfrm>
          <a:prstGeom prst="borderCallout3">
            <a:avLst>
              <a:gd name="adj1" fmla="val 6000"/>
              <a:gd name="adj2" fmla="val -884"/>
              <a:gd name="adj3" fmla="val 6000"/>
              <a:gd name="adj4" fmla="val -2343"/>
              <a:gd name="adj5" fmla="val -102083"/>
              <a:gd name="adj6" fmla="val -2343"/>
              <a:gd name="adj7" fmla="val -121083"/>
              <a:gd name="adj8" fmla="val 10755"/>
            </a:avLst>
          </a:prstGeom>
          <a:solidFill>
            <a:schemeClr val="bg1"/>
          </a:solidFill>
          <a:ln w="9525">
            <a:solidFill>
              <a:schemeClr val="tx1"/>
            </a:solidFill>
            <a:miter lim="800000"/>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30000"/>
              </a:spcBef>
            </a:pPr>
            <a:r>
              <a:rPr lang="en-US" altLang="en-US" sz="1800"/>
              <a:t>The PUT method is the reverse of GET. Instead of reading a page, it writes a page. This method makes it possible to build a collection of web pages on a remote web server. The body of the request contains the page. It may be encoded using MIME, in which case, the lines following the PUT might include Content-Type and authentication headers to prove that the caller indeed has permission to perform the operation</a:t>
            </a:r>
          </a:p>
        </p:txBody>
      </p:sp>
      <p:sp>
        <p:nvSpPr>
          <p:cNvPr id="114697" name="AutoShape 9"/>
          <p:cNvSpPr>
            <a:spLocks/>
          </p:cNvSpPr>
          <p:nvPr/>
        </p:nvSpPr>
        <p:spPr bwMode="auto">
          <a:xfrm>
            <a:off x="304800" y="4800600"/>
            <a:ext cx="8604250" cy="1905000"/>
          </a:xfrm>
          <a:prstGeom prst="borderCallout3">
            <a:avLst>
              <a:gd name="adj1" fmla="val 6000"/>
              <a:gd name="adj2" fmla="val -884"/>
              <a:gd name="adj3" fmla="val 6000"/>
              <a:gd name="adj4" fmla="val -2343"/>
              <a:gd name="adj5" fmla="val -86333"/>
              <a:gd name="adj6" fmla="val -2343"/>
              <a:gd name="adj7" fmla="val -102583"/>
              <a:gd name="adj8" fmla="val 10644"/>
            </a:avLst>
          </a:prstGeom>
          <a:solidFill>
            <a:schemeClr val="bg1"/>
          </a:solidFill>
          <a:ln w="9525">
            <a:solidFill>
              <a:schemeClr val="tx1"/>
            </a:solidFill>
            <a:miter lim="800000"/>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30000"/>
              </a:spcBef>
            </a:pPr>
            <a:r>
              <a:rPr lang="en-US" altLang="en-US" sz="1800"/>
              <a:t>POST is similar to PUT. It too, bears an URL, but instead of replacing the existing data, it appends it to any existing data. Posting a message to a newsgroup or adding a file to a bulletin board are example of the usage.</a:t>
            </a:r>
          </a:p>
        </p:txBody>
      </p:sp>
      <p:sp>
        <p:nvSpPr>
          <p:cNvPr id="114698" name="AutoShape 10"/>
          <p:cNvSpPr>
            <a:spLocks/>
          </p:cNvSpPr>
          <p:nvPr/>
        </p:nvSpPr>
        <p:spPr bwMode="auto">
          <a:xfrm>
            <a:off x="304800" y="4800600"/>
            <a:ext cx="8604250" cy="1905000"/>
          </a:xfrm>
          <a:prstGeom prst="borderCallout3">
            <a:avLst>
              <a:gd name="adj1" fmla="val 6000"/>
              <a:gd name="adj2" fmla="val -884"/>
              <a:gd name="adj3" fmla="val 6000"/>
              <a:gd name="adj4" fmla="val -2343"/>
              <a:gd name="adj5" fmla="val -69333"/>
              <a:gd name="adj6" fmla="val -2343"/>
              <a:gd name="adj7" fmla="val -82583"/>
              <a:gd name="adj8" fmla="val 10644"/>
            </a:avLst>
          </a:prstGeom>
          <a:solidFill>
            <a:schemeClr val="bg1"/>
          </a:solidFill>
          <a:ln w="9525">
            <a:solidFill>
              <a:schemeClr val="tx1"/>
            </a:solidFill>
            <a:miter lim="800000"/>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30000"/>
              </a:spcBef>
            </a:pPr>
            <a:r>
              <a:rPr lang="en-US" altLang="en-US" sz="1800"/>
              <a:t>DELETE does what you expect: deletes a page from a remote web server; authentication and permissions play a major role here. There is no guarantee that a DELETE operation is successful since even if the remote web server is willing to delete a page, the file permissions may be set in such a way that the server process doesn’t have rights to do it. </a:t>
            </a:r>
          </a:p>
        </p:txBody>
      </p:sp>
      <p:sp>
        <p:nvSpPr>
          <p:cNvPr id="114699" name="AutoShape 11"/>
          <p:cNvSpPr>
            <a:spLocks/>
          </p:cNvSpPr>
          <p:nvPr/>
        </p:nvSpPr>
        <p:spPr bwMode="auto">
          <a:xfrm>
            <a:off x="304800" y="4800600"/>
            <a:ext cx="8604250" cy="1905000"/>
          </a:xfrm>
          <a:prstGeom prst="borderCallout3">
            <a:avLst>
              <a:gd name="adj1" fmla="val 6000"/>
              <a:gd name="adj2" fmla="val -884"/>
              <a:gd name="adj3" fmla="val 6000"/>
              <a:gd name="adj4" fmla="val -2343"/>
              <a:gd name="adj5" fmla="val -44667"/>
              <a:gd name="adj6" fmla="val -2343"/>
              <a:gd name="adj7" fmla="val -53583"/>
              <a:gd name="adj8" fmla="val 10204"/>
            </a:avLst>
          </a:prstGeom>
          <a:solidFill>
            <a:schemeClr val="bg1"/>
          </a:solidFill>
          <a:ln w="9525">
            <a:solidFill>
              <a:schemeClr val="tx1"/>
            </a:solidFill>
            <a:miter lim="800000"/>
            <a:headEnd/>
            <a:tailEnd/>
          </a:ln>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30000"/>
              </a:spcBef>
            </a:pPr>
            <a:r>
              <a:rPr lang="en-US" altLang="en-US" sz="1800"/>
              <a:t>TRACE method is used for debugging. It instructs the server to send back the request. This is useful when requests are not processed correctly and the client wants to know it sent the proper request.</a:t>
            </a:r>
          </a:p>
          <a:p>
            <a:pPr>
              <a:spcBef>
                <a:spcPct val="30000"/>
              </a:spcBef>
            </a:pPr>
            <a:r>
              <a:rPr lang="en-US" altLang="en-US" sz="1800"/>
              <a:t>CONNECT – is not used at the moment</a:t>
            </a:r>
          </a:p>
          <a:p>
            <a:pPr>
              <a:spcBef>
                <a:spcPct val="30000"/>
              </a:spcBef>
            </a:pPr>
            <a:r>
              <a:rPr lang="en-US" altLang="en-US" sz="1800"/>
              <a:t>OPTIONS – provides a way for the client to query the server about its properties or those of a specified file</a:t>
            </a:r>
          </a:p>
        </p:txBody>
      </p:sp>
    </p:spTree>
    <p:extLst>
      <p:ext uri="{BB962C8B-B14F-4D97-AF65-F5344CB8AC3E}">
        <p14:creationId xmlns:p14="http://schemas.microsoft.com/office/powerpoint/2010/main" val="375689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14694"/>
                                        </p:tgtEl>
                                        <p:attrNameLst>
                                          <p:attrName>style.visibility</p:attrName>
                                        </p:attrNameLst>
                                      </p:cBhvr>
                                      <p:to>
                                        <p:strVal val="visible"/>
                                      </p:to>
                                    </p:set>
                                    <p:animEffect transition="in" filter="checkerboard(across)">
                                      <p:cBhvr>
                                        <p:cTn id="7" dur="500"/>
                                        <p:tgtEl>
                                          <p:spTgt spid="1146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1" nodeType="clickEffect">
                                  <p:stCondLst>
                                    <p:cond delay="0"/>
                                  </p:stCondLst>
                                  <p:childTnLst>
                                    <p:animEffect transition="out" filter="checkerboard(across)">
                                      <p:cBhvr>
                                        <p:cTn id="11" dur="500"/>
                                        <p:tgtEl>
                                          <p:spTgt spid="114694"/>
                                        </p:tgtEl>
                                      </p:cBhvr>
                                    </p:animEffect>
                                    <p:set>
                                      <p:cBhvr>
                                        <p:cTn id="12" dur="1" fill="hold">
                                          <p:stCondLst>
                                            <p:cond delay="499"/>
                                          </p:stCondLst>
                                        </p:cTn>
                                        <p:tgtEl>
                                          <p:spTgt spid="114694"/>
                                        </p:tgtEl>
                                        <p:attrNameLst>
                                          <p:attrName>style.visibility</p:attrName>
                                        </p:attrNameLst>
                                      </p:cBhvr>
                                      <p:to>
                                        <p:strVal val="hidden"/>
                                      </p:to>
                                    </p:set>
                                  </p:childTnLst>
                                </p:cTn>
                              </p:par>
                              <p:par>
                                <p:cTn id="13" presetID="5" presetClass="entr" presetSubtype="10" fill="hold" grpId="0" nodeType="withEffect">
                                  <p:stCondLst>
                                    <p:cond delay="0"/>
                                  </p:stCondLst>
                                  <p:childTnLst>
                                    <p:set>
                                      <p:cBhvr>
                                        <p:cTn id="14" dur="1" fill="hold">
                                          <p:stCondLst>
                                            <p:cond delay="0"/>
                                          </p:stCondLst>
                                        </p:cTn>
                                        <p:tgtEl>
                                          <p:spTgt spid="114695"/>
                                        </p:tgtEl>
                                        <p:attrNameLst>
                                          <p:attrName>style.visibility</p:attrName>
                                        </p:attrNameLst>
                                      </p:cBhvr>
                                      <p:to>
                                        <p:strVal val="visible"/>
                                      </p:to>
                                    </p:set>
                                    <p:animEffect transition="in" filter="checkerboard(across)">
                                      <p:cBhvr>
                                        <p:cTn id="15" dur="500"/>
                                        <p:tgtEl>
                                          <p:spTgt spid="11469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xit" presetSubtype="10" fill="hold" grpId="1" nodeType="clickEffect">
                                  <p:stCondLst>
                                    <p:cond delay="0"/>
                                  </p:stCondLst>
                                  <p:childTnLst>
                                    <p:animEffect transition="out" filter="checkerboard(across)">
                                      <p:cBhvr>
                                        <p:cTn id="19" dur="500"/>
                                        <p:tgtEl>
                                          <p:spTgt spid="114695"/>
                                        </p:tgtEl>
                                      </p:cBhvr>
                                    </p:animEffect>
                                    <p:set>
                                      <p:cBhvr>
                                        <p:cTn id="20" dur="1" fill="hold">
                                          <p:stCondLst>
                                            <p:cond delay="499"/>
                                          </p:stCondLst>
                                        </p:cTn>
                                        <p:tgtEl>
                                          <p:spTgt spid="114695"/>
                                        </p:tgtEl>
                                        <p:attrNameLst>
                                          <p:attrName>style.visibility</p:attrName>
                                        </p:attrNameLst>
                                      </p:cBhvr>
                                      <p:to>
                                        <p:strVal val="hidden"/>
                                      </p:to>
                                    </p:set>
                                  </p:childTnLst>
                                </p:cTn>
                              </p:par>
                              <p:par>
                                <p:cTn id="21" presetID="5" presetClass="entr" presetSubtype="10" fill="hold" grpId="0" nodeType="withEffect">
                                  <p:stCondLst>
                                    <p:cond delay="0"/>
                                  </p:stCondLst>
                                  <p:childTnLst>
                                    <p:set>
                                      <p:cBhvr>
                                        <p:cTn id="22" dur="1" fill="hold">
                                          <p:stCondLst>
                                            <p:cond delay="0"/>
                                          </p:stCondLst>
                                        </p:cTn>
                                        <p:tgtEl>
                                          <p:spTgt spid="114696"/>
                                        </p:tgtEl>
                                        <p:attrNameLst>
                                          <p:attrName>style.visibility</p:attrName>
                                        </p:attrNameLst>
                                      </p:cBhvr>
                                      <p:to>
                                        <p:strVal val="visible"/>
                                      </p:to>
                                    </p:set>
                                    <p:animEffect transition="in" filter="checkerboard(across)">
                                      <p:cBhvr>
                                        <p:cTn id="23" dur="500"/>
                                        <p:tgtEl>
                                          <p:spTgt spid="11469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xit" presetSubtype="10" fill="hold" grpId="1" nodeType="clickEffect">
                                  <p:stCondLst>
                                    <p:cond delay="0"/>
                                  </p:stCondLst>
                                  <p:childTnLst>
                                    <p:animEffect transition="out" filter="checkerboard(across)">
                                      <p:cBhvr>
                                        <p:cTn id="27" dur="500"/>
                                        <p:tgtEl>
                                          <p:spTgt spid="114696"/>
                                        </p:tgtEl>
                                      </p:cBhvr>
                                    </p:animEffect>
                                    <p:set>
                                      <p:cBhvr>
                                        <p:cTn id="28" dur="1" fill="hold">
                                          <p:stCondLst>
                                            <p:cond delay="499"/>
                                          </p:stCondLst>
                                        </p:cTn>
                                        <p:tgtEl>
                                          <p:spTgt spid="114696"/>
                                        </p:tgtEl>
                                        <p:attrNameLst>
                                          <p:attrName>style.visibility</p:attrName>
                                        </p:attrNameLst>
                                      </p:cBhvr>
                                      <p:to>
                                        <p:strVal val="hidden"/>
                                      </p:to>
                                    </p:set>
                                  </p:childTnLst>
                                </p:cTn>
                              </p:par>
                              <p:par>
                                <p:cTn id="29" presetID="5" presetClass="entr" presetSubtype="10" fill="hold" grpId="0" nodeType="withEffect">
                                  <p:stCondLst>
                                    <p:cond delay="0"/>
                                  </p:stCondLst>
                                  <p:childTnLst>
                                    <p:set>
                                      <p:cBhvr>
                                        <p:cTn id="30" dur="1" fill="hold">
                                          <p:stCondLst>
                                            <p:cond delay="0"/>
                                          </p:stCondLst>
                                        </p:cTn>
                                        <p:tgtEl>
                                          <p:spTgt spid="114697"/>
                                        </p:tgtEl>
                                        <p:attrNameLst>
                                          <p:attrName>style.visibility</p:attrName>
                                        </p:attrNameLst>
                                      </p:cBhvr>
                                      <p:to>
                                        <p:strVal val="visible"/>
                                      </p:to>
                                    </p:set>
                                    <p:animEffect transition="in" filter="checkerboard(across)">
                                      <p:cBhvr>
                                        <p:cTn id="31" dur="500"/>
                                        <p:tgtEl>
                                          <p:spTgt spid="11469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xit" presetSubtype="10" fill="hold" grpId="1" nodeType="clickEffect">
                                  <p:stCondLst>
                                    <p:cond delay="0"/>
                                  </p:stCondLst>
                                  <p:childTnLst>
                                    <p:animEffect transition="out" filter="checkerboard(across)">
                                      <p:cBhvr>
                                        <p:cTn id="35" dur="500"/>
                                        <p:tgtEl>
                                          <p:spTgt spid="114697"/>
                                        </p:tgtEl>
                                      </p:cBhvr>
                                    </p:animEffect>
                                    <p:set>
                                      <p:cBhvr>
                                        <p:cTn id="36" dur="1" fill="hold">
                                          <p:stCondLst>
                                            <p:cond delay="499"/>
                                          </p:stCondLst>
                                        </p:cTn>
                                        <p:tgtEl>
                                          <p:spTgt spid="114697"/>
                                        </p:tgtEl>
                                        <p:attrNameLst>
                                          <p:attrName>style.visibility</p:attrName>
                                        </p:attrNameLst>
                                      </p:cBhvr>
                                      <p:to>
                                        <p:strVal val="hidden"/>
                                      </p:to>
                                    </p:set>
                                  </p:childTnLst>
                                </p:cTn>
                              </p:par>
                              <p:par>
                                <p:cTn id="37" presetID="5" presetClass="entr" presetSubtype="10" fill="hold" grpId="0" nodeType="withEffect">
                                  <p:stCondLst>
                                    <p:cond delay="0"/>
                                  </p:stCondLst>
                                  <p:childTnLst>
                                    <p:set>
                                      <p:cBhvr>
                                        <p:cTn id="38" dur="1" fill="hold">
                                          <p:stCondLst>
                                            <p:cond delay="0"/>
                                          </p:stCondLst>
                                        </p:cTn>
                                        <p:tgtEl>
                                          <p:spTgt spid="114698"/>
                                        </p:tgtEl>
                                        <p:attrNameLst>
                                          <p:attrName>style.visibility</p:attrName>
                                        </p:attrNameLst>
                                      </p:cBhvr>
                                      <p:to>
                                        <p:strVal val="visible"/>
                                      </p:to>
                                    </p:set>
                                    <p:animEffect transition="in" filter="checkerboard(across)">
                                      <p:cBhvr>
                                        <p:cTn id="39" dur="500"/>
                                        <p:tgtEl>
                                          <p:spTgt spid="11469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 presetClass="exit" presetSubtype="10" fill="hold" grpId="1" nodeType="clickEffect">
                                  <p:stCondLst>
                                    <p:cond delay="0"/>
                                  </p:stCondLst>
                                  <p:childTnLst>
                                    <p:animEffect transition="out" filter="checkerboard(across)">
                                      <p:cBhvr>
                                        <p:cTn id="43" dur="500"/>
                                        <p:tgtEl>
                                          <p:spTgt spid="114698"/>
                                        </p:tgtEl>
                                      </p:cBhvr>
                                    </p:animEffect>
                                    <p:set>
                                      <p:cBhvr>
                                        <p:cTn id="44" dur="1" fill="hold">
                                          <p:stCondLst>
                                            <p:cond delay="499"/>
                                          </p:stCondLst>
                                        </p:cTn>
                                        <p:tgtEl>
                                          <p:spTgt spid="114698"/>
                                        </p:tgtEl>
                                        <p:attrNameLst>
                                          <p:attrName>style.visibility</p:attrName>
                                        </p:attrNameLst>
                                      </p:cBhvr>
                                      <p:to>
                                        <p:strVal val="hidden"/>
                                      </p:to>
                                    </p:set>
                                  </p:childTnLst>
                                </p:cTn>
                              </p:par>
                              <p:par>
                                <p:cTn id="45" presetID="5" presetClass="entr" presetSubtype="10" fill="hold" grpId="0" nodeType="withEffect">
                                  <p:stCondLst>
                                    <p:cond delay="0"/>
                                  </p:stCondLst>
                                  <p:childTnLst>
                                    <p:set>
                                      <p:cBhvr>
                                        <p:cTn id="46" dur="1" fill="hold">
                                          <p:stCondLst>
                                            <p:cond delay="0"/>
                                          </p:stCondLst>
                                        </p:cTn>
                                        <p:tgtEl>
                                          <p:spTgt spid="114699"/>
                                        </p:tgtEl>
                                        <p:attrNameLst>
                                          <p:attrName>style.visibility</p:attrName>
                                        </p:attrNameLst>
                                      </p:cBhvr>
                                      <p:to>
                                        <p:strVal val="visible"/>
                                      </p:to>
                                    </p:set>
                                    <p:animEffect transition="in" filter="checkerboard(across)">
                                      <p:cBhvr>
                                        <p:cTn id="47" dur="500"/>
                                        <p:tgtEl>
                                          <p:spTgt spid="11469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xit" presetSubtype="10" fill="hold" grpId="1" nodeType="clickEffect">
                                  <p:stCondLst>
                                    <p:cond delay="0"/>
                                  </p:stCondLst>
                                  <p:childTnLst>
                                    <p:animEffect transition="out" filter="checkerboard(across)">
                                      <p:cBhvr>
                                        <p:cTn id="51" dur="500"/>
                                        <p:tgtEl>
                                          <p:spTgt spid="114699"/>
                                        </p:tgtEl>
                                      </p:cBhvr>
                                    </p:animEffect>
                                    <p:set>
                                      <p:cBhvr>
                                        <p:cTn id="52" dur="1" fill="hold">
                                          <p:stCondLst>
                                            <p:cond delay="499"/>
                                          </p:stCondLst>
                                        </p:cTn>
                                        <p:tgtEl>
                                          <p:spTgt spid="11469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4" grpId="0" animBg="1"/>
      <p:bldP spid="114694" grpId="1" animBg="1"/>
      <p:bldP spid="114695" grpId="0" animBg="1"/>
      <p:bldP spid="114695" grpId="1" animBg="1"/>
      <p:bldP spid="114696" grpId="0" animBg="1"/>
      <p:bldP spid="114696" grpId="1" animBg="1"/>
      <p:bldP spid="114697" grpId="0" animBg="1"/>
      <p:bldP spid="114697" grpId="1" animBg="1"/>
      <p:bldP spid="114698" grpId="0" animBg="1"/>
      <p:bldP spid="114698" grpId="1" animBg="1"/>
      <p:bldP spid="114699" grpId="0" animBg="1"/>
      <p:bldP spid="114699"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normAutofit/>
          </a:bodyPr>
          <a:lstStyle/>
          <a:p>
            <a:r>
              <a:rPr lang="en-US" altLang="en-US" dirty="0"/>
              <a:t>HTTP response message</a:t>
            </a:r>
          </a:p>
        </p:txBody>
      </p:sp>
      <p:sp>
        <p:nvSpPr>
          <p:cNvPr id="78853" name="AutoShape 2" descr="data:image/jpeg;base64,/9j/4AAQSkZJRgABAQAAAQABAAD/2wCEAAkGBxIQERUTEBESEhQVEBITFRgVExYUGRYUGBMYGBYWExsYKCosGxonHhUYIj0hJSorLi4uGSAzODMtNygtLisBCgoKDQ0OGxAQGjckICU3Nzc3MzY1LDcuLC03NDQsNC8sNCwxLywsOCw0NywtNzQsLCwsMCw2LCw4LCwsLC81LP/AABEIAJ8BPAMBEQACEQEDEQH/xAAcAAEAAQUBAQAAAAAAAAAAAAAABAECAwUHBgj/xABJEAACAQIDAwULCAgGAgMAAAABAgMAEQQSIRMxUgUUQZHRBhUWIjIzUVNhk6IXI1Rxc5Ky0wc0QoGCobPSQ2JydLHiCMFjg/D/xAAbAQEAAgMBAQAAAAAAAAAAAAAABAYBAwUCB//EAD0RAAECAwMJBQcEAgIDAQAAAAABAgMEESEx0QUSFUFRUnGRoRQWU2GBBhMyNLHB8BdUkuEi8SMzQ2JyB//aAAwDAQACEQMRAD8A9Bi8VJtZPnZfPS/4r7to2g1qqzszHbMPa16oldqlKyjOTDJp7WxFREXapi51J66X3snbUXtcxvrzUh9um/EdzUpzx/XS9P8AjP0b+mnapnfXmpnts34jualDjn9fL0/40h3b7C+tZ7VM7681HbJzxHc1KjGSeul3X87Ju9O+napnfXmo7bN+I7mpUYuQ7ppffSdtY7XMb681Mdum0/8AI7mo51J62b3snbWO2THiLzUx2+a8R3NT3vIUSHBwPIdThoWZmc6kxrcsSd5Jq4wVVYbVXYhfZdVWE1V2J9CeMNFe2l99sxv/AM1sNp43uvZo8SFR5EXYIbLI6i5eS5sDv0HVXEyvGiQ8zMcqX3ehXsux4sJYfu3Kla3LTYaHvk1wvOJLlWYDbPqqkBiNdwLCuR2ibpXPdTipwu1TubnZ7qcVK98GzBdvLcrmA2z6i4F9/tFO0Tears91E81Hap3NV2e6ieal3PH3baW+v+M/Rv6a89rmd9eanjts34jualedyXttpb2vbbPu66drmN9eajt03f7x3NTHLyiyqXaeUKASTtZDoASbWOu47qykzNKuaj1rxU9NnJxzs1Ijq8VMnO5LkbaW43/PPp9etFmplL3rzUws5ONviO5qet7ik2sUhkLuRiCAWdmsNlGbC53XJ66sOSoj4kCr1qtdZacixYkSWznqqrVbzeiGE9K6mw8c6m9rDX2iukdc0XdqmzhjMZdCcQASrspI2UhsbHdcDqrn5TiOZLqrVotUOXliI+HKq5iqi1S48lzqT1s3vZO2q32yY8RealS7dNeI7mpRsa43zS7ifPSbh++napnfXmpnts34jualqY9yARPLY2t89J029vtHXXp0xNNVWq91U81PTpqda5Wq91U81LjjX1O3lsDY/PPofQda89qmd9eannts34jualedyXttpb2v5593p307XM7681Mdum/EdzUc6k9bN72Ttp2yY8Reajt814juam37lXZ8SFd5GXZubNI5Fxa2hNdPJMeLEjKj3KqU1r5odjIkzHiTCte9VSmtV2oe1bDRDQ2B1OrHo39NWEtJgx2Hj2MjJ0RyWIY6EKdxB33oDJiYoY1zPoMyLe7b2YKu72sBQGPk8wYhBJFdkJIBIkW9iRdc1rrpoRoRqLigJHJ4shGukkoFyTptG9NAQuUOWtjOkRjsHCWd2yIzuzKsaEixe6i63Bsy2zE2oDVcld1jyJhw8Hzk0MbHIxZFkfDmZQxAORTa3jWa5FgQQSBlwvdSebxyPA7SMQpSLxiX5gcX82N5uBlA33NAbnknlAYiPMMtwxVgr5wCOjcCDqNCAf5EgTaAUAoBQCgOU4vzsv2839Rqp2UPmX8ShZT+bicSJjIi62UgMCGUndmBuL+zoPsJqPCejHVW7XwIsCIjH1W65eCmrk5GbMbEEFR4xYhgwTKRYA3BN28oeW2hvrNSdbS2qU1eXPUlly8ToJPsolapRbtVNWvUlly3Xl2K5JYspiEaDIqt9QDaZcp08beCpF+ncfMObREXPVVt/Lap1qh5hTzURfeKq2qv4tU5LVFLMRyO7kj5qxznN42ds0Jj2baeQLg3ufJUZdL16ZOMamvhqvrXjq+56hz0NqItvCynxZ1b79V3qbPCYbZmSwUK0gZQosANkikW6PGVjp6aiRYmeja3on3VSDGje8Rtb0Si81X7kitJoU9i3Jj4nk3CLEELpDh3XM5jseblMynK4zAOdGRx7L2IvED/AKm8EPo0t/0s4J9DFyHyHMuIzSLCoimV2lRSjTt3vjgKhAABFclr5jrGoyi1xtNxrP0hw7SZkIBzYRVsbgG7yixtr1Vw8rvzHwnbK/YrmXX+7iQX7FVfptsPEd6JSATsi1pRY2NlZ4mAzBBfzTDMV0zDysusDtcJLLfyuqq0v22+VbOYk9BSxK0s52pdnLS/bbTVWy+LkmRApURFlaRtWYb59qq5spNrEi/p6NbAs3DcitWtFRE1bFTbwxMunoTkc1a0VETVqRUur5pyv1l0HJciyK/zfluzkG9wZZHChWU+s3hlIN/K6fL5pisVtt1nJErYvldaa3zkN0NWW3UTkiVsXyuoqU2GXE8nMzSaRWe5Dm5dbxBMgHDoTfMPKIt01rhzDWtbfZq1LbWv4mw1w5prGtvs1WUW2tePotyWkfEckyOjjJAC6yrs7ts0zoihgcupGS/kr5Z9FztbNsSiW2UWtlb60vu9fQ3NnobaJVbFRc6zOWiqtL7rdq8NkrA4Bkld2IIJkIIY3bO+azLYWtu8pr2G7dWuYmWRG0SuqzVZ6+tyeprmptkVtG1S6yylnrrvuS2t50LuJiz4addPGnddb21giGtrHqIrt5H+X9VLDkH5X1X7Gq8GcTcRNFh2DwYtBmOeOBXGFS+dYkLuArkKwBIBG0tu6p2jcd3a2w8Ive2IUX9PzMutczK3yy8UOPlz5ReKHjKqpSzVYvBNJMSFQDLAc5vmGR3bKmmt9x1Fg243tU+DGZDgpW+rrOKIlv8Ao6UCYZCgJVarV1m2qIlv+ltQrBySFdTljyrGgtb9sKwLAW3+MNd+lZiTqOY9Laqq8qpZf5HqLlBHw3ttq5VVOFUWl/kvkQ05EkCEWizfNWs5UZkEilx4hVTZxpkI0t6GrY6dhrdXX1pZfVeaGx2UIS3VvXUi2LSy+q3X1RdfkScJyW6yhnZWsEJI8UgrEEKqoHk3BPlAeMRl6a0xJpjmqjUVL+q123+i8TTFnGOaqNRUvsvvWtVWt/otyWm3qCc03fcd+tr9nJ/6rrZG/wC9eH3Q7mQPmV/+V+qG+5Y5EklkkZUw77SLJnkzbSEiN1URWU3BLnpW2ZjZr2qzlwNniMOseGdEVVCwuAFAUDxDuAoC/lXCGaMILedgc33WSZHYdSmgKci4Lm+HiisoKRqpy6LcDUjd00BlwPkn7WX+o1AYsTyVDJIJHjDOuTW5scjl484Bs2ViWGYHKTcWNAQcByZgjleKMDZsAhOdQGVcoKBtCQr7PMP2fEvYWAF47m8He2xQ5RaxLNa8JhvYneYzkvvKgDoFgNhgsGkKlYwRdizEszszGwu7MSWNgBcncANwFASKAUAoBQCgOI8pcrOs8ygLpiZx09ErVtT2ThTae/WKqK62lENzfYiDOp2l0ZUV9tKJYR+/L8K/zrPcmD4y8kPX6eS/7h38UxHfl+Ff507kwfGXkg/TyX/cO/imI78vwr/OncmD4y8kH6eS/wC4d/FMR34fhX+dO5MHxl5IP07l/wBw7+KYjvw/Cv8AOncmD4y8kH6eS/7h38UxHfl+Ff507kwfGXkhj9O5f9w7+KYm+5P/AEgzwxRxCGIiONIwTmuQqhQTr7K7DMgta1GpEu8v7O9D9mmMajUi3eX9kj5S8R6iH4+2vWhG7/T+z33db4nT+zS8r91MuJk2jJGp2apYZtwZjfU/5qhTnstDmaZ0VUp5Jic+f9jIU5m50ZUpsRMSH35fhX+dQu5MHxl5Ic79PJf9w7+KYjvy/Cv86dyYPjLyQfp5L/uHfxTEzYHlF5ZYo7KNpNFHexNs8ire19bZr1pj+xsGFDc/3yrTyQ0zPsDLwYTonv3LRK3IdA8CT9JHuf8AtXF0JC316Fd7vQd9emBzaPltyAcq6gHp6RXfb7FQVSvvl5IWdv8A+ey6oi+/dyTEv78vwr/Os9yYPjLyQz+nkv8AuHfxTE2vIvdrNhUZVijYNJn1zaHIq20P+WujK+zTJdmY2Iq+n9nWkvZGHKw/dtiqttbUTE2Pyl4j1EPx9tSdCN3+n9kvu63xOn9mu5a7tpsUio0UShZA+mbflZban/NUea9m2TEPMWIqen9kWc9k4c1C926KqeiYkPkzHPNNHF4q7SVEvYm2ZgL2v7a40z7HQYMJ0T3qrTyQ4E37By8CC6Kkdy08kPe+BJ+kj3P/AGrjaEhb69Cv93oO+vTAeBJ+kj3P/amhIW+vQd3oO+vTAx4XuOLor84AzIrW2W64vxU0JC316Du9B316YGTwJP0ke5/7U0JC316Du9B316YGNe44l2TnA0RGvsuIsOL/AC/zpoSFvr0Hd6Dvr0wNhyV3MPh5BIs6sQrLYxG2tvQ3sqTKZOZLPz2uVbKEySyVDlIixGuVbKW0N3km9ZF7pv766J1THiMPK6MpkjGZWXzTdItx0BkyTesi90399AMk3rIvdN/fQF+EiKLZiGOZ2JAyjxmLaC59PpoDNQHjou5By0m1EDq6YoKDdrNLDhY1JBX/AOCS/sI33NgJnInIEsOIeSQqwLyuHD+O+0a+SRcgNlFlBLtpGui6AAeloBQCgFAKAUBwHlf9ZxH+6xH9ZquMh8szgX7JnykPga/GXyHLv0t09IrdMV92ubeb5rO90ubf/ZDmnlVsoN7E2LaZjpocqn09Fj1Gor4sZHK1PRdvlYi9KLyIT40w1ytTVWi0vusWjV6UXkoGJkzMNbXP7PkgSBSRpbySTYltwO42rz7+Nn01cLrabNlt61vsPPaZj3ipqt1XWomzZVbVdW+y4sw80mYC9xnbVrgsDM4OmU7lsdCu8dFYhxIyWJdVb9f+S7EXVspyMQosdLEWqVWldf8Akuxq6qXU23GeRGaFbs12aEtYAGzOmZdBu1Nbf+R8Bqqq1VUrzSy43f8AK+WarnLVVbW7alUuu/LjFt5LqBYCy6G4vc+MdFOoHtFunStfvIyURLEom2223Ut3FNq2Gn30dKIliUTbbbRdS3J5ptWwvwrsWTMW8k3W2gFtGJ9J9p/4r3Bc9XMzl9PS/wDFNsu96vYjlXXZ6X+dePUo80gG8+MG/ZAC2cAa2NtDvIO7dWFixkRFrf5XW0/L+B5dGjtRFVb66rraeerWqLwEMsrBTcrfID4npLBjruOg6BY7x0VhkWO5Utpdq814akTAwyNMPVLaXatqurfTUiYahDPIXUG1rLpqLjLctbKem48oD2bqzCjRleiO/wB+d33RDMGPMOiIjrrrltTbcv1RE2GxroHUJvIf61hv95hf66VFnvl38CFlH5WJwU7up8ZvGJ0Gmlhv3adP19FUwoB874fyF/0r/wAVe2fCh9Jh/AnAsxTstiove67uk+ST7L6fvrVHe9iIrbfyzqaZh8RiI5iV1U43Lz+pBknkLEeNbMvRYgrPGOgdIJNrm410GlQXxY+dm+ezYqeWvitU2HOiRphX5nns2OTysrxWqW0Qq+LkNsugyR5iQVsxz5t6npCjdpu0NbFmIqqlLqJVaXLbXUv0NqzUZVREuolVpSi211L5aqarzYwklQWsCVBNr2vbW19eup0NXKxFdf8Am06MFXKxFff+baL0Np3N/rmG/wBzD/UFRco/LP8AzWQ8q/JxOH3Q633R4yWNkCyNDGY5naRIdudomTZRZACSGzObKMxyWBBNU8oZK5DMrK7zOzEzzqqlVUIiTyIgWwBN1Cm7E33i16Ak8meZi+yj/CKA0PcNBIEd5nmZimFUCT9kDBwsQugPlu17k6g9N6A30fnn+yi/FLQGXE58jbPLnytkz3C5reLmtra/ooDz/J3dUDiRg8ZCcJiWUtGC4kinUbzh5LDMR0qQrD0UB6SgFAKAUAoBQCgFAKAUAoBQCgOMcodzGMkmmdMO7K2InZSCuqmViDv9FWWUyhLQ4DWOdaibFwLdI5UlIUuxj30VE2LgYPBLHfRZOte2pGlJTf6LgS9MyO/0dgV8Esd9Fk617aaUlN/ouA0zI7/R2A8Esd9Fk617aaUlN/ouA0zI7/R2A8Esd9Fk617aaUlN/ouA0zI7/R2BTwSx30WTrXtppSU3+i4DTMjv9HYFfBLHfRZOte2mlJTf6LgNMyO/0dgPBLHfRZOte2mlJTf6LgNMyO/0dgPBLHfRZOte2mlJTf6LgNMyO/0dgU8Esd9Fk617aaUlN/ouA0zI7/R2BXwSx30WTrXtppSU3+i4DTMjv9HYFPBLHfRZOte2mlJTf6LgY0zI7/R2BK5K7l8amIgdsNIFTEwOx8U2VZVZjYHXQGtE1lGWfBc1rrVTYuBGnMqykSXexr6qqbFwOtnGLwye6fsqslQOMQ9yGPCgHCyXCgb19H11bG5TlEREzui4F2ZliSRqIr+jsC7wSx30WTrXtrOlJTf6LgetMyO/0dgV8Esd9Fk617aaUlN/ouBnTMjv9HYDwSx30WTrXtppSU3+i4DTMjv9HYFPBLHfRZOte2mlJTf6LgNMyO/0dgTuRO5nGR4mGR8NIFSeJ2OhsocEmwOulRpzKEtEgOY11q+S4EOfypKRZZ7GPqq+S7eB1jni8Mnun7KrZUhzxeGT3T9lAYMDiAsSKyyAiNAfm33hQD0UBn54vDJ7p+ygMWGlDTPYMPmofKVl/al9NATaA5p+n0BOTo5w2SaHGwvA4IDB7N5J+oZrDgB6KA9l3Hcsc+wOHxJ3ywqzf6xo4HszA0BuaAUAoBQCgFAKAUAoBQCgFAR8B5sfxfiNASKAUAoBQCgFAKAUAoBQCgFAcj/Sty/yzhuUMOnJyymIxoQFhDpJKZGDJI1vQFFriwN+m9AdaQmwuLGwv9dAXUAoBQCgFAKAUAoBQEaPzz/ZRfiloCTQHHP/ACUxZGFwsVtHxDyE36Y48o0/+09VAe7/AEYYXZckYJfThUk6P8T5zo/10B6RplDBCfGZWYD0hSoY/uzL10BkoDHiJljVnc5VVSzE7goFyT+6gMlAKAUAoBQCgFAKAUBHwHmx/F+I0BIoBQCgFAKAUAoBQCgFAKAUB53ug7t8BgJo4MXiBFJIAVBViApbKGcgWUXB1PoNAeioBQCgFAKAUAoBQCgFARo/PP8AZRfiloCTQHP/ANNXcq/KHJ+aFc02HYzKALs6ZSJES3SRY26SgHTQHp+43lGLE4DDSwkFGgjA3eKVUKym24ggi3soCnL3IoxTLnRHRYMQtn1G0cxGM29mQm/QbEewDRr3LYkNO5dWeRZLOWj8cNYqknzRYhQSozu6+IpykHIoFB3Ky83MRhgf9YEas4ywmQgrKmWMANq2iqtiSBob0BdB3IOXkM2SRXlVpA2yKyqMQkgMirGpZgqWG0Z7XIBsSaA9miBQAAAAAABoABuAoC6gFAKAUAoBQCgI+A82P4vxGgJFAKAUAoBQCgFAKAUAoBQCgOe93/cTyZjsZBJjcVsJSFiWPbRxmdQxsihtb5ntdfTbfYgDoKKAABoALD6qArQCgFAKAUAoBQCgFARo/PP9lF+KWgJNAYMdjI4I3lmcJHGpd2O5VAuSaA8p3N4dsVIMbhlOCw8riTINWxi5fFmlQ+LFmvvALsAt2G6gPZUB5LAcs4h3MaGNmbFYmMNJchUWfGZbKls1hAi2uNNb3GoGCDuzlkTarDGE2OazzxRhX5lzoF5GYELqF83uOe9gRQHoeQOUTOj57Z45TG4CFLNlV7EXYeS66qzA337wANnQCgFAKAUAoBQCgI+A82P4vxGgJFAKAUAoBQCgFAKAUAoBQCgOZfpJ/Rc/K2NixCYoRKI0ikUoSQis7ZoiN7Xa1jbpN+igOlotgBcmwAudSfafbQF1AKAUAoBQCgFAKAUBGj88/wBlF+KWgJNAci/8juVHjwUECkhZ52L2O9YgCFPszMp/hFAdJ7lsQsmCwroLK+EgZRYCwMSkAgbreigNpQGNYVBuFUG5N7Deb3PxHrNAWrhYwbhEByZLhRfJw34fZQF0EKxqFRVRRuCgKB0mwFAZKAUAoBQCgFAKAUByrFd32MhlliRcNljnmRc0chNlkYC5DjWw9Aruy2SoUWE16uW3gWWUyJBjQGxFctVTyMXykY7gwnupfzK36Fg7y9CR3egb69B8pGO4MJ7qX8ymhYO8vQd3oG+vQfKRjuDCe6l/MpoWDvL0Hd6Bvr0HykY7gwnupfzKaFg7y9B3egb69B8pGO4MJ7qX8ymhYO8vQd3oG+vQfKRjuDCe6l/MpoWDvL0Hd6Bvr0HykY7gwnupfzKaFg7y9B3egb69B8pGO4MJ7qX8ymhYO8vQd3oG+vQfKRjuDCe6l/MpoWDvL0Hd6Bvr0HykY7gwnupfzKaFg7y9B3egb69B8pGO4MJ7qX8ymhYO8vQd3oG+vQkcn/pAxss0UbLhgJJ4YyVjkzAPIqkrdyL2PSD9VaZjJMKHCc9HLYnkaJrIkGDBdERy1RK6jpJw7+ufqj/trglZOWRfpKxxUHJhNQD5qX0faVY25GhKiLnL0LW32fgK1Fz16F3ykY7gwnupfzKzoWDvL0PXd6Bvr0HykY7gwnupfzKaFg7y9B3egb69B8pGO4MJ7qX8ymhYO8vQd3oG+vQfKRjuDCe6l/MpoWDvL0Hd6Bvr0JfJPd7jJp4omGHVZJo0JSNwwDMASuZyL69INaJrJUOFBdERy2cCNOZFhQIDojXKqpwOjc3f1z9Uf9tcIrZXm7eufqj/ALaAw4NHeNGMr3ZFY2WO1yAdPFoDLsG9c/VH/bQGPDRkTPd2b5qHeFFvGl4QKAm0Byj/AMjMDn5OilABMWLUE6XCPG4O/Xygmg/9UB6v9FDMeR8HnvfYWFxbxQzBP3ZQNemgPWUAoBQCgFAKAUAoBQCgFAKA4Dyv+s4j/dYj+s1XGQ+WZwL9kz5SHwNfi1JQgXvpu+sVumGq6GqIb5lquhKiX/2RJdqGsC1rnKcpa50PjW6NTvsN+u6ozvfo5URVpqsrz/KedxDf2lHK1FWltFpW2y/+7L7bgGkzN5drm+m4CQeSek5Cdw6N5NeM6Yz9dLa89Xps6qeEdNZ+ultbPPVqurSieqqWYYSAgeMFzsRdTqDM5bN6PFI3236a0hJGSxKolVpZ5rf6baczEFI7bEqiVWln/sq2+lL6czNJAWhVWzMS0Ja+/wAtM4Ps36Vs9298BqOrWqV5pU3e6iPlmo+qrVteaVMfzt1GoGVf2SRv8e9tAben2WvrWukZKJbSiavO3pt9DVSYSjbUSiarL7a0us2+lVLsKrZkzBrhTfQ5QMtl19P/AO9Fe4LX5zM5Fs5UpZ+XmyA2JnszkWzkiUs9epR9oANXN82bS9vHFrAC+4ndrp++sL79ES+2/wAreGzZaeXdoaiLVVrWvlbwrdstKwrKcuZnHkA6AdLBid9ja3TRqR1VKqur6rXpQMSZcqZyql31dXbqprEBlzjMW3LvU2Iyi5JGgbNf27tLUhLHz0zq8tXmZgrM56Z9acNXnq5+VDYV0Dpk3kP9aw3+8wv9dKiz3y7+BCyj8rE4Kd3W2ZvK3DeDbp8no6qphQD53w/kL/pX/ir2z4UPpMP4E4FmJzaZPav1X3N+42/cTWqP7xERWfldfoaZj3qIiw+HPX6L9yDIJC1vHIzDeOlZ4ypB/wBOY6Do1NxUF6R1dm2qlfoqUXZ5/VanPiJMudm2qlfo5KLW662z1Wpc0kpto4GSMN4pvm8fNYDXfl3ezo1rbnxlVL6UStmu2vnsu+htz5hVSxUSiVs121876XfQ2EV8ozb8ovpbW2tTYedmJnXnQhZ2YmfebTub/XMN/uYf6gqLlH5Z/wCayHlX5OJw+6HW+6NpQ0eU4hYtnNmOHQPJt/EEAsQQF1kN2GS4XMQN9PKGSuQ4pArtK0hZp8Ro53IJ5BGFA3DJl+sW30BJ5M8zF9lH+EUBoe4fktoUdpEZXZMKvj7wqYOEZVvuAcuLekGgN9H55/sovxS0BJoDmf6SyeV3j5KwTBztklxko8ZMPEt7K59YSbhAb+LrYG9AdD5MwKYeGOGIWjijSNBe9lVQouek2G+gJNAKAUAoBQCgFAKAUAoBQCgOR4zuKxssssiRqVeeZ1+cUeK0rEfyNWCVypAhQWsci1ThiWiTyzLQYDIbkWqJsTExeAWO9WnvFqRpiW2LyTEk6flNjuSYlg7hsdmK7NbhVY/OLuJIH4TTTEtsXkmI0/KbHckxL/ALHerT3i00xLbF5JiNPymx3JMSyXuGxyi5jXeo84u9mCj+ZppiW2LyTEaflNjuSYl/gFjvVp7xaaYlti8kxGn5TY7kmI8Asd6tPeLTTEtsXkmI0/KbHckxHgFjvVp7xaaYlti8kxGn5TY7kmI8Asd6tPeLTTEtsXkmI0/KbHckxHgFjvVp7xaaYlti8kxGn5TY7kmI8Asd6tPeLTTEtsXkmI0/KbHckxHgFjvVp7xaaYlti8kxGn5TY7kmJI5N7iMbHPDI0S5Y8RDI1pEvlSVWNtd9ga0TOVIESE5jUWqp+ayPN5ZlosB8NqLVU2JidQ5y3qJeuL+6q8VY5JF3AY8KBs00UDzi+irM3LEuiIlF5JiXBmXZVGolF5JiX+AWO9WnvFr1piW2LyTEzp+U2O5JiPALHerT3i00xLbF5JiNPymx3JMR4BY71ae8WmmJbYvJMRp+U2O5JiPALHerT3i00xLbF5JiNPymx3JMSXyP3F42LEQyNEuVJo3NpEJsrAm2u/So03lOBFguY1Fqv5tIs7liXjS7obUWq+SYnTect6iXri/urgFYHOW9RL1xf3UBhwcjpGimCS6oqmxi3hQOKgM3OW9RL1xf3UBTDhjIzFGQFI1GYqSSC5Pkk8QoDNiYFkRkcZldWVh6VIsRp7DQGPAYGKBBHBEkSDcsahFH1BaAkUAoBQCgFAKAUAoBQCgFAKAUBrnxexw5kylrXsAQLsXyqLndqRrQGHB8ozvMIngiQqivKROXChmkCbLxBnvsx5WS1zvtqBOj88/2UX4paA1WK5QxHPUhTJss4zkmzgbJ2soykG5UdK2tpQG1x/kD7WH+qlASaAUAoBQCgFAKAUAoBQCgFAKAUAoBQCgFAKAUAoBQCgFAKAUAoBQCgFAKAUAoBQCgIOHaNosrlCCHVlYgggkggg0AweHw8N9ksSXFjlsL+Mza+nV2P1saUBWOdNs/jL5qLpHFLWaAvKw58/zefiuL7iN/1Ej99YoCzHzplHjL52HpHrUrNASecJxr94VigHOE41+8KUA5wnGv3hSgHOE41+8KUA5wnGv3hSgHOE41+8KUA5wnGv3hSgHOE41+8KUA5wnGv3hSgHOE41+8KUA5wnGv3hSgHOE41+8KUA5wnGv3hSgHOE41+8KUA5wnGv3hSgHOE41+8KUA5wnGv3hSgHOE41+8KUA5wnGv3hSgHOE41+8KUA5wnGv3hSgHOE41+8KUA5wnGv3hSgHOE41+8KUA5wnGv3hSgHOE41+8KUA5wnGv3hSgHOE41+8KUBVZlOgZSfYRQF9AKAUAoBQCgNBDEpBuq+U/QOI182yv89F4/ZCWz4UL9ivCvUK5x7GxXhXqFANivCvUKAbFeFeoUA2K8K9QoBsV4V6hQDYrwr1CgGxXhXqFANivCvUKAbFeFeoUA2K8K9QoBsV4V6hQDYrwr1CgGxXhXqFANivCvUKAbFeFeoUA2K8K9QoBsV4V6hQDYrwr1CgGxXhXqFANivCvUKAbFeFeoUA2K8K9QoBsV4V6hQDYrwr1CgGxXhXqFANivCvUKAbFeFeoUA2K8K9QoBsV4V6hQDYrwr1CgGxXhXqFAUjiUTQ2UD51ugepkrs5A+eb6/Q1xfhN7X0EiigFAKAUAoDR4fd/E/4jXzbK/wA9F4/ZCWz4UMlc49igFAKAUAoBQCgFAKAUAoBQCgFAKAUAoBQCgFAKAUAoBQCgFAKAUAoBQCgLV87D9q39GSuxkD55vr9DXF+E3VfQiKKAUAoBQCgNHh938T/iNfNsr/PReP2Qls+FDJXOPYoBQCgFAKAUAoBQCgFAKAUB5vB8szCJZpFZw2wAURCMFppY41yuzG4G0vu1ArqPk4SxXQ2rSlba1sRFW5EPCOWlS1O6KVpSohUAAqAXudqpxispIHkE4TRt9jqNbDYmToXus5XW2atS5q87eBjPWpP5K5YMuRHTLKVLOAbhVCI2ZSRqDtUH1kj9k1FjyWYjnov+KXca0p9+FNplHGtg7oJVZmlUlNpjkUCLIWaGdljSN2ezOVRjYgA2Y3AWxlrk1j0RsP4lRi37yJVVSlyV/wBmM+l5n5T7oZI4p8sIE8MWIcgvmQbOJHzAi2bz0eni/taiwvqgyDHPYrn/AODlRLrbVVKeVy22mVcbTBcpCVygUgqpMlz5LbRkA9tyjm/oAPTUWNKrCbnqti3edleliGUWpOqKehQCgFAKAUAoBQCgFAKAUAoC1fOw/at/RkrsZA+eb6/Q1xfhN1X0IiigFAKAUAoDR4fd/E/4jXzbK/z0Xj9kJbPhQyVzj2KAUAoBQCgFAKAUAoBQCgFAQIuR4VtZDYFSFMjsoKurrlUmwsyKRYdFb1moqrVVt4JW2xdR5ohevJcIYOI1zAub672LliR06yyb+NvTWe1Rs1W51i06Up9EFELcHyYkUjSLbWKKFRbVY48xC5jcnV2PV9ZRJlz4eYu1VXzW70+4RLSg5Gg8a8QYPtMysS6naEmTxWJAzZmvYa5j6adrjWf5XU42XW32DNQtk5Dw7IY2iBU5s1yxLZgAwdr3YEAAgk3yr6BbKTswjs5HW/i8PPiM1DNg8EI3lfQtNKHYhQu5FRR7bKg1Pt3bq8RY6xGMZqb91qqmUQl1pMigFAKAUAoBQCgFAKAUAoBQFq+dh+1b+jJXYyB8831+hri/CbqvoRFFAKAUAoBQGjw+7+J/xGvm2V/novH7IS2fChkrnHsUAoBQCgFAKAUAoBQCgFAKAUAoBQCgFAKAUAoBQCgFAKAUAoBQCgFAKAUBavnYftW/oyV2MgfPN9foa4vwm6r6ERRQCgFAKAUB5lcfGt1ZrEO4Oh4jVFynkucizcR7GVRV2t+6klj2o1LS7vnFx/C3ZUHQ8/4fVuJ6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l2GxiSTQhGuRIx3EabGQdP111MjZNm4M218RlEt1t2eSniI9qtsPRVdCOKAUAoBQCgP//Z"/>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78854" name="AutoShape 4" descr="data:image/jpeg;base64,/9j/4AAQSkZJRgABAQAAAQABAAD/2wCEAAkGBxIQERUTEBESEhQVEBITFRgVExYUGRYUGBMYGBYWExsYKCosGxonHhUYIj0hJSorLi4uGSAzODMtNygtLisBCgoKDQ0OGxAQGjckICU3Nzc3MzY1LDcuLC03NDQsNC8sNCwxLywsOCw0NywtNzQsLCwsMCw2LCw4LCwsLC81LP/AABEIAJ8BPAMBEQACEQEDEQH/xAAcAAEAAQUBAQAAAAAAAAAAAAAABAECAwUHBgj/xABJEAACAQIDAwULCAgGAgMAAAABAgMAEQQSIRMxUgUUQZHRBhUWIjIzUVNhk6IXI1Rxc5Ky0wc0QoGCobPSQ2JydLHiCMFjg/D/xAAbAQEAAgMBAQAAAAAAAAAAAAAABAYBAwUCB//EAD0RAAECAwMJBQcEAgIDAQAAAAABAgMEESEx0QUSFUFRUnGRoRQWU2GBBhMyNLHB8BdUkuEi8SMzQ2JyB//aAAwDAQACEQMRAD8A9Bi8VJtZPnZfPS/4r7to2g1qqzszHbMPa16oldqlKyjOTDJp7WxFREXapi51J66X3snbUXtcxvrzUh9um/EdzUpzx/XS9P8AjP0b+mnapnfXmpnts34jualDjn9fL0/40h3b7C+tZ7VM7681HbJzxHc1KjGSeul3X87Ju9O+napnfXmo7bN+I7mpUYuQ7ppffSdtY7XMb681Mdum0/8AI7mo51J62b3snbWO2THiLzUx2+a8R3NT3vIUSHBwPIdThoWZmc6kxrcsSd5Jq4wVVYbVXYhfZdVWE1V2J9CeMNFe2l99sxv/AM1sNp43uvZo8SFR5EXYIbLI6i5eS5sDv0HVXEyvGiQ8zMcqX3ehXsux4sJYfu3Kla3LTYaHvk1wvOJLlWYDbPqqkBiNdwLCuR2ibpXPdTipwu1TubnZ7qcVK98GzBdvLcrmA2z6i4F9/tFO0Tears91E81Hap3NV2e6ieal3PH3baW+v+M/Rv6a89rmd9eanjts34jualedyXttpb2vbbPu66drmN9eajt03f7x3NTHLyiyqXaeUKASTtZDoASbWOu47qykzNKuaj1rxU9NnJxzs1Ijq8VMnO5LkbaW43/PPp9etFmplL3rzUws5ONviO5qet7ik2sUhkLuRiCAWdmsNlGbC53XJ66sOSoj4kCr1qtdZacixYkSWznqqrVbzeiGE9K6mw8c6m9rDX2iukdc0XdqmzhjMZdCcQASrspI2UhsbHdcDqrn5TiOZLqrVotUOXliI+HKq5iqi1S48lzqT1s3vZO2q32yY8RealS7dNeI7mpRsa43zS7ifPSbh++napnfXmpnts34jualqY9yARPLY2t89J029vtHXXp0xNNVWq91U81PTpqda5Wq91U81LjjX1O3lsDY/PPofQda89qmd9eannts34jualedyXttpb2v5593p307XM7681Mdum/EdzUc6k9bN72Ttp2yY8Reajt814juam37lXZ8SFd5GXZubNI5Fxa2hNdPJMeLEjKj3KqU1r5odjIkzHiTCte9VSmtV2oe1bDRDQ2B1OrHo39NWEtJgx2Hj2MjJ0RyWIY6EKdxB33oDJiYoY1zPoMyLe7b2YKu72sBQGPk8wYhBJFdkJIBIkW9iRdc1rrpoRoRqLigJHJ4shGukkoFyTptG9NAQuUOWtjOkRjsHCWd2yIzuzKsaEixe6i63Bsy2zE2oDVcld1jyJhw8Hzk0MbHIxZFkfDmZQxAORTa3jWa5FgQQSBlwvdSebxyPA7SMQpSLxiX5gcX82N5uBlA33NAbnknlAYiPMMtwxVgr5wCOjcCDqNCAf5EgTaAUAoBQCgOU4vzsv2839Rqp2UPmX8ShZT+bicSJjIi62UgMCGUndmBuL+zoPsJqPCejHVW7XwIsCIjH1W65eCmrk5GbMbEEFR4xYhgwTKRYA3BN28oeW2hvrNSdbS2qU1eXPUlly8ToJPsolapRbtVNWvUlly3Xl2K5JYspiEaDIqt9QDaZcp08beCpF+ncfMObREXPVVt/Lap1qh5hTzURfeKq2qv4tU5LVFLMRyO7kj5qxznN42ds0Jj2baeQLg3ufJUZdL16ZOMamvhqvrXjq+56hz0NqItvCynxZ1b79V3qbPCYbZmSwUK0gZQosANkikW6PGVjp6aiRYmeja3on3VSDGje8Rtb0Si81X7kitJoU9i3Jj4nk3CLEELpDh3XM5jseblMynK4zAOdGRx7L2IvED/AKm8EPo0t/0s4J9DFyHyHMuIzSLCoimV2lRSjTt3vjgKhAABFclr5jrGoyi1xtNxrP0hw7SZkIBzYRVsbgG7yixtr1Vw8rvzHwnbK/YrmXX+7iQX7FVfptsPEd6JSATsi1pRY2NlZ4mAzBBfzTDMV0zDysusDtcJLLfyuqq0v22+VbOYk9BSxK0s52pdnLS/bbTVWy+LkmRApURFlaRtWYb59qq5spNrEi/p6NbAs3DcitWtFRE1bFTbwxMunoTkc1a0VETVqRUur5pyv1l0HJciyK/zfluzkG9wZZHChWU+s3hlIN/K6fL5pisVtt1nJErYvldaa3zkN0NWW3UTkiVsXyuoqU2GXE8nMzSaRWe5Dm5dbxBMgHDoTfMPKIt01rhzDWtbfZq1LbWv4mw1w5prGtvs1WUW2tePotyWkfEckyOjjJAC6yrs7ts0zoihgcupGS/kr5Z9FztbNsSiW2UWtlb60vu9fQ3NnobaJVbFRc6zOWiqtL7rdq8NkrA4Bkld2IIJkIIY3bO+azLYWtu8pr2G7dWuYmWRG0SuqzVZ6+tyeprmptkVtG1S6yylnrrvuS2t50LuJiz4addPGnddb21giGtrHqIrt5H+X9VLDkH5X1X7Gq8GcTcRNFh2DwYtBmOeOBXGFS+dYkLuArkKwBIBG0tu6p2jcd3a2w8Ive2IUX9PzMutczK3yy8UOPlz5ReKHjKqpSzVYvBNJMSFQDLAc5vmGR3bKmmt9x1Fg243tU+DGZDgpW+rrOKIlv8Ao6UCYZCgJVarV1m2qIlv+ltQrBySFdTljyrGgtb9sKwLAW3+MNd+lZiTqOY9Laqq8qpZf5HqLlBHw3ttq5VVOFUWl/kvkQ05EkCEWizfNWs5UZkEilx4hVTZxpkI0t6GrY6dhrdXX1pZfVeaGx2UIS3VvXUi2LSy+q3X1RdfkScJyW6yhnZWsEJI8UgrEEKqoHk3BPlAeMRl6a0xJpjmqjUVL+q123+i8TTFnGOaqNRUvsvvWtVWt/otyWm3qCc03fcd+tr9nJ/6rrZG/wC9eH3Q7mQPmV/+V+qG+5Y5EklkkZUw77SLJnkzbSEiN1URWU3BLnpW2ZjZr2qzlwNniMOseGdEVVCwuAFAUDxDuAoC/lXCGaMILedgc33WSZHYdSmgKci4Lm+HiisoKRqpy6LcDUjd00BlwPkn7WX+o1AYsTyVDJIJHjDOuTW5scjl484Bs2ViWGYHKTcWNAQcByZgjleKMDZsAhOdQGVcoKBtCQr7PMP2fEvYWAF47m8He2xQ5RaxLNa8JhvYneYzkvvKgDoFgNhgsGkKlYwRdizEszszGwu7MSWNgBcncANwFASKAUAoBQCgOI8pcrOs8ygLpiZx09ErVtT2ThTae/WKqK62lENzfYiDOp2l0ZUV9tKJYR+/L8K/zrPcmD4y8kPX6eS/7h38UxHfl+Ff507kwfGXkg/TyX/cO/imI78vwr/OncmD4y8kH6eS/wC4d/FMR34fhX+dO5MHxl5IP07l/wBw7+KYjvw/Cv8AOncmD4y8kH6eS/7h38UxHfl+Ff507kwfGXkhj9O5f9w7+KYm+5P/AEgzwxRxCGIiONIwTmuQqhQTr7K7DMgta1GpEu8v7O9D9mmMajUi3eX9kj5S8R6iH4+2vWhG7/T+z33db4nT+zS8r91MuJk2jJGp2apYZtwZjfU/5qhTnstDmaZ0VUp5Jic+f9jIU5m50ZUpsRMSH35fhX+dQu5MHxl5Ic79PJf9w7+KYjvy/Cv86dyYPjLyQfp5L/uHfxTEzYHlF5ZYo7KNpNFHexNs8ire19bZr1pj+xsGFDc/3yrTyQ0zPsDLwYTonv3LRK3IdA8CT9JHuf8AtXF0JC316Fd7vQd9emBzaPltyAcq6gHp6RXfb7FQVSvvl5IWdv8A+ey6oi+/dyTEv78vwr/Os9yYPjLyQz+nkv8AuHfxTE2vIvdrNhUZVijYNJn1zaHIq20P+WujK+zTJdmY2Iq+n9nWkvZGHKw/dtiqttbUTE2Pyl4j1EPx9tSdCN3+n9kvu63xOn9mu5a7tpsUio0UShZA+mbflZban/NUea9m2TEPMWIqen9kWc9k4c1C926KqeiYkPkzHPNNHF4q7SVEvYm2ZgL2v7a40z7HQYMJ0T3qrTyQ4E37By8CC6Kkdy08kPe+BJ+kj3P/AGrjaEhb69Cv93oO+vTAeBJ+kj3P/amhIW+vQd3oO+vTAx4XuOLor84AzIrW2W64vxU0JC316Du9B316YGTwJP0ke5/7U0JC316Du9B316YGNe44l2TnA0RGvsuIsOL/AC/zpoSFvr0Hd6Dvr0wNhyV3MPh5BIs6sQrLYxG2tvQ3sqTKZOZLPz2uVbKEySyVDlIixGuVbKW0N3km9ZF7pv766J1THiMPK6MpkjGZWXzTdItx0BkyTesi90399AMk3rIvdN/fQF+EiKLZiGOZ2JAyjxmLaC59PpoDNQHjou5By0m1EDq6YoKDdrNLDhY1JBX/AOCS/sI33NgJnInIEsOIeSQqwLyuHD+O+0a+SRcgNlFlBLtpGui6AAeloBQCgFAKAUBwHlf9ZxH+6xH9ZquMh8szgX7JnykPga/GXyHLv0t09IrdMV92ubeb5rO90ubf/ZDmnlVsoN7E2LaZjpocqn09Fj1Gor4sZHK1PRdvlYi9KLyIT40w1ytTVWi0vusWjV6UXkoGJkzMNbXP7PkgSBSRpbySTYltwO42rz7+Nn01cLrabNlt61vsPPaZj3ipqt1XWomzZVbVdW+y4sw80mYC9xnbVrgsDM4OmU7lsdCu8dFYhxIyWJdVb9f+S7EXVspyMQosdLEWqVWldf8Akuxq6qXU23GeRGaFbs12aEtYAGzOmZdBu1Nbf+R8Bqqq1VUrzSy43f8AK+WarnLVVbW7alUuu/LjFt5LqBYCy6G4vc+MdFOoHtFunStfvIyURLEom2223Ut3FNq2Gn30dKIliUTbbbRdS3J5ptWwvwrsWTMW8k3W2gFtGJ9J9p/4r3Bc9XMzl9PS/wDFNsu96vYjlXXZ6X+dePUo80gG8+MG/ZAC2cAa2NtDvIO7dWFixkRFrf5XW0/L+B5dGjtRFVb66rraeerWqLwEMsrBTcrfID4npLBjruOg6BY7x0VhkWO5Utpdq814akTAwyNMPVLaXatqurfTUiYahDPIXUG1rLpqLjLctbKem48oD2bqzCjRleiO/wB+d33RDMGPMOiIjrrrltTbcv1RE2GxroHUJvIf61hv95hf66VFnvl38CFlH5WJwU7up8ZvGJ0Gmlhv3adP19FUwoB874fyF/0r/wAVe2fCh9Jh/AnAsxTstiove67uk+ST7L6fvrVHe9iIrbfyzqaZh8RiI5iV1U43Lz+pBknkLEeNbMvRYgrPGOgdIJNrm410GlQXxY+dm+ezYqeWvitU2HOiRphX5nns2OTysrxWqW0Qq+LkNsugyR5iQVsxz5t6npCjdpu0NbFmIqqlLqJVaXLbXUv0NqzUZVREuolVpSi211L5aqarzYwklQWsCVBNr2vbW19eup0NXKxFdf8Am06MFXKxFff+baL0Np3N/rmG/wBzD/UFRco/LP8AzWQ8q/JxOH3Q633R4yWNkCyNDGY5naRIdudomTZRZACSGzObKMxyWBBNU8oZK5DMrK7zOzEzzqqlVUIiTyIgWwBN1Cm7E33i16Ak8meZi+yj/CKA0PcNBIEd5nmZimFUCT9kDBwsQugPlu17k6g9N6A30fnn+yi/FLQGXE58jbPLnytkz3C5reLmtra/ooDz/J3dUDiRg8ZCcJiWUtGC4kinUbzh5LDMR0qQrD0UB6SgFAKAUAoBQCgFAKAUAoBQCgOMcodzGMkmmdMO7K2InZSCuqmViDv9FWWUyhLQ4DWOdaibFwLdI5UlIUuxj30VE2LgYPBLHfRZOte2pGlJTf6LgS9MyO/0dgV8Esd9Fk617aaUlN/ouA0zI7/R2A8Esd9Fk617aaUlN/ouA0zI7/R2A8Esd9Fk617aaUlN/ouA0zI7/R2BTwSx30WTrXtppSU3+i4DTMjv9HYFfBLHfRZOte2mlJTf6LgNMyO/0dgPBLHfRZOte2mlJTf6LgNMyO/0dgPBLHfRZOte2mlJTf6LgNMyO/0dgU8Esd9Fk617aaUlN/ouA0zI7/R2BXwSx30WTrXtppSU3+i4DTMjv9HYFPBLHfRZOte2mlJTf6LgY0zI7/R2BK5K7l8amIgdsNIFTEwOx8U2VZVZjYHXQGtE1lGWfBc1rrVTYuBGnMqykSXexr6qqbFwOtnGLwye6fsqslQOMQ9yGPCgHCyXCgb19H11bG5TlEREzui4F2ZliSRqIr+jsC7wSx30WTrXtrOlJTf6LgetMyO/0dgV8Esd9Fk617aaUlN/ouBnTMjv9HYDwSx30WTrXtppSU3+i4DTMjv9HYFPBLHfRZOte2mlJTf6LgNMyO/0dgTuRO5nGR4mGR8NIFSeJ2OhsocEmwOulRpzKEtEgOY11q+S4EOfypKRZZ7GPqq+S7eB1jni8Mnun7KrZUhzxeGT3T9lAYMDiAsSKyyAiNAfm33hQD0UBn54vDJ7p+ygMWGlDTPYMPmofKVl/al9NATaA5p+n0BOTo5w2SaHGwvA4IDB7N5J+oZrDgB6KA9l3Hcsc+wOHxJ3ywqzf6xo4HszA0BuaAUAoBQCgFAKAUAoBQCgFAR8B5sfxfiNASKAUAoBQCgFAKAUAoBQCgFAcj/Sty/yzhuUMOnJyymIxoQFhDpJKZGDJI1vQFFriwN+m9AdaQmwuLGwv9dAXUAoBQCgFAKAUAoBQEaPzz/ZRfiloCTQHHP/ACUxZGFwsVtHxDyE36Y48o0/+09VAe7/AEYYXZckYJfThUk6P8T5zo/10B6RplDBCfGZWYD0hSoY/uzL10BkoDHiJljVnc5VVSzE7goFyT+6gMlAKAUAoBQCgFAKAUBHwHmx/F+I0BIoBQCgFAKAUAoBQCgFAKAUB53ug7t8BgJo4MXiBFJIAVBViApbKGcgWUXB1PoNAeioBQCgFAKAUAoBQCgFARo/PP8AZRfiloCTQHP/ANNXcq/KHJ+aFc02HYzKALs6ZSJES3SRY26SgHTQHp+43lGLE4DDSwkFGgjA3eKVUKym24ggi3soCnL3IoxTLnRHRYMQtn1G0cxGM29mQm/QbEewDRr3LYkNO5dWeRZLOWj8cNYqknzRYhQSozu6+IpykHIoFB3Ky83MRhgf9YEas4ywmQgrKmWMANq2iqtiSBob0BdB3IOXkM2SRXlVpA2yKyqMQkgMirGpZgqWG0Z7XIBsSaA9miBQAAAAAABoABuAoC6gFAKAUAoBQCgI+A82P4vxGgJFAKAUAoBQCgFAKAUAoBQCgOe93/cTyZjsZBJjcVsJSFiWPbRxmdQxsihtb5ntdfTbfYgDoKKAABoALD6qArQCgFAKAUAoBQCgFARo/PP9lF+KWgJNAYMdjI4I3lmcJHGpd2O5VAuSaA8p3N4dsVIMbhlOCw8riTINWxi5fFmlQ+LFmvvALsAt2G6gPZUB5LAcs4h3MaGNmbFYmMNJchUWfGZbKls1hAi2uNNb3GoGCDuzlkTarDGE2OazzxRhX5lzoF5GYELqF83uOe9gRQHoeQOUTOj57Z45TG4CFLNlV7EXYeS66qzA337wANnQCgFAKAUAoBQCgI+A82P4vxGgJFAKAUAoBQCgFAKAUAoBQCgOZfpJ/Rc/K2NixCYoRKI0ikUoSQis7ZoiN7Xa1jbpN+igOlotgBcmwAudSfafbQF1AKAUAoBQCgFAKAUBGj88/wBlF+KWgJNAci/8juVHjwUECkhZ52L2O9YgCFPszMp/hFAdJ7lsQsmCwroLK+EgZRYCwMSkAgbreigNpQGNYVBuFUG5N7Deb3PxHrNAWrhYwbhEByZLhRfJw34fZQF0EKxqFRVRRuCgKB0mwFAZKAUAoBQCgFAKAUByrFd32MhlliRcNljnmRc0chNlkYC5DjWw9Aruy2SoUWE16uW3gWWUyJBjQGxFctVTyMXykY7gwnupfzK36Fg7y9CR3egb69B8pGO4MJ7qX8ymhYO8vQd3oG+vQfKRjuDCe6l/MpoWDvL0Hd6Bvr0HykY7gwnupfzKaFg7y9B3egb69B8pGO4MJ7qX8ymhYO8vQd3oG+vQfKRjuDCe6l/MpoWDvL0Hd6Bvr0HykY7gwnupfzKaFg7y9B3egb69B8pGO4MJ7qX8ymhYO8vQd3oG+vQfKRjuDCe6l/MpoWDvL0Hd6Bvr0HykY7gwnupfzKaFg7y9B3egb69B8pGO4MJ7qX8ymhYO8vQd3oG+vQkcn/pAxss0UbLhgJJ4YyVjkzAPIqkrdyL2PSD9VaZjJMKHCc9HLYnkaJrIkGDBdERy1RK6jpJw7+ufqj/trglZOWRfpKxxUHJhNQD5qX0faVY25GhKiLnL0LW32fgK1Fz16F3ykY7gwnupfzKzoWDvL0PXd6Bvr0HykY7gwnupfzKaFg7y9B3egb69B8pGO4MJ7qX8ymhYO8vQd3oG+vQfKRjuDCe6l/MpoWDvL0Hd6Bvr0JfJPd7jJp4omGHVZJo0JSNwwDMASuZyL69INaJrJUOFBdERy2cCNOZFhQIDojXKqpwOjc3f1z9Uf9tcIrZXm7eufqj/ALaAw4NHeNGMr3ZFY2WO1yAdPFoDLsG9c/VH/bQGPDRkTPd2b5qHeFFvGl4QKAm0Byj/AMjMDn5OilABMWLUE6XCPG4O/Xygmg/9UB6v9FDMeR8HnvfYWFxbxQzBP3ZQNemgPWUAoBQCgFAKAUAoBQCgFAKA4Dyv+s4j/dYj+s1XGQ+WZwL9kz5SHwNfi1JQgXvpu+sVumGq6GqIb5lquhKiX/2RJdqGsC1rnKcpa50PjW6NTvsN+u6ozvfo5URVpqsrz/KedxDf2lHK1FWltFpW2y/+7L7bgGkzN5drm+m4CQeSek5Cdw6N5NeM6Yz9dLa89Xps6qeEdNZ+ultbPPVqurSieqqWYYSAgeMFzsRdTqDM5bN6PFI3236a0hJGSxKolVpZ5rf6baczEFI7bEqiVWln/sq2+lL6czNJAWhVWzMS0Ja+/wAtM4Ps36Vs9298BqOrWqV5pU3e6iPlmo+qrVteaVMfzt1GoGVf2SRv8e9tAben2WvrWukZKJbSiavO3pt9DVSYSjbUSiarL7a0us2+lVLsKrZkzBrhTfQ5QMtl19P/AO9Fe4LX5zM5Fs5UpZ+XmyA2JnszkWzkiUs9epR9oANXN82bS9vHFrAC+4ndrp++sL79ES+2/wAreGzZaeXdoaiLVVrWvlbwrdstKwrKcuZnHkA6AdLBid9ja3TRqR1VKqur6rXpQMSZcqZyql31dXbqprEBlzjMW3LvU2Iyi5JGgbNf27tLUhLHz0zq8tXmZgrM56Z9acNXnq5+VDYV0Dpk3kP9aw3+8wv9dKiz3y7+BCyj8rE4Kd3W2ZvK3DeDbp8no6qphQD53w/kL/pX/ir2z4UPpMP4E4FmJzaZPav1X3N+42/cTWqP7xERWfldfoaZj3qIiw+HPX6L9yDIJC1vHIzDeOlZ4ypB/wBOY6Do1NxUF6R1dm2qlfoqUXZ5/VanPiJMudm2qlfo5KLW662z1Wpc0kpto4GSMN4pvm8fNYDXfl3ezo1rbnxlVL6UStmu2vnsu+htz5hVSxUSiVs121876XfQ2EV8ozb8ovpbW2tTYedmJnXnQhZ2YmfebTub/XMN/uYf6gqLlH5Z/wCayHlX5OJw+6HW+6NpQ0eU4hYtnNmOHQPJt/EEAsQQF1kN2GS4XMQN9PKGSuQ4pArtK0hZp8Ro53IJ5BGFA3DJl+sW30BJ5M8zF9lH+EUBoe4fktoUdpEZXZMKvj7wqYOEZVvuAcuLekGgN9H55/sovxS0BJoDmf6SyeV3j5KwTBztklxko8ZMPEt7K59YSbhAb+LrYG9AdD5MwKYeGOGIWjijSNBe9lVQouek2G+gJNAKAUAoBQCgFAKAUAoBQCgOR4zuKxssssiRqVeeZ1+cUeK0rEfyNWCVypAhQWsci1ThiWiTyzLQYDIbkWqJsTExeAWO9WnvFqRpiW2LyTEk6flNjuSYlg7hsdmK7NbhVY/OLuJIH4TTTEtsXkmI0/KbHckxL/ALHerT3i00xLbF5JiNPymx3JMSyXuGxyi5jXeo84u9mCj+ZppiW2LyTEaflNjuSYl/gFjvVp7xaaYlti8kxGn5TY7kmI8Asd6tPeLTTEtsXkmI0/KbHckxHgFjvVp7xaaYlti8kxGn5TY7kmI8Asd6tPeLTTEtsXkmI0/KbHckxHgFjvVp7xaaYlti8kxGn5TY7kmI8Asd6tPeLTTEtsXkmI0/KbHckxHgFjvVp7xaaYlti8kxGn5TY7kmJI5N7iMbHPDI0S5Y8RDI1pEvlSVWNtd9ga0TOVIESE5jUWqp+ayPN5ZlosB8NqLVU2JidQ5y3qJeuL+6q8VY5JF3AY8KBs00UDzi+irM3LEuiIlF5JiXBmXZVGolF5JiX+AWO9WnvFr1piW2LyTEzp+U2O5JiPALHerT3i00xLbF5JiNPymx3JMR4BY71ae8WmmJbYvJMRp+U2O5JiPALHerT3i00xLbF5JiNPymx3JMSXyP3F42LEQyNEuVJo3NpEJsrAm2u/So03lOBFguY1Fqv5tIs7liXjS7obUWq+SYnTect6iXri/urgFYHOW9RL1xf3UBhwcjpGimCS6oqmxi3hQOKgM3OW9RL1xf3UBTDhjIzFGQFI1GYqSSC5Pkk8QoDNiYFkRkcZldWVh6VIsRp7DQGPAYGKBBHBEkSDcsahFH1BaAkUAoBQCgFAKAUAoBQCgFAKAUBrnxexw5kylrXsAQLsXyqLndqRrQGHB8ozvMIngiQqivKROXChmkCbLxBnvsx5WS1zvtqBOj88/2UX4paA1WK5QxHPUhTJss4zkmzgbJ2soykG5UdK2tpQG1x/kD7WH+qlASaAUAoBQCgFAKAUAoBQCgFAKAUAoBQCgFAKAUAoBQCgFAKAUAoBQCgFAKAUAoBQCgIOHaNosrlCCHVlYgggkggg0AweHw8N9ksSXFjlsL+Mza+nV2P1saUBWOdNs/jL5qLpHFLWaAvKw58/zefiuL7iN/1Ej99YoCzHzplHjL52HpHrUrNASecJxr94VigHOE41+8KUA5wnGv3hSgHOE41+8KUA5wnGv3hSgHOE41+8KUA5wnGv3hSgHOE41+8KUA5wnGv3hSgHOE41+8KUA5wnGv3hSgHOE41+8KUA5wnGv3hSgHOE41+8KUA5wnGv3hSgHOE41+8KUA5wnGv3hSgHOE41+8KUA5wnGv3hSgHOE41+8KUA5wnGv3hSgHOE41+8KUA5wnGv3hSgHOE41+8KUA5wnGv3hSgHOE41+8KUA5wnGv3hSgHOE41+8KUBVZlOgZSfYRQF9AKAUAoBQCgNBDEpBuq+U/QOI182yv89F4/ZCWz4UL9ivCvUK5x7GxXhXqFANivCvUKAbFeFeoUA2K8K9QoBsV4V6hQDYrwr1CgGxXhXqFANivCvUKAbFeFeoUA2K8K9QoBsV4V6hQDYrwr1CgGxXhXqFANivCvUKAbFeFeoUA2K8K9QoBsV4V6hQDYrwr1CgGxXhXqFANivCvUKAbFeFeoUA2K8K9QoBsV4V6hQDYrwr1CgGxXhXqFANivCvUKAbFeFeoUA2K8K9QoBsV4V6hQDYrwr1CgGxXhXqFAUjiUTQ2UD51ugepkrs5A+eb6/Q1xfhN7X0EiigFAKAUAoDR4fd/E/4jXzbK/wA9F4/ZCWz4UMlc49igFAKAUAoBQCgFAKAUAoBQCgFAKAUAoBQCgFAKAUAoBQCgFAKAUAoBQCgLV87D9q39GSuxkD55vr9DXF+E3VfQiKKAUAoBQCgNHh938T/iNfNsr/PReP2Qls+FDJXOPYoBQCgFAKAUAoBQCgFAKAUB5vB8szCJZpFZw2wAURCMFppY41yuzG4G0vu1ArqPk4SxXQ2rSlba1sRFW5EPCOWlS1O6KVpSohUAAqAXudqpxispIHkE4TRt9jqNbDYmToXus5XW2atS5q87eBjPWpP5K5YMuRHTLKVLOAbhVCI2ZSRqDtUH1kj9k1FjyWYjnov+KXca0p9+FNplHGtg7oJVZmlUlNpjkUCLIWaGdljSN2ezOVRjYgA2Y3AWxlrk1j0RsP4lRi37yJVVSlyV/wBmM+l5n5T7oZI4p8sIE8MWIcgvmQbOJHzAi2bz0eni/taiwvqgyDHPYrn/AODlRLrbVVKeVy22mVcbTBcpCVygUgqpMlz5LbRkA9tyjm/oAPTUWNKrCbnqti3edleliGUWpOqKehQCgFAKAUAoBQCgFAKAUAoC1fOw/at/RkrsZA+eb6/Q1xfhN1X0IiigFAKAUAoDR4fd/E/4jXzbK/z0Xj9kJbPhQyVzj2KAUAoBQCgFAKAUAoBQCgFAQIuR4VtZDYFSFMjsoKurrlUmwsyKRYdFb1moqrVVt4JW2xdR5ohevJcIYOI1zAub672LliR06yyb+NvTWe1Rs1W51i06Up9EFELcHyYkUjSLbWKKFRbVY48xC5jcnV2PV9ZRJlz4eYu1VXzW70+4RLSg5Gg8a8QYPtMysS6naEmTxWJAzZmvYa5j6adrjWf5XU42XW32DNQtk5Dw7IY2iBU5s1yxLZgAwdr3YEAAgk3yr6BbKTswjs5HW/i8PPiM1DNg8EI3lfQtNKHYhQu5FRR7bKg1Pt3bq8RY6xGMZqb91qqmUQl1pMigFAKAUAoBQCgFAKAUAoBQFq+dh+1b+jJXYyB8831+hri/CbqvoRFFAKAUAoBQGjw+7+J/xGvm2V/novH7IS2fChkrnHsUAoBQCgFAKAUAoBQCgFAKAUAoBQCgFAKAUAoBQCgFAKAUAoBQCgFAKAUBavnYftW/oyV2MgfPN9foa4vwm6r6ERRQCgFAKAUB5lcfGt1ZrEO4Oh4jVFynkucizcR7GVRV2t+6klj2o1LS7vnFx/C3ZUHQ8/4fVuJ6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l2GxiSTQhGuRIx3EabGQdP111MjZNm4M218RlEt1t2eSniI9qtsPRVdCOKAUAoBQCgP//Z"/>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78855" name="AutoShape 6" descr="data:image/jpeg;base64,/9j/4AAQSkZJRgABAQAAAQABAAD/2wCEAAkGBxIQERUTEBESEhQVEBITFRgVExYUGRYUGBMYGBYWExsYKCosGxonHhUYIj0hJSorLi4uGSAzODMtNygtLisBCgoKDQ0OGxAQGjckICU3Nzc3MzY1LDcuLC03NDQsNC8sNCwxLywsOCw0NywtNzQsLCwsMCw2LCw4LCwsLC81LP/AABEIAJ8BPAMBEQACEQEDEQH/xAAcAAEAAQUBAQAAAAAAAAAAAAAABAECAwUHBgj/xABJEAACAQIDAwULCAgGAgMAAAABAgMAEQQSIRMxUgUUQZHRBhUWIjIzUVNhk6IXI1Rxc5Ky0wc0QoGCobPSQ2JydLHiCMFjg/D/xAAbAQEAAgMBAQAAAAAAAAAAAAAABAYBAwUCB//EAD0RAAECAwMJBQcEAgIDAQAAAAABAgMEESEx0QUSFUFRUnGRoRQWU2GBBhMyNLHB8BdUkuEi8SMzQ2JyB//aAAwDAQACEQMRAD8A9Bi8VJtZPnZfPS/4r7to2g1qqzszHbMPa16oldqlKyjOTDJp7WxFREXapi51J66X3snbUXtcxvrzUh9um/EdzUpzx/XS9P8AjP0b+mnapnfXmpnts34jualDjn9fL0/40h3b7C+tZ7VM7681HbJzxHc1KjGSeul3X87Ju9O+napnfXmo7bN+I7mpUYuQ7ppffSdtY7XMb681Mdum0/8AI7mo51J62b3snbWO2THiLzUx2+a8R3NT3vIUSHBwPIdThoWZmc6kxrcsSd5Jq4wVVYbVXYhfZdVWE1V2J9CeMNFe2l99sxv/AM1sNp43uvZo8SFR5EXYIbLI6i5eS5sDv0HVXEyvGiQ8zMcqX3ehXsux4sJYfu3Kla3LTYaHvk1wvOJLlWYDbPqqkBiNdwLCuR2ibpXPdTipwu1TubnZ7qcVK98GzBdvLcrmA2z6i4F9/tFO0Tears91E81Hap3NV2e6ieal3PH3baW+v+M/Rv6a89rmd9eanjts34jualedyXttpb2vbbPu66drmN9eajt03f7x3NTHLyiyqXaeUKASTtZDoASbWOu47qykzNKuaj1rxU9NnJxzs1Ijq8VMnO5LkbaW43/PPp9etFmplL3rzUws5ONviO5qet7ik2sUhkLuRiCAWdmsNlGbC53XJ66sOSoj4kCr1qtdZacixYkSWznqqrVbzeiGE9K6mw8c6m9rDX2iukdc0XdqmzhjMZdCcQASrspI2UhsbHdcDqrn5TiOZLqrVotUOXliI+HKq5iqi1S48lzqT1s3vZO2q32yY8RealS7dNeI7mpRsa43zS7ifPSbh++napnfXmpnts34jualqY9yARPLY2t89J029vtHXXp0xNNVWq91U81PTpqda5Wq91U81LjjX1O3lsDY/PPofQda89qmd9eannts34jualedyXttpb2v5593p307XM7681Mdum/EdzUc6k9bN72Ttp2yY8Reajt814juam37lXZ8SFd5GXZubNI5Fxa2hNdPJMeLEjKj3KqU1r5odjIkzHiTCte9VSmtV2oe1bDRDQ2B1OrHo39NWEtJgx2Hj2MjJ0RyWIY6EKdxB33oDJiYoY1zPoMyLe7b2YKu72sBQGPk8wYhBJFdkJIBIkW9iRdc1rrpoRoRqLigJHJ4shGukkoFyTptG9NAQuUOWtjOkRjsHCWd2yIzuzKsaEixe6i63Bsy2zE2oDVcld1jyJhw8Hzk0MbHIxZFkfDmZQxAORTa3jWa5FgQQSBlwvdSebxyPA7SMQpSLxiX5gcX82N5uBlA33NAbnknlAYiPMMtwxVgr5wCOjcCDqNCAf5EgTaAUAoBQCgOU4vzsv2839Rqp2UPmX8ShZT+bicSJjIi62UgMCGUndmBuL+zoPsJqPCejHVW7XwIsCIjH1W65eCmrk5GbMbEEFR4xYhgwTKRYA3BN28oeW2hvrNSdbS2qU1eXPUlly8ToJPsolapRbtVNWvUlly3Xl2K5JYspiEaDIqt9QDaZcp08beCpF+ncfMObREXPVVt/Lap1qh5hTzURfeKq2qv4tU5LVFLMRyO7kj5qxznN42ds0Jj2baeQLg3ufJUZdL16ZOMamvhqvrXjq+56hz0NqItvCynxZ1b79V3qbPCYbZmSwUK0gZQosANkikW6PGVjp6aiRYmeja3on3VSDGje8Rtb0Si81X7kitJoU9i3Jj4nk3CLEELpDh3XM5jseblMynK4zAOdGRx7L2IvED/AKm8EPo0t/0s4J9DFyHyHMuIzSLCoimV2lRSjTt3vjgKhAABFclr5jrGoyi1xtNxrP0hw7SZkIBzYRVsbgG7yixtr1Vw8rvzHwnbK/YrmXX+7iQX7FVfptsPEd6JSATsi1pRY2NlZ4mAzBBfzTDMV0zDysusDtcJLLfyuqq0v22+VbOYk9BSxK0s52pdnLS/bbTVWy+LkmRApURFlaRtWYb59qq5spNrEi/p6NbAs3DcitWtFRE1bFTbwxMunoTkc1a0VETVqRUur5pyv1l0HJciyK/zfluzkG9wZZHChWU+s3hlIN/K6fL5pisVtt1nJErYvldaa3zkN0NWW3UTkiVsXyuoqU2GXE8nMzSaRWe5Dm5dbxBMgHDoTfMPKIt01rhzDWtbfZq1LbWv4mw1w5prGtvs1WUW2tePotyWkfEckyOjjJAC6yrs7ts0zoihgcupGS/kr5Z9FztbNsSiW2UWtlb60vu9fQ3NnobaJVbFRc6zOWiqtL7rdq8NkrA4Bkld2IIJkIIY3bO+azLYWtu8pr2G7dWuYmWRG0SuqzVZ6+tyeprmptkVtG1S6yylnrrvuS2t50LuJiz4addPGnddb21giGtrHqIrt5H+X9VLDkH5X1X7Gq8GcTcRNFh2DwYtBmOeOBXGFS+dYkLuArkKwBIBG0tu6p2jcd3a2w8Ive2IUX9PzMutczK3yy8UOPlz5ReKHjKqpSzVYvBNJMSFQDLAc5vmGR3bKmmt9x1Fg243tU+DGZDgpW+rrOKIlv8Ao6UCYZCgJVarV1m2qIlv+ltQrBySFdTljyrGgtb9sKwLAW3+MNd+lZiTqOY9Laqq8qpZf5HqLlBHw3ttq5VVOFUWl/kvkQ05EkCEWizfNWs5UZkEilx4hVTZxpkI0t6GrY6dhrdXX1pZfVeaGx2UIS3VvXUi2LSy+q3X1RdfkScJyW6yhnZWsEJI8UgrEEKqoHk3BPlAeMRl6a0xJpjmqjUVL+q123+i8TTFnGOaqNRUvsvvWtVWt/otyWm3qCc03fcd+tr9nJ/6rrZG/wC9eH3Q7mQPmV/+V+qG+5Y5EklkkZUw77SLJnkzbSEiN1URWU3BLnpW2ZjZr2qzlwNniMOseGdEVVCwuAFAUDxDuAoC/lXCGaMILedgc33WSZHYdSmgKci4Lm+HiisoKRqpy6LcDUjd00BlwPkn7WX+o1AYsTyVDJIJHjDOuTW5scjl484Bs2ViWGYHKTcWNAQcByZgjleKMDZsAhOdQGVcoKBtCQr7PMP2fEvYWAF47m8He2xQ5RaxLNa8JhvYneYzkvvKgDoFgNhgsGkKlYwRdizEszszGwu7MSWNgBcncANwFASKAUAoBQCgOI8pcrOs8ygLpiZx09ErVtT2ThTae/WKqK62lENzfYiDOp2l0ZUV9tKJYR+/L8K/zrPcmD4y8kPX6eS/7h38UxHfl+Ff507kwfGXkg/TyX/cO/imI78vwr/OncmD4y8kH6eS/wC4d/FMR34fhX+dO5MHxl5IP07l/wBw7+KYjvw/Cv8AOncmD4y8kH6eS/7h38UxHfl+Ff507kwfGXkhj9O5f9w7+KYm+5P/AEgzwxRxCGIiONIwTmuQqhQTr7K7DMgta1GpEu8v7O9D9mmMajUi3eX9kj5S8R6iH4+2vWhG7/T+z33db4nT+zS8r91MuJk2jJGp2apYZtwZjfU/5qhTnstDmaZ0VUp5Jic+f9jIU5m50ZUpsRMSH35fhX+dQu5MHxl5Ic79PJf9w7+KYjvy/Cv86dyYPjLyQfp5L/uHfxTEzYHlF5ZYo7KNpNFHexNs8ire19bZr1pj+xsGFDc/3yrTyQ0zPsDLwYTonv3LRK3IdA8CT9JHuf8AtXF0JC316Fd7vQd9emBzaPltyAcq6gHp6RXfb7FQVSvvl5IWdv8A+ey6oi+/dyTEv78vwr/Os9yYPjLyQz+nkv8AuHfxTE2vIvdrNhUZVijYNJn1zaHIq20P+WujK+zTJdmY2Iq+n9nWkvZGHKw/dtiqttbUTE2Pyl4j1EPx9tSdCN3+n9kvu63xOn9mu5a7tpsUio0UShZA+mbflZban/NUea9m2TEPMWIqen9kWc9k4c1C926KqeiYkPkzHPNNHF4q7SVEvYm2ZgL2v7a40z7HQYMJ0T3qrTyQ4E37By8CC6Kkdy08kPe+BJ+kj3P/AGrjaEhb69Cv93oO+vTAeBJ+kj3P/amhIW+vQd3oO+vTAx4XuOLor84AzIrW2W64vxU0JC316Du9B316YGTwJP0ke5/7U0JC316Du9B316YGNe44l2TnA0RGvsuIsOL/AC/zpoSFvr0Hd6Dvr0wNhyV3MPh5BIs6sQrLYxG2tvQ3sqTKZOZLPz2uVbKEySyVDlIixGuVbKW0N3km9ZF7pv766J1THiMPK6MpkjGZWXzTdItx0BkyTesi90399AMk3rIvdN/fQF+EiKLZiGOZ2JAyjxmLaC59PpoDNQHjou5By0m1EDq6YoKDdrNLDhY1JBX/AOCS/sI33NgJnInIEsOIeSQqwLyuHD+O+0a+SRcgNlFlBLtpGui6AAeloBQCgFAKAUBwHlf9ZxH+6xH9ZquMh8szgX7JnykPga/GXyHLv0t09IrdMV92ubeb5rO90ubf/ZDmnlVsoN7E2LaZjpocqn09Fj1Gor4sZHK1PRdvlYi9KLyIT40w1ytTVWi0vusWjV6UXkoGJkzMNbXP7PkgSBSRpbySTYltwO42rz7+Nn01cLrabNlt61vsPPaZj3ipqt1XWomzZVbVdW+y4sw80mYC9xnbVrgsDM4OmU7lsdCu8dFYhxIyWJdVb9f+S7EXVspyMQosdLEWqVWldf8Akuxq6qXU23GeRGaFbs12aEtYAGzOmZdBu1Nbf+R8Bqqq1VUrzSy43f8AK+WarnLVVbW7alUuu/LjFt5LqBYCy6G4vc+MdFOoHtFunStfvIyURLEom2223Ut3FNq2Gn30dKIliUTbbbRdS3J5ptWwvwrsWTMW8k3W2gFtGJ9J9p/4r3Bc9XMzl9PS/wDFNsu96vYjlXXZ6X+dePUo80gG8+MG/ZAC2cAa2NtDvIO7dWFixkRFrf5XW0/L+B5dGjtRFVb66rraeerWqLwEMsrBTcrfID4npLBjruOg6BY7x0VhkWO5Utpdq814akTAwyNMPVLaXatqurfTUiYahDPIXUG1rLpqLjLctbKem48oD2bqzCjRleiO/wB+d33RDMGPMOiIjrrrltTbcv1RE2GxroHUJvIf61hv95hf66VFnvl38CFlH5WJwU7up8ZvGJ0Gmlhv3adP19FUwoB874fyF/0r/wAVe2fCh9Jh/AnAsxTstiove67uk+ST7L6fvrVHe9iIrbfyzqaZh8RiI5iV1U43Lz+pBknkLEeNbMvRYgrPGOgdIJNrm410GlQXxY+dm+ezYqeWvitU2HOiRphX5nns2OTysrxWqW0Qq+LkNsugyR5iQVsxz5t6npCjdpu0NbFmIqqlLqJVaXLbXUv0NqzUZVREuolVpSi211L5aqarzYwklQWsCVBNr2vbW19eup0NXKxFdf8Am06MFXKxFff+baL0Np3N/rmG/wBzD/UFRco/LP8AzWQ8q/JxOH3Q633R4yWNkCyNDGY5naRIdudomTZRZACSGzObKMxyWBBNU8oZK5DMrK7zOzEzzqqlVUIiTyIgWwBN1Cm7E33i16Ak8meZi+yj/CKA0PcNBIEd5nmZimFUCT9kDBwsQugPlu17k6g9N6A30fnn+yi/FLQGXE58jbPLnytkz3C5reLmtra/ooDz/J3dUDiRg8ZCcJiWUtGC4kinUbzh5LDMR0qQrD0UB6SgFAKAUAoBQCgFAKAUAoBQCgOMcodzGMkmmdMO7K2InZSCuqmViDv9FWWUyhLQ4DWOdaibFwLdI5UlIUuxj30VE2LgYPBLHfRZOte2pGlJTf6LgS9MyO/0dgV8Esd9Fk617aaUlN/ouA0zI7/R2A8Esd9Fk617aaUlN/ouA0zI7/R2A8Esd9Fk617aaUlN/ouA0zI7/R2BTwSx30WTrXtppSU3+i4DTMjv9HYFfBLHfRZOte2mlJTf6LgNMyO/0dgPBLHfRZOte2mlJTf6LgNMyO/0dgPBLHfRZOte2mlJTf6LgNMyO/0dgU8Esd9Fk617aaUlN/ouA0zI7/R2BXwSx30WTrXtppSU3+i4DTMjv9HYFPBLHfRZOte2mlJTf6LgY0zI7/R2BK5K7l8amIgdsNIFTEwOx8U2VZVZjYHXQGtE1lGWfBc1rrVTYuBGnMqykSXexr6qqbFwOtnGLwye6fsqslQOMQ9yGPCgHCyXCgb19H11bG5TlEREzui4F2ZliSRqIr+jsC7wSx30WTrXtrOlJTf6LgetMyO/0dgV8Esd9Fk617aaUlN/ouBnTMjv9HYDwSx30WTrXtppSU3+i4DTMjv9HYFPBLHfRZOte2mlJTf6LgNMyO/0dgTuRO5nGR4mGR8NIFSeJ2OhsocEmwOulRpzKEtEgOY11q+S4EOfypKRZZ7GPqq+S7eB1jni8Mnun7KrZUhzxeGT3T9lAYMDiAsSKyyAiNAfm33hQD0UBn54vDJ7p+ygMWGlDTPYMPmofKVl/al9NATaA5p+n0BOTo5w2SaHGwvA4IDB7N5J+oZrDgB6KA9l3Hcsc+wOHxJ3ywqzf6xo4HszA0BuaAUAoBQCgFAKAUAoBQCgFAR8B5sfxfiNASKAUAoBQCgFAKAUAoBQCgFAcj/Sty/yzhuUMOnJyymIxoQFhDpJKZGDJI1vQFFriwN+m9AdaQmwuLGwv9dAXUAoBQCgFAKAUAoBQEaPzz/ZRfiloCTQHHP/ACUxZGFwsVtHxDyE36Y48o0/+09VAe7/AEYYXZckYJfThUk6P8T5zo/10B6RplDBCfGZWYD0hSoY/uzL10BkoDHiJljVnc5VVSzE7goFyT+6gMlAKAUAoBQCgFAKAUBHwHmx/F+I0BIoBQCgFAKAUAoBQCgFAKAUB53ug7t8BgJo4MXiBFJIAVBViApbKGcgWUXB1PoNAeioBQCgFAKAUAoBQCgFARo/PP8AZRfiloCTQHP/ANNXcq/KHJ+aFc02HYzKALs6ZSJES3SRY26SgHTQHp+43lGLE4DDSwkFGgjA3eKVUKym24ggi3soCnL3IoxTLnRHRYMQtn1G0cxGM29mQm/QbEewDRr3LYkNO5dWeRZLOWj8cNYqknzRYhQSozu6+IpykHIoFB3Ky83MRhgf9YEas4ywmQgrKmWMANq2iqtiSBob0BdB3IOXkM2SRXlVpA2yKyqMQkgMirGpZgqWG0Z7XIBsSaA9miBQAAAAAABoABuAoC6gFAKAUAoBQCgI+A82P4vxGgJFAKAUAoBQCgFAKAUAoBQCgOe93/cTyZjsZBJjcVsJSFiWPbRxmdQxsihtb5ntdfTbfYgDoKKAABoALD6qArQCgFAKAUAoBQCgFARo/PP9lF+KWgJNAYMdjI4I3lmcJHGpd2O5VAuSaA8p3N4dsVIMbhlOCw8riTINWxi5fFmlQ+LFmvvALsAt2G6gPZUB5LAcs4h3MaGNmbFYmMNJchUWfGZbKls1hAi2uNNb3GoGCDuzlkTarDGE2OazzxRhX5lzoF5GYELqF83uOe9gRQHoeQOUTOj57Z45TG4CFLNlV7EXYeS66qzA337wANnQCgFAKAUAoBQCgI+A82P4vxGgJFAKAUAoBQCgFAKAUAoBQCgOZfpJ/Rc/K2NixCYoRKI0ikUoSQis7ZoiN7Xa1jbpN+igOlotgBcmwAudSfafbQF1AKAUAoBQCgFAKAUBGj88/wBlF+KWgJNAci/8juVHjwUECkhZ52L2O9YgCFPszMp/hFAdJ7lsQsmCwroLK+EgZRYCwMSkAgbreigNpQGNYVBuFUG5N7Deb3PxHrNAWrhYwbhEByZLhRfJw34fZQF0EKxqFRVRRuCgKB0mwFAZKAUAoBQCgFAKAUByrFd32MhlliRcNljnmRc0chNlkYC5DjWw9Aruy2SoUWE16uW3gWWUyJBjQGxFctVTyMXykY7gwnupfzK36Fg7y9CR3egb69B8pGO4MJ7qX8ymhYO8vQd3oG+vQfKRjuDCe6l/MpoWDvL0Hd6Bvr0HykY7gwnupfzKaFg7y9B3egb69B8pGO4MJ7qX8ymhYO8vQd3oG+vQfKRjuDCe6l/MpoWDvL0Hd6Bvr0HykY7gwnupfzKaFg7y9B3egb69B8pGO4MJ7qX8ymhYO8vQd3oG+vQfKRjuDCe6l/MpoWDvL0Hd6Bvr0HykY7gwnupfzKaFg7y9B3egb69B8pGO4MJ7qX8ymhYO8vQd3oG+vQkcn/pAxss0UbLhgJJ4YyVjkzAPIqkrdyL2PSD9VaZjJMKHCc9HLYnkaJrIkGDBdERy1RK6jpJw7+ufqj/trglZOWRfpKxxUHJhNQD5qX0faVY25GhKiLnL0LW32fgK1Fz16F3ykY7gwnupfzKzoWDvL0PXd6Bvr0HykY7gwnupfzKaFg7y9B3egb69B8pGO4MJ7qX8ymhYO8vQd3oG+vQfKRjuDCe6l/MpoWDvL0Hd6Bvr0JfJPd7jJp4omGHVZJo0JSNwwDMASuZyL69INaJrJUOFBdERy2cCNOZFhQIDojXKqpwOjc3f1z9Uf9tcIrZXm7eufqj/ALaAw4NHeNGMr3ZFY2WO1yAdPFoDLsG9c/VH/bQGPDRkTPd2b5qHeFFvGl4QKAm0Byj/AMjMDn5OilABMWLUE6XCPG4O/Xygmg/9UB6v9FDMeR8HnvfYWFxbxQzBP3ZQNemgPWUAoBQCgFAKAUAoBQCgFAKA4Dyv+s4j/dYj+s1XGQ+WZwL9kz5SHwNfi1JQgXvpu+sVumGq6GqIb5lquhKiX/2RJdqGsC1rnKcpa50PjW6NTvsN+u6ozvfo5URVpqsrz/KedxDf2lHK1FWltFpW2y/+7L7bgGkzN5drm+m4CQeSek5Cdw6N5NeM6Yz9dLa89Xps6qeEdNZ+ultbPPVqurSieqqWYYSAgeMFzsRdTqDM5bN6PFI3236a0hJGSxKolVpZ5rf6baczEFI7bEqiVWln/sq2+lL6czNJAWhVWzMS0Ja+/wAtM4Ps36Vs9298BqOrWqV5pU3e6iPlmo+qrVteaVMfzt1GoGVf2SRv8e9tAben2WvrWukZKJbSiavO3pt9DVSYSjbUSiarL7a0us2+lVLsKrZkzBrhTfQ5QMtl19P/AO9Fe4LX5zM5Fs5UpZ+XmyA2JnszkWzkiUs9epR9oANXN82bS9vHFrAC+4ndrp++sL79ES+2/wAreGzZaeXdoaiLVVrWvlbwrdstKwrKcuZnHkA6AdLBid9ja3TRqR1VKqur6rXpQMSZcqZyql31dXbqprEBlzjMW3LvU2Iyi5JGgbNf27tLUhLHz0zq8tXmZgrM56Z9acNXnq5+VDYV0Dpk3kP9aw3+8wv9dKiz3y7+BCyj8rE4Kd3W2ZvK3DeDbp8no6qphQD53w/kL/pX/ir2z4UPpMP4E4FmJzaZPav1X3N+42/cTWqP7xERWfldfoaZj3qIiw+HPX6L9yDIJC1vHIzDeOlZ4ypB/wBOY6Do1NxUF6R1dm2qlfoqUXZ5/VanPiJMudm2qlfo5KLW662z1Wpc0kpto4GSMN4pvm8fNYDXfl3ezo1rbnxlVL6UStmu2vnsu+htz5hVSxUSiVs121876XfQ2EV8ozb8ovpbW2tTYedmJnXnQhZ2YmfebTub/XMN/uYf6gqLlH5Z/wCayHlX5OJw+6HW+6NpQ0eU4hYtnNmOHQPJt/EEAsQQF1kN2GS4XMQN9PKGSuQ4pArtK0hZp8Ro53IJ5BGFA3DJl+sW30BJ5M8zF9lH+EUBoe4fktoUdpEZXZMKvj7wqYOEZVvuAcuLekGgN9H55/sovxS0BJoDmf6SyeV3j5KwTBztklxko8ZMPEt7K59YSbhAb+LrYG9AdD5MwKYeGOGIWjijSNBe9lVQouek2G+gJNAKAUAoBQCgFAKAUAoBQCgOR4zuKxssssiRqVeeZ1+cUeK0rEfyNWCVypAhQWsci1ThiWiTyzLQYDIbkWqJsTExeAWO9WnvFqRpiW2LyTEk6flNjuSYlg7hsdmK7NbhVY/OLuJIH4TTTEtsXkmI0/KbHckxL/ALHerT3i00xLbF5JiNPymx3JMSyXuGxyi5jXeo84u9mCj+ZppiW2LyTEaflNjuSYl/gFjvVp7xaaYlti8kxGn5TY7kmI8Asd6tPeLTTEtsXkmI0/KbHckxHgFjvVp7xaaYlti8kxGn5TY7kmI8Asd6tPeLTTEtsXkmI0/KbHckxHgFjvVp7xaaYlti8kxGn5TY7kmI8Asd6tPeLTTEtsXkmI0/KbHckxHgFjvVp7xaaYlti8kxGn5TY7kmJI5N7iMbHPDI0S5Y8RDI1pEvlSVWNtd9ga0TOVIESE5jUWqp+ayPN5ZlosB8NqLVU2JidQ5y3qJeuL+6q8VY5JF3AY8KBs00UDzi+irM3LEuiIlF5JiXBmXZVGolF5JiX+AWO9WnvFr1piW2LyTEzp+U2O5JiPALHerT3i00xLbF5JiNPymx3JMR4BY71ae8WmmJbYvJMRp+U2O5JiPALHerT3i00xLbF5JiNPymx3JMSXyP3F42LEQyNEuVJo3NpEJsrAm2u/So03lOBFguY1Fqv5tIs7liXjS7obUWq+SYnTect6iXri/urgFYHOW9RL1xf3UBhwcjpGimCS6oqmxi3hQOKgM3OW9RL1xf3UBTDhjIzFGQFI1GYqSSC5Pkk8QoDNiYFkRkcZldWVh6VIsRp7DQGPAYGKBBHBEkSDcsahFH1BaAkUAoBQCgFAKAUAoBQCgFAKAUBrnxexw5kylrXsAQLsXyqLndqRrQGHB8ozvMIngiQqivKROXChmkCbLxBnvsx5WS1zvtqBOj88/2UX4paA1WK5QxHPUhTJss4zkmzgbJ2soykG5UdK2tpQG1x/kD7WH+qlASaAUAoBQCgFAKAUAoBQCgFAKAUAoBQCgFAKAUAoBQCgFAKAUAoBQCgFAKAUAoBQCgIOHaNosrlCCHVlYgggkggg0AweHw8N9ksSXFjlsL+Mza+nV2P1saUBWOdNs/jL5qLpHFLWaAvKw58/zefiuL7iN/1Ej99YoCzHzplHjL52HpHrUrNASecJxr94VigHOE41+8KUA5wnGv3hSgHOE41+8KUA5wnGv3hSgHOE41+8KUA5wnGv3hSgHOE41+8KUA5wnGv3hSgHOE41+8KUA5wnGv3hSgHOE41+8KUA5wnGv3hSgHOE41+8KUA5wnGv3hSgHOE41+8KUA5wnGv3hSgHOE41+8KUA5wnGv3hSgHOE41+8KUA5wnGv3hSgHOE41+8KUA5wnGv3hSgHOE41+8KUA5wnGv3hSgHOE41+8KUA5wnGv3hSgHOE41+8KUBVZlOgZSfYRQF9AKAUAoBQCgNBDEpBuq+U/QOI182yv89F4/ZCWz4UL9ivCvUK5x7GxXhXqFANivCvUKAbFeFeoUA2K8K9QoBsV4V6hQDYrwr1CgGxXhXqFANivCvUKAbFeFeoUA2K8K9QoBsV4V6hQDYrwr1CgGxXhXqFANivCvUKAbFeFeoUA2K8K9QoBsV4V6hQDYrwr1CgGxXhXqFANivCvUKAbFeFeoUA2K8K9QoBsV4V6hQDYrwr1CgGxXhXqFANivCvUKAbFeFeoUA2K8K9QoBsV4V6hQDYrwr1CgGxXhXqFAUjiUTQ2UD51ugepkrs5A+eb6/Q1xfhN7X0EiigFAKAUAoDR4fd/E/4jXzbK/wA9F4/ZCWz4UMlc49igFAKAUAoBQCgFAKAUAoBQCgFAKAUAoBQCgFAKAUAoBQCgFAKAUAoBQCgLV87D9q39GSuxkD55vr9DXF+E3VfQiKKAUAoBQCgNHh938T/iNfNsr/PReP2Qls+FDJXOPYoBQCgFAKAUAoBQCgFAKAUB5vB8szCJZpFZw2wAURCMFppY41yuzG4G0vu1ArqPk4SxXQ2rSlba1sRFW5EPCOWlS1O6KVpSohUAAqAXudqpxispIHkE4TRt9jqNbDYmToXus5XW2atS5q87eBjPWpP5K5YMuRHTLKVLOAbhVCI2ZSRqDtUH1kj9k1FjyWYjnov+KXca0p9+FNplHGtg7oJVZmlUlNpjkUCLIWaGdljSN2ezOVRjYgA2Y3AWxlrk1j0RsP4lRi37yJVVSlyV/wBmM+l5n5T7oZI4p8sIE8MWIcgvmQbOJHzAi2bz0eni/taiwvqgyDHPYrn/AODlRLrbVVKeVy22mVcbTBcpCVygUgqpMlz5LbRkA9tyjm/oAPTUWNKrCbnqti3edleliGUWpOqKehQCgFAKAUAoBQCgFAKAUAoC1fOw/at/RkrsZA+eb6/Q1xfhN1X0IiigFAKAUAoDR4fd/E/4jXzbK/z0Xj9kJbPhQyVzj2KAUAoBQCgFAKAUAoBQCgFAQIuR4VtZDYFSFMjsoKurrlUmwsyKRYdFb1moqrVVt4JW2xdR5ohevJcIYOI1zAub672LliR06yyb+NvTWe1Rs1W51i06Up9EFELcHyYkUjSLbWKKFRbVY48xC5jcnV2PV9ZRJlz4eYu1VXzW70+4RLSg5Gg8a8QYPtMysS6naEmTxWJAzZmvYa5j6adrjWf5XU42XW32DNQtk5Dw7IY2iBU5s1yxLZgAwdr3YEAAgk3yr6BbKTswjs5HW/i8PPiM1DNg8EI3lfQtNKHYhQu5FRR7bKg1Pt3bq8RY6xGMZqb91qqmUQl1pMigFAKAUAoBQCgFAKAUAoBQFq+dh+1b+jJXYyB8831+hri/CbqvoRFFAKAUAoBQGjw+7+J/xGvm2V/novH7IS2fChkrnHsUAoBQCgFAKAUAoBQCgFAKAUAoBQCgFAKAUAoBQCgFAKAUAoBQCgFAKAUBavnYftW/oyV2MgfPN9foa4vwm6r6ERRQCgFAKAUB5lcfGt1ZrEO4Oh4jVFynkucizcR7GVRV2t+6klj2o1LS7vnFx/C3ZUHQ8/4fVuJ6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l2GxiSTQhGuRIx3EabGQdP111MjZNm4M218RlEt1t2eSniI9qtsPRVdCOKAUAoBQCgP//Z"/>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78856" name="AutoShape 8" descr="data:image/jpeg;base64,/9j/4AAQSkZJRgABAQAAAQABAAD/2wCEAAkGBxIQERUTEBESEhQVEBITFRgVExYUGRYUGBMYGBYWExsYKCosGxonHhUYIj0hJSorLi4uGSAzODMtNygtLisBCgoKDQ0OGxAQGjckICU3Nzc3MzY1LDcuLC03NDQsNC8sNCwxLywsOCw0NywtNzQsLCwsMCw2LCw4LCwsLC81LP/AABEIAJ8BPAMBEQACEQEDEQH/xAAcAAEAAQUBAQAAAAAAAAAAAAAABAECAwUHBgj/xABJEAACAQIDAwULCAgGAgMAAAABAgMAEQQSIRMxUgUUQZHRBhUWIjIzUVNhk6IXI1Rxc5Ky0wc0QoGCobPSQ2JydLHiCMFjg/D/xAAbAQEAAgMBAQAAAAAAAAAAAAAABAYBAwUCB//EAD0RAAECAwMJBQcEAgIDAQAAAAABAgMEESEx0QUSFUFRUnGRoRQWU2GBBhMyNLHB8BdUkuEi8SMzQ2JyB//aAAwDAQACEQMRAD8A9Bi8VJtZPnZfPS/4r7to2g1qqzszHbMPa16oldqlKyjOTDJp7WxFREXapi51J66X3snbUXtcxvrzUh9um/EdzUpzx/XS9P8AjP0b+mnapnfXmpnts34jualDjn9fL0/40h3b7C+tZ7VM7681HbJzxHc1KjGSeul3X87Ju9O+napnfXmo7bN+I7mpUYuQ7ppffSdtY7XMb681Mdum0/8AI7mo51J62b3snbWO2THiLzUx2+a8R3NT3vIUSHBwPIdThoWZmc6kxrcsSd5Jq4wVVYbVXYhfZdVWE1V2J9CeMNFe2l99sxv/AM1sNp43uvZo8SFR5EXYIbLI6i5eS5sDv0HVXEyvGiQ8zMcqX3ehXsux4sJYfu3Kla3LTYaHvk1wvOJLlWYDbPqqkBiNdwLCuR2ibpXPdTipwu1TubnZ7qcVK98GzBdvLcrmA2z6i4F9/tFO0Tears91E81Hap3NV2e6ieal3PH3baW+v+M/Rv6a89rmd9eanjts34jualedyXttpb2vbbPu66drmN9eajt03f7x3NTHLyiyqXaeUKASTtZDoASbWOu47qykzNKuaj1rxU9NnJxzs1Ijq8VMnO5LkbaW43/PPp9etFmplL3rzUws5ONviO5qet7ik2sUhkLuRiCAWdmsNlGbC53XJ66sOSoj4kCr1qtdZacixYkSWznqqrVbzeiGE9K6mw8c6m9rDX2iukdc0XdqmzhjMZdCcQASrspI2UhsbHdcDqrn5TiOZLqrVotUOXliI+HKq5iqi1S48lzqT1s3vZO2q32yY8RealS7dNeI7mpRsa43zS7ifPSbh++napnfXmpnts34jualqY9yARPLY2t89J029vtHXXp0xNNVWq91U81PTpqda5Wq91U81LjjX1O3lsDY/PPofQda89qmd9eannts34jualedyXttpb2v5593p307XM7681Mdum/EdzUc6k9bN72Ttp2yY8Reajt814juam37lXZ8SFd5GXZubNI5Fxa2hNdPJMeLEjKj3KqU1r5odjIkzHiTCte9VSmtV2oe1bDRDQ2B1OrHo39NWEtJgx2Hj2MjJ0RyWIY6EKdxB33oDJiYoY1zPoMyLe7b2YKu72sBQGPk8wYhBJFdkJIBIkW9iRdc1rrpoRoRqLigJHJ4shGukkoFyTptG9NAQuUOWtjOkRjsHCWd2yIzuzKsaEixe6i63Bsy2zE2oDVcld1jyJhw8Hzk0MbHIxZFkfDmZQxAORTa3jWa5FgQQSBlwvdSebxyPA7SMQpSLxiX5gcX82N5uBlA33NAbnknlAYiPMMtwxVgr5wCOjcCDqNCAf5EgTaAUAoBQCgOU4vzsv2839Rqp2UPmX8ShZT+bicSJjIi62UgMCGUndmBuL+zoPsJqPCejHVW7XwIsCIjH1W65eCmrk5GbMbEEFR4xYhgwTKRYA3BN28oeW2hvrNSdbS2qU1eXPUlly8ToJPsolapRbtVNWvUlly3Xl2K5JYspiEaDIqt9QDaZcp08beCpF+ncfMObREXPVVt/Lap1qh5hTzURfeKq2qv4tU5LVFLMRyO7kj5qxznN42ds0Jj2baeQLg3ufJUZdL16ZOMamvhqvrXjq+56hz0NqItvCynxZ1b79V3qbPCYbZmSwUK0gZQosANkikW6PGVjp6aiRYmeja3on3VSDGje8Rtb0Si81X7kitJoU9i3Jj4nk3CLEELpDh3XM5jseblMynK4zAOdGRx7L2IvED/AKm8EPo0t/0s4J9DFyHyHMuIzSLCoimV2lRSjTt3vjgKhAABFclr5jrGoyi1xtNxrP0hw7SZkIBzYRVsbgG7yixtr1Vw8rvzHwnbK/YrmXX+7iQX7FVfptsPEd6JSATsi1pRY2NlZ4mAzBBfzTDMV0zDysusDtcJLLfyuqq0v22+VbOYk9BSxK0s52pdnLS/bbTVWy+LkmRApURFlaRtWYb59qq5spNrEi/p6NbAs3DcitWtFRE1bFTbwxMunoTkc1a0VETVqRUur5pyv1l0HJciyK/zfluzkG9wZZHChWU+s3hlIN/K6fL5pisVtt1nJErYvldaa3zkN0NWW3UTkiVsXyuoqU2GXE8nMzSaRWe5Dm5dbxBMgHDoTfMPKIt01rhzDWtbfZq1LbWv4mw1w5prGtvs1WUW2tePotyWkfEckyOjjJAC6yrs7ts0zoihgcupGS/kr5Z9FztbNsSiW2UWtlb60vu9fQ3NnobaJVbFRc6zOWiqtL7rdq8NkrA4Bkld2IIJkIIY3bO+azLYWtu8pr2G7dWuYmWRG0SuqzVZ6+tyeprmptkVtG1S6yylnrrvuS2t50LuJiz4addPGnddb21giGtrHqIrt5H+X9VLDkH5X1X7Gq8GcTcRNFh2DwYtBmOeOBXGFS+dYkLuArkKwBIBG0tu6p2jcd3a2w8Ive2IUX9PzMutczK3yy8UOPlz5ReKHjKqpSzVYvBNJMSFQDLAc5vmGR3bKmmt9x1Fg243tU+DGZDgpW+rrOKIlv8Ao6UCYZCgJVarV1m2qIlv+ltQrBySFdTljyrGgtb9sKwLAW3+MNd+lZiTqOY9Laqq8qpZf5HqLlBHw3ttq5VVOFUWl/kvkQ05EkCEWizfNWs5UZkEilx4hVTZxpkI0t6GrY6dhrdXX1pZfVeaGx2UIS3VvXUi2LSy+q3X1RdfkScJyW6yhnZWsEJI8UgrEEKqoHk3BPlAeMRl6a0xJpjmqjUVL+q123+i8TTFnGOaqNRUvsvvWtVWt/otyWm3qCc03fcd+tr9nJ/6rrZG/wC9eH3Q7mQPmV/+V+qG+5Y5EklkkZUw77SLJnkzbSEiN1URWU3BLnpW2ZjZr2qzlwNniMOseGdEVVCwuAFAUDxDuAoC/lXCGaMILedgc33WSZHYdSmgKci4Lm+HiisoKRqpy6LcDUjd00BlwPkn7WX+o1AYsTyVDJIJHjDOuTW5scjl484Bs2ViWGYHKTcWNAQcByZgjleKMDZsAhOdQGVcoKBtCQr7PMP2fEvYWAF47m8He2xQ5RaxLNa8JhvYneYzkvvKgDoFgNhgsGkKlYwRdizEszszGwu7MSWNgBcncANwFASKAUAoBQCgOI8pcrOs8ygLpiZx09ErVtT2ThTae/WKqK62lENzfYiDOp2l0ZUV9tKJYR+/L8K/zrPcmD4y8kPX6eS/7h38UxHfl+Ff507kwfGXkg/TyX/cO/imI78vwr/OncmD4y8kH6eS/wC4d/FMR34fhX+dO5MHxl5IP07l/wBw7+KYjvw/Cv8AOncmD4y8kH6eS/7h38UxHfl+Ff507kwfGXkhj9O5f9w7+KYm+5P/AEgzwxRxCGIiONIwTmuQqhQTr7K7DMgta1GpEu8v7O9D9mmMajUi3eX9kj5S8R6iH4+2vWhG7/T+z33db4nT+zS8r91MuJk2jJGp2apYZtwZjfU/5qhTnstDmaZ0VUp5Jic+f9jIU5m50ZUpsRMSH35fhX+dQu5MHxl5Ic79PJf9w7+KYjvy/Cv86dyYPjLyQfp5L/uHfxTEzYHlF5ZYo7KNpNFHexNs8ire19bZr1pj+xsGFDc/3yrTyQ0zPsDLwYTonv3LRK3IdA8CT9JHuf8AtXF0JC316Fd7vQd9emBzaPltyAcq6gHp6RXfb7FQVSvvl5IWdv8A+ey6oi+/dyTEv78vwr/Os9yYPjLyQz+nkv8AuHfxTE2vIvdrNhUZVijYNJn1zaHIq20P+WujK+zTJdmY2Iq+n9nWkvZGHKw/dtiqttbUTE2Pyl4j1EPx9tSdCN3+n9kvu63xOn9mu5a7tpsUio0UShZA+mbflZban/NUea9m2TEPMWIqen9kWc9k4c1C926KqeiYkPkzHPNNHF4q7SVEvYm2ZgL2v7a40z7HQYMJ0T3qrTyQ4E37By8CC6Kkdy08kPe+BJ+kj3P/AGrjaEhb69Cv93oO+vTAeBJ+kj3P/amhIW+vQd3oO+vTAx4XuOLor84AzIrW2W64vxU0JC316Du9B316YGTwJP0ke5/7U0JC316Du9B316YGNe44l2TnA0RGvsuIsOL/AC/zpoSFvr0Hd6Dvr0wNhyV3MPh5BIs6sQrLYxG2tvQ3sqTKZOZLPz2uVbKEySyVDlIixGuVbKW0N3km9ZF7pv766J1THiMPK6MpkjGZWXzTdItx0BkyTesi90399AMk3rIvdN/fQF+EiKLZiGOZ2JAyjxmLaC59PpoDNQHjou5By0m1EDq6YoKDdrNLDhY1JBX/AOCS/sI33NgJnInIEsOIeSQqwLyuHD+O+0a+SRcgNlFlBLtpGui6AAeloBQCgFAKAUBwHlf9ZxH+6xH9ZquMh8szgX7JnykPga/GXyHLv0t09IrdMV92ubeb5rO90ubf/ZDmnlVsoN7E2LaZjpocqn09Fj1Gor4sZHK1PRdvlYi9KLyIT40w1ytTVWi0vusWjV6UXkoGJkzMNbXP7PkgSBSRpbySTYltwO42rz7+Nn01cLrabNlt61vsPPaZj3ipqt1XWomzZVbVdW+y4sw80mYC9xnbVrgsDM4OmU7lsdCu8dFYhxIyWJdVb9f+S7EXVspyMQosdLEWqVWldf8Akuxq6qXU23GeRGaFbs12aEtYAGzOmZdBu1Nbf+R8Bqqq1VUrzSy43f8AK+WarnLVVbW7alUuu/LjFt5LqBYCy6G4vc+MdFOoHtFunStfvIyURLEom2223Ut3FNq2Gn30dKIliUTbbbRdS3J5ptWwvwrsWTMW8k3W2gFtGJ9J9p/4r3Bc9XMzl9PS/wDFNsu96vYjlXXZ6X+dePUo80gG8+MG/ZAC2cAa2NtDvIO7dWFixkRFrf5XW0/L+B5dGjtRFVb66rraeerWqLwEMsrBTcrfID4npLBjruOg6BY7x0VhkWO5Utpdq814akTAwyNMPVLaXatqurfTUiYahDPIXUG1rLpqLjLctbKem48oD2bqzCjRleiO/wB+d33RDMGPMOiIjrrrltTbcv1RE2GxroHUJvIf61hv95hf66VFnvl38CFlH5WJwU7up8ZvGJ0Gmlhv3adP19FUwoB874fyF/0r/wAVe2fCh9Jh/AnAsxTstiove67uk+ST7L6fvrVHe9iIrbfyzqaZh8RiI5iV1U43Lz+pBknkLEeNbMvRYgrPGOgdIJNrm410GlQXxY+dm+ezYqeWvitU2HOiRphX5nns2OTysrxWqW0Qq+LkNsugyR5iQVsxz5t6npCjdpu0NbFmIqqlLqJVaXLbXUv0NqzUZVREuolVpSi211L5aqarzYwklQWsCVBNr2vbW19eup0NXKxFdf8Am06MFXKxFff+baL0Np3N/rmG/wBzD/UFRco/LP8AzWQ8q/JxOH3Q633R4yWNkCyNDGY5naRIdudomTZRZACSGzObKMxyWBBNU8oZK5DMrK7zOzEzzqqlVUIiTyIgWwBN1Cm7E33i16Ak8meZi+yj/CKA0PcNBIEd5nmZimFUCT9kDBwsQugPlu17k6g9N6A30fnn+yi/FLQGXE58jbPLnytkz3C5reLmtra/ooDz/J3dUDiRg8ZCcJiWUtGC4kinUbzh5LDMR0qQrD0UB6SgFAKAUAoBQCgFAKAUAoBQCgOMcodzGMkmmdMO7K2InZSCuqmViDv9FWWUyhLQ4DWOdaibFwLdI5UlIUuxj30VE2LgYPBLHfRZOte2pGlJTf6LgS9MyO/0dgV8Esd9Fk617aaUlN/ouA0zI7/R2A8Esd9Fk617aaUlN/ouA0zI7/R2A8Esd9Fk617aaUlN/ouA0zI7/R2BTwSx30WTrXtppSU3+i4DTMjv9HYFfBLHfRZOte2mlJTf6LgNMyO/0dgPBLHfRZOte2mlJTf6LgNMyO/0dgPBLHfRZOte2mlJTf6LgNMyO/0dgU8Esd9Fk617aaUlN/ouA0zI7/R2BXwSx30WTrXtppSU3+i4DTMjv9HYFPBLHfRZOte2mlJTf6LgY0zI7/R2BK5K7l8amIgdsNIFTEwOx8U2VZVZjYHXQGtE1lGWfBc1rrVTYuBGnMqykSXexr6qqbFwOtnGLwye6fsqslQOMQ9yGPCgHCyXCgb19H11bG5TlEREzui4F2ZliSRqIr+jsC7wSx30WTrXtrOlJTf6LgetMyO/0dgV8Esd9Fk617aaUlN/ouBnTMjv9HYDwSx30WTrXtppSU3+i4DTMjv9HYFPBLHfRZOte2mlJTf6LgNMyO/0dgTuRO5nGR4mGR8NIFSeJ2OhsocEmwOulRpzKEtEgOY11q+S4EOfypKRZZ7GPqq+S7eB1jni8Mnun7KrZUhzxeGT3T9lAYMDiAsSKyyAiNAfm33hQD0UBn54vDJ7p+ygMWGlDTPYMPmofKVl/al9NATaA5p+n0BOTo5w2SaHGwvA4IDB7N5J+oZrDgB6KA9l3Hcsc+wOHxJ3ywqzf6xo4HszA0BuaAUAoBQCgFAKAUAoBQCgFAR8B5sfxfiNASKAUAoBQCgFAKAUAoBQCgFAcj/Sty/yzhuUMOnJyymIxoQFhDpJKZGDJI1vQFFriwN+m9AdaQmwuLGwv9dAXUAoBQCgFAKAUAoBQEaPzz/ZRfiloCTQHHP/ACUxZGFwsVtHxDyE36Y48o0/+09VAe7/AEYYXZckYJfThUk6P8T5zo/10B6RplDBCfGZWYD0hSoY/uzL10BkoDHiJljVnc5VVSzE7goFyT+6gMlAKAUAoBQCgFAKAUBHwHmx/F+I0BIoBQCgFAKAUAoBQCgFAKAUB53ug7t8BgJo4MXiBFJIAVBViApbKGcgWUXB1PoNAeioBQCgFAKAUAoBQCgFARo/PP8AZRfiloCTQHP/ANNXcq/KHJ+aFc02HYzKALs6ZSJES3SRY26SgHTQHp+43lGLE4DDSwkFGgjA3eKVUKym24ggi3soCnL3IoxTLnRHRYMQtn1G0cxGM29mQm/QbEewDRr3LYkNO5dWeRZLOWj8cNYqknzRYhQSozu6+IpykHIoFB3Ky83MRhgf9YEas4ywmQgrKmWMANq2iqtiSBob0BdB3IOXkM2SRXlVpA2yKyqMQkgMirGpZgqWG0Z7XIBsSaA9miBQAAAAAABoABuAoC6gFAKAUAoBQCgI+A82P4vxGgJFAKAUAoBQCgFAKAUAoBQCgOe93/cTyZjsZBJjcVsJSFiWPbRxmdQxsihtb5ntdfTbfYgDoKKAABoALD6qArQCgFAKAUAoBQCgFARo/PP9lF+KWgJNAYMdjI4I3lmcJHGpd2O5VAuSaA8p3N4dsVIMbhlOCw8riTINWxi5fFmlQ+LFmvvALsAt2G6gPZUB5LAcs4h3MaGNmbFYmMNJchUWfGZbKls1hAi2uNNb3GoGCDuzlkTarDGE2OazzxRhX5lzoF5GYELqF83uOe9gRQHoeQOUTOj57Z45TG4CFLNlV7EXYeS66qzA337wANnQCgFAKAUAoBQCgI+A82P4vxGgJFAKAUAoBQCgFAKAUAoBQCgOZfpJ/Rc/K2NixCYoRKI0ikUoSQis7ZoiN7Xa1jbpN+igOlotgBcmwAudSfafbQF1AKAUAoBQCgFAKAUBGj88/wBlF+KWgJNAci/8juVHjwUECkhZ52L2O9YgCFPszMp/hFAdJ7lsQsmCwroLK+EgZRYCwMSkAgbreigNpQGNYVBuFUG5N7Deb3PxHrNAWrhYwbhEByZLhRfJw34fZQF0EKxqFRVRRuCgKB0mwFAZKAUAoBQCgFAKAUByrFd32MhlliRcNljnmRc0chNlkYC5DjWw9Aruy2SoUWE16uW3gWWUyJBjQGxFctVTyMXykY7gwnupfzK36Fg7y9CR3egb69B8pGO4MJ7qX8ymhYO8vQd3oG+vQfKRjuDCe6l/MpoWDvL0Hd6Bvr0HykY7gwnupfzKaFg7y9B3egb69B8pGO4MJ7qX8ymhYO8vQd3oG+vQfKRjuDCe6l/MpoWDvL0Hd6Bvr0HykY7gwnupfzKaFg7y9B3egb69B8pGO4MJ7qX8ymhYO8vQd3oG+vQfKRjuDCe6l/MpoWDvL0Hd6Bvr0HykY7gwnupfzKaFg7y9B3egb69B8pGO4MJ7qX8ymhYO8vQd3oG+vQkcn/pAxss0UbLhgJJ4YyVjkzAPIqkrdyL2PSD9VaZjJMKHCc9HLYnkaJrIkGDBdERy1RK6jpJw7+ufqj/trglZOWRfpKxxUHJhNQD5qX0faVY25GhKiLnL0LW32fgK1Fz16F3ykY7gwnupfzKzoWDvL0PXd6Bvr0HykY7gwnupfzKaFg7y9B3egb69B8pGO4MJ7qX8ymhYO8vQd3oG+vQfKRjuDCe6l/MpoWDvL0Hd6Bvr0JfJPd7jJp4omGHVZJo0JSNwwDMASuZyL69INaJrJUOFBdERy2cCNOZFhQIDojXKqpwOjc3f1z9Uf9tcIrZXm7eufqj/ALaAw4NHeNGMr3ZFY2WO1yAdPFoDLsG9c/VH/bQGPDRkTPd2b5qHeFFvGl4QKAm0Byj/AMjMDn5OilABMWLUE6XCPG4O/Xygmg/9UB6v9FDMeR8HnvfYWFxbxQzBP3ZQNemgPWUAoBQCgFAKAUAoBQCgFAKA4Dyv+s4j/dYj+s1XGQ+WZwL9kz5SHwNfi1JQgXvpu+sVumGq6GqIb5lquhKiX/2RJdqGsC1rnKcpa50PjW6NTvsN+u6ozvfo5URVpqsrz/KedxDf2lHK1FWltFpW2y/+7L7bgGkzN5drm+m4CQeSek5Cdw6N5NeM6Yz9dLa89Xps6qeEdNZ+ultbPPVqurSieqqWYYSAgeMFzsRdTqDM5bN6PFI3236a0hJGSxKolVpZ5rf6baczEFI7bEqiVWln/sq2+lL6czNJAWhVWzMS0Ja+/wAtM4Ps36Vs9298BqOrWqV5pU3e6iPlmo+qrVteaVMfzt1GoGVf2SRv8e9tAben2WvrWukZKJbSiavO3pt9DVSYSjbUSiarL7a0us2+lVLsKrZkzBrhTfQ5QMtl19P/AO9Fe4LX5zM5Fs5UpZ+XmyA2JnszkWzkiUs9epR9oANXN82bS9vHFrAC+4ndrp++sL79ES+2/wAreGzZaeXdoaiLVVrWvlbwrdstKwrKcuZnHkA6AdLBid9ja3TRqR1VKqur6rXpQMSZcqZyql31dXbqprEBlzjMW3LvU2Iyi5JGgbNf27tLUhLHz0zq8tXmZgrM56Z9acNXnq5+VDYV0Dpk3kP9aw3+8wv9dKiz3y7+BCyj8rE4Kd3W2ZvK3DeDbp8no6qphQD53w/kL/pX/ir2z4UPpMP4E4FmJzaZPav1X3N+42/cTWqP7xERWfldfoaZj3qIiw+HPX6L9yDIJC1vHIzDeOlZ4ypB/wBOY6Do1NxUF6R1dm2qlfoqUXZ5/VanPiJMudm2qlfo5KLW662z1Wpc0kpto4GSMN4pvm8fNYDXfl3ezo1rbnxlVL6UStmu2vnsu+htz5hVSxUSiVs121876XfQ2EV8ozb8ovpbW2tTYedmJnXnQhZ2YmfebTub/XMN/uYf6gqLlH5Z/wCayHlX5OJw+6HW+6NpQ0eU4hYtnNmOHQPJt/EEAsQQF1kN2GS4XMQN9PKGSuQ4pArtK0hZp8Ro53IJ5BGFA3DJl+sW30BJ5M8zF9lH+EUBoe4fktoUdpEZXZMKvj7wqYOEZVvuAcuLekGgN9H55/sovxS0BJoDmf6SyeV3j5KwTBztklxko8ZMPEt7K59YSbhAb+LrYG9AdD5MwKYeGOGIWjijSNBe9lVQouek2G+gJNAKAUAoBQCgFAKAUAoBQCgOR4zuKxssssiRqVeeZ1+cUeK0rEfyNWCVypAhQWsci1ThiWiTyzLQYDIbkWqJsTExeAWO9WnvFqRpiW2LyTEk6flNjuSYlg7hsdmK7NbhVY/OLuJIH4TTTEtsXkmI0/KbHckxL/ALHerT3i00xLbF5JiNPymx3JMSyXuGxyi5jXeo84u9mCj+ZppiW2LyTEaflNjuSYl/gFjvVp7xaaYlti8kxGn5TY7kmI8Asd6tPeLTTEtsXkmI0/KbHckxHgFjvVp7xaaYlti8kxGn5TY7kmI8Asd6tPeLTTEtsXkmI0/KbHckxHgFjvVp7xaaYlti8kxGn5TY7kmI8Asd6tPeLTTEtsXkmI0/KbHckxHgFjvVp7xaaYlti8kxGn5TY7kmJI5N7iMbHPDI0S5Y8RDI1pEvlSVWNtd9ga0TOVIESE5jUWqp+ayPN5ZlosB8NqLVU2JidQ5y3qJeuL+6q8VY5JF3AY8KBs00UDzi+irM3LEuiIlF5JiXBmXZVGolF5JiX+AWO9WnvFr1piW2LyTEzp+U2O5JiPALHerT3i00xLbF5JiNPymx3JMR4BY71ae8WmmJbYvJMRp+U2O5JiPALHerT3i00xLbF5JiNPymx3JMSXyP3F42LEQyNEuVJo3NpEJsrAm2u/So03lOBFguY1Fqv5tIs7liXjS7obUWq+SYnTect6iXri/urgFYHOW9RL1xf3UBhwcjpGimCS6oqmxi3hQOKgM3OW9RL1xf3UBTDhjIzFGQFI1GYqSSC5Pkk8QoDNiYFkRkcZldWVh6VIsRp7DQGPAYGKBBHBEkSDcsahFH1BaAkUAoBQCgFAKAUAoBQCgFAKAUBrnxexw5kylrXsAQLsXyqLndqRrQGHB8ozvMIngiQqivKROXChmkCbLxBnvsx5WS1zvtqBOj88/2UX4paA1WK5QxHPUhTJss4zkmzgbJ2soykG5UdK2tpQG1x/kD7WH+qlASaAUAoBQCgFAKAUAoBQCgFAKAUAoBQCgFAKAUAoBQCgFAKAUAoBQCgFAKAUAoBQCgIOHaNosrlCCHVlYgggkggg0AweHw8N9ksSXFjlsL+Mza+nV2P1saUBWOdNs/jL5qLpHFLWaAvKw58/zefiuL7iN/1Ej99YoCzHzplHjL52HpHrUrNASecJxr94VigHOE41+8KUA5wnGv3hSgHOE41+8KUA5wnGv3hSgHOE41+8KUA5wnGv3hSgHOE41+8KUA5wnGv3hSgHOE41+8KUA5wnGv3hSgHOE41+8KUA5wnGv3hSgHOE41+8KUA5wnGv3hSgHOE41+8KUA5wnGv3hSgHOE41+8KUA5wnGv3hSgHOE41+8KUA5wnGv3hSgHOE41+8KUA5wnGv3hSgHOE41+8KUA5wnGv3hSgHOE41+8KUA5wnGv3hSgHOE41+8KUBVZlOgZSfYRQF9AKAUAoBQCgNBDEpBuq+U/QOI182yv89F4/ZCWz4UL9ivCvUK5x7GxXhXqFANivCvUKAbFeFeoUA2K8K9QoBsV4V6hQDYrwr1CgGxXhXqFANivCvUKAbFeFeoUA2K8K9QoBsV4V6hQDYrwr1CgGxXhXqFANivCvUKAbFeFeoUA2K8K9QoBsV4V6hQDYrwr1CgGxXhXqFANivCvUKAbFeFeoUA2K8K9QoBsV4V6hQDYrwr1CgGxXhXqFANivCvUKAbFeFeoUA2K8K9QoBsV4V6hQDYrwr1CgGxXhXqFAUjiUTQ2UD51ugepkrs5A+eb6/Q1xfhN7X0EiigFAKAUAoDR4fd/E/4jXzbK/wA9F4/ZCWz4UMlc49igFAKAUAoBQCgFAKAUAoBQCgFAKAUAoBQCgFAKAUAoBQCgFAKAUAoBQCgLV87D9q39GSuxkD55vr9DXF+E3VfQiKKAUAoBQCgNHh938T/iNfNsr/PReP2Qls+FDJXOPYoBQCgFAKAUAoBQCgFAKAUB5vB8szCJZpFZw2wAURCMFppY41yuzG4G0vu1ArqPk4SxXQ2rSlba1sRFW5EPCOWlS1O6KVpSohUAAqAXudqpxispIHkE4TRt9jqNbDYmToXus5XW2atS5q87eBjPWpP5K5YMuRHTLKVLOAbhVCI2ZSRqDtUH1kj9k1FjyWYjnov+KXca0p9+FNplHGtg7oJVZmlUlNpjkUCLIWaGdljSN2ezOVRjYgA2Y3AWxlrk1j0RsP4lRi37yJVVSlyV/wBmM+l5n5T7oZI4p8sIE8MWIcgvmQbOJHzAi2bz0eni/taiwvqgyDHPYrn/AODlRLrbVVKeVy22mVcbTBcpCVygUgqpMlz5LbRkA9tyjm/oAPTUWNKrCbnqti3edleliGUWpOqKehQCgFAKAUAoBQCgFAKAUAoC1fOw/at/RkrsZA+eb6/Q1xfhN1X0IiigFAKAUAoDR4fd/E/4jXzbK/z0Xj9kJbPhQyVzj2KAUAoBQCgFAKAUAoBQCgFAQIuR4VtZDYFSFMjsoKurrlUmwsyKRYdFb1moqrVVt4JW2xdR5ohevJcIYOI1zAub672LliR06yyb+NvTWe1Rs1W51i06Up9EFELcHyYkUjSLbWKKFRbVY48xC5jcnV2PV9ZRJlz4eYu1VXzW70+4RLSg5Gg8a8QYPtMysS6naEmTxWJAzZmvYa5j6adrjWf5XU42XW32DNQtk5Dw7IY2iBU5s1yxLZgAwdr3YEAAgk3yr6BbKTswjs5HW/i8PPiM1DNg8EI3lfQtNKHYhQu5FRR7bKg1Pt3bq8RY6xGMZqb91qqmUQl1pMigFAKAUAoBQCgFAKAUAoBQFq+dh+1b+jJXYyB8831+hri/CbqvoRFFAKAUAoBQGjw+7+J/xGvm2V/novH7IS2fChkrnHsUAoBQCgFAKAUAoBQCgFAKAUAoBQCgFAKAUAoBQCgFAKAUAoBQCgFAKAUBavnYftW/oyV2MgfPN9foa4vwm6r6ERRQCgFAKAUB5lcfGt1ZrEO4Oh4jVFynkucizcR7GVRV2t+6klj2o1LS7vnFx/C3ZUHQ8/4fVuJ6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jvnFx/C3ZTQ8/4fVuIz27R3zi4/hbspoef8Pq3EZ7do75xcfwt2U0PP+H1biM9u0d84uP4W7KaHn/D6txGe3aO+cXH8LdlNDz/AIfVuIz27R3zi4/hbspoef8AD6txGe3aO+cXH8LdlNDz/h9W4jPbtHfOLj+Fuymh5/w+rcRnt2l2GxiSTQhGuRIx3EabGQdP111MjZNm4M218RlEt1t2eSniI9qtsPRVdCOKAUAoBQCgP//Z"/>
          <p:cNvSpPr>
            <a:spLocks noChangeAspect="1" noChangeArrowheads="1"/>
          </p:cNvSpPr>
          <p:nvPr/>
        </p:nvSpPr>
        <p:spPr bwMode="auto">
          <a:xfrm>
            <a:off x="168275" y="-1825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736" y="1752600"/>
            <a:ext cx="7248525" cy="4286250"/>
          </a:xfrm>
          <a:prstGeom prst="rect">
            <a:avLst/>
          </a:prstGeom>
        </p:spPr>
      </p:pic>
    </p:spTree>
    <p:extLst>
      <p:ext uri="{BB962C8B-B14F-4D97-AF65-F5344CB8AC3E}">
        <p14:creationId xmlns:p14="http://schemas.microsoft.com/office/powerpoint/2010/main" val="27164775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2"/>
          <p:cNvSpPr>
            <a:spLocks noGrp="1" noChangeArrowheads="1"/>
          </p:cNvSpPr>
          <p:nvPr>
            <p:ph type="title"/>
          </p:nvPr>
        </p:nvSpPr>
        <p:spPr/>
        <p:txBody>
          <a:bodyPr/>
          <a:lstStyle/>
          <a:p>
            <a:r>
              <a:rPr lang="en-US" altLang="en-US" sz="3600"/>
              <a:t>HTTP response message example</a:t>
            </a:r>
            <a:endParaRPr lang="en-US" altLang="en-US"/>
          </a:p>
        </p:txBody>
      </p:sp>
      <p:sp>
        <p:nvSpPr>
          <p:cNvPr id="79877" name="Text Box 4"/>
          <p:cNvSpPr txBox="1">
            <a:spLocks noChangeArrowheads="1"/>
          </p:cNvSpPr>
          <p:nvPr/>
        </p:nvSpPr>
        <p:spPr bwMode="auto">
          <a:xfrm>
            <a:off x="3181350" y="1987550"/>
            <a:ext cx="5822950"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2000" b="1">
                <a:latin typeface="Courier New" pitchFamily="49" charset="0"/>
              </a:rPr>
              <a:t>HTTP/1.1 200 OK </a:t>
            </a:r>
          </a:p>
          <a:p>
            <a:r>
              <a:rPr lang="en-US" altLang="en-US" sz="2000" b="1">
                <a:latin typeface="Courier New" pitchFamily="49" charset="0"/>
              </a:rPr>
              <a:t>Connection close</a:t>
            </a:r>
          </a:p>
          <a:p>
            <a:r>
              <a:rPr lang="en-US" altLang="en-US" sz="2000" b="1">
                <a:latin typeface="Courier New" pitchFamily="49" charset="0"/>
              </a:rPr>
              <a:t>Date: Thu, 06 Aug 1998 12:00:15 GMT </a:t>
            </a:r>
          </a:p>
          <a:p>
            <a:r>
              <a:rPr lang="en-US" altLang="en-US" sz="2000" b="1">
                <a:latin typeface="Courier New" pitchFamily="49" charset="0"/>
              </a:rPr>
              <a:t>Server: Apache/1.3.0 (Unix) </a:t>
            </a:r>
          </a:p>
          <a:p>
            <a:r>
              <a:rPr lang="en-US" altLang="en-US" sz="2000" b="1">
                <a:latin typeface="Courier New" pitchFamily="49" charset="0"/>
              </a:rPr>
              <a:t>Last-Modified: Mon, 22 Jun 1998 …... </a:t>
            </a:r>
          </a:p>
          <a:p>
            <a:r>
              <a:rPr lang="en-US" altLang="en-US" sz="2000" b="1">
                <a:latin typeface="Courier New" pitchFamily="49" charset="0"/>
              </a:rPr>
              <a:t>Content-Length: 6821 </a:t>
            </a:r>
          </a:p>
          <a:p>
            <a:r>
              <a:rPr lang="en-US" altLang="en-US" sz="2000" b="1">
                <a:latin typeface="Courier New" pitchFamily="49" charset="0"/>
              </a:rPr>
              <a:t>Content-Type: text/html</a:t>
            </a:r>
          </a:p>
          <a:p>
            <a:r>
              <a:rPr lang="en-US" altLang="en-US" sz="2000" b="1">
                <a:latin typeface="Courier New" pitchFamily="49" charset="0"/>
              </a:rPr>
              <a:t> </a:t>
            </a:r>
          </a:p>
          <a:p>
            <a:r>
              <a:rPr lang="en-US" altLang="en-US" sz="2000" b="1">
                <a:latin typeface="Courier New" pitchFamily="49" charset="0"/>
              </a:rPr>
              <a:t>data data data data data ... </a:t>
            </a:r>
          </a:p>
        </p:txBody>
      </p:sp>
      <p:sp>
        <p:nvSpPr>
          <p:cNvPr id="79878" name="Text Box 5"/>
          <p:cNvSpPr txBox="1">
            <a:spLocks noChangeArrowheads="1"/>
          </p:cNvSpPr>
          <p:nvPr/>
        </p:nvSpPr>
        <p:spPr bwMode="auto">
          <a:xfrm>
            <a:off x="754063" y="1408113"/>
            <a:ext cx="1900237"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2000">
                <a:solidFill>
                  <a:schemeClr val="accent2"/>
                </a:solidFill>
              </a:rPr>
              <a:t>status line</a:t>
            </a:r>
          </a:p>
          <a:p>
            <a:pPr algn="ctr"/>
            <a:r>
              <a:rPr lang="en-US" altLang="en-US" sz="2000">
                <a:solidFill>
                  <a:schemeClr val="accent2"/>
                </a:solidFill>
              </a:rPr>
              <a:t>(protocol</a:t>
            </a:r>
          </a:p>
          <a:p>
            <a:pPr algn="ctr"/>
            <a:r>
              <a:rPr lang="en-US" altLang="en-US" sz="2000">
                <a:solidFill>
                  <a:schemeClr val="accent2"/>
                </a:solidFill>
              </a:rPr>
              <a:t>status code</a:t>
            </a:r>
          </a:p>
          <a:p>
            <a:pPr algn="ctr"/>
            <a:r>
              <a:rPr lang="en-US" altLang="en-US" sz="2000">
                <a:solidFill>
                  <a:schemeClr val="accent2"/>
                </a:solidFill>
              </a:rPr>
              <a:t>status phrase)</a:t>
            </a:r>
            <a:endParaRPr lang="en-US" altLang="en-US"/>
          </a:p>
        </p:txBody>
      </p:sp>
      <p:sp>
        <p:nvSpPr>
          <p:cNvPr id="79879" name="Line 6"/>
          <p:cNvSpPr>
            <a:spLocks noChangeShapeType="1"/>
          </p:cNvSpPr>
          <p:nvPr/>
        </p:nvSpPr>
        <p:spPr bwMode="auto">
          <a:xfrm>
            <a:off x="2295525" y="1914525"/>
            <a:ext cx="923925" cy="257175"/>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9880" name="Freeform 7"/>
          <p:cNvSpPr>
            <a:spLocks/>
          </p:cNvSpPr>
          <p:nvPr/>
        </p:nvSpPr>
        <p:spPr bwMode="auto">
          <a:xfrm>
            <a:off x="3095625" y="2349500"/>
            <a:ext cx="257175" cy="1858963"/>
          </a:xfrm>
          <a:custGeom>
            <a:avLst/>
            <a:gdLst>
              <a:gd name="T0" fmla="*/ 2147483647 w 162"/>
              <a:gd name="T1" fmla="*/ 2147483647 h 1428"/>
              <a:gd name="T2" fmla="*/ 0 w 162"/>
              <a:gd name="T3" fmla="*/ 0 h 1428"/>
              <a:gd name="T4" fmla="*/ 0 w 162"/>
              <a:gd name="T5" fmla="*/ 2147483647 h 1428"/>
              <a:gd name="T6" fmla="*/ 2147483647 w 162"/>
              <a:gd name="T7" fmla="*/ 2147483647 h 1428"/>
              <a:gd name="T8" fmla="*/ 0 60000 65536"/>
              <a:gd name="T9" fmla="*/ 0 60000 65536"/>
              <a:gd name="T10" fmla="*/ 0 60000 65536"/>
              <a:gd name="T11" fmla="*/ 0 60000 65536"/>
              <a:gd name="T12" fmla="*/ 0 w 162"/>
              <a:gd name="T13" fmla="*/ 0 h 1428"/>
              <a:gd name="T14" fmla="*/ 162 w 162"/>
              <a:gd name="T15" fmla="*/ 1428 h 1428"/>
            </a:gdLst>
            <a:ahLst/>
            <a:cxnLst>
              <a:cxn ang="T8">
                <a:pos x="T0" y="T1"/>
              </a:cxn>
              <a:cxn ang="T9">
                <a:pos x="T2" y="T3"/>
              </a:cxn>
              <a:cxn ang="T10">
                <a:pos x="T4" y="T5"/>
              </a:cxn>
              <a:cxn ang="T11">
                <a:pos x="T6" y="T7"/>
              </a:cxn>
            </a:cxnLst>
            <a:rect l="T12" t="T13" r="T14" b="T15"/>
            <a:pathLst>
              <a:path w="162" h="1428">
                <a:moveTo>
                  <a:pt x="132" y="9"/>
                </a:moveTo>
                <a:lnTo>
                  <a:pt x="0" y="0"/>
                </a:lnTo>
                <a:lnTo>
                  <a:pt x="0" y="1428"/>
                </a:lnTo>
                <a:lnTo>
                  <a:pt x="162" y="1425"/>
                </a:lnTo>
              </a:path>
            </a:pathLst>
          </a:custGeom>
          <a:noFill/>
          <a:ln w="1905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79881" name="Text Box 8"/>
          <p:cNvSpPr txBox="1">
            <a:spLocks noChangeArrowheads="1"/>
          </p:cNvSpPr>
          <p:nvPr/>
        </p:nvSpPr>
        <p:spPr bwMode="auto">
          <a:xfrm>
            <a:off x="2005013" y="3017838"/>
            <a:ext cx="10112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r"/>
            <a:r>
              <a:rPr lang="en-US" altLang="en-US" sz="2000">
                <a:solidFill>
                  <a:schemeClr val="accent2"/>
                </a:solidFill>
              </a:rPr>
              <a:t>header</a:t>
            </a:r>
          </a:p>
          <a:p>
            <a:pPr algn="r"/>
            <a:r>
              <a:rPr lang="en-US" altLang="en-US" sz="2000">
                <a:solidFill>
                  <a:schemeClr val="accent2"/>
                </a:solidFill>
              </a:rPr>
              <a:t> lines</a:t>
            </a:r>
            <a:endParaRPr lang="en-US" altLang="en-US"/>
          </a:p>
        </p:txBody>
      </p:sp>
      <p:sp>
        <p:nvSpPr>
          <p:cNvPr id="79882" name="Line 9"/>
          <p:cNvSpPr>
            <a:spLocks noChangeShapeType="1"/>
          </p:cNvSpPr>
          <p:nvPr/>
        </p:nvSpPr>
        <p:spPr bwMode="auto">
          <a:xfrm flipV="1">
            <a:off x="2190750" y="4381500"/>
            <a:ext cx="923925" cy="257175"/>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9883" name="Text Box 10"/>
          <p:cNvSpPr txBox="1">
            <a:spLocks noChangeArrowheads="1"/>
          </p:cNvSpPr>
          <p:nvPr/>
        </p:nvSpPr>
        <p:spPr bwMode="auto">
          <a:xfrm>
            <a:off x="838200" y="4360863"/>
            <a:ext cx="14065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2000">
                <a:solidFill>
                  <a:schemeClr val="accent2"/>
                </a:solidFill>
              </a:rPr>
              <a:t>data, e.g., </a:t>
            </a:r>
          </a:p>
          <a:p>
            <a:pPr algn="ctr"/>
            <a:r>
              <a:rPr lang="en-US" altLang="en-US" sz="2000">
                <a:solidFill>
                  <a:schemeClr val="accent2"/>
                </a:solidFill>
              </a:rPr>
              <a:t>requested</a:t>
            </a:r>
          </a:p>
          <a:p>
            <a:pPr algn="ctr"/>
            <a:r>
              <a:rPr lang="en-US" altLang="en-US" sz="2000">
                <a:solidFill>
                  <a:schemeClr val="accent2"/>
                </a:solidFill>
              </a:rPr>
              <a:t>HTML file</a:t>
            </a:r>
            <a:endParaRPr lang="en-US" altLang="en-US"/>
          </a:p>
        </p:txBody>
      </p:sp>
    </p:spTree>
    <p:extLst>
      <p:ext uri="{BB962C8B-B14F-4D97-AF65-F5344CB8AC3E}">
        <p14:creationId xmlns:p14="http://schemas.microsoft.com/office/powerpoint/2010/main" val="1747403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2"/>
          <p:cNvSpPr>
            <a:spLocks noGrp="1" noChangeArrowheads="1"/>
          </p:cNvSpPr>
          <p:nvPr>
            <p:ph type="title"/>
          </p:nvPr>
        </p:nvSpPr>
        <p:spPr>
          <a:xfrm>
            <a:off x="533400" y="0"/>
            <a:ext cx="7772400" cy="1143000"/>
          </a:xfrm>
        </p:spPr>
        <p:txBody>
          <a:bodyPr rtlCol="0">
            <a:normAutofit/>
          </a:bodyPr>
          <a:lstStyle/>
          <a:p>
            <a:pPr eaLnBrk="1" fontAlgn="auto" hangingPunct="1">
              <a:spcAft>
                <a:spcPts val="0"/>
              </a:spcAft>
              <a:defRPr/>
            </a:pPr>
            <a:r>
              <a:rPr lang="en-US" dirty="0">
                <a:solidFill>
                  <a:schemeClr val="tx1">
                    <a:lumMod val="65000"/>
                    <a:lumOff val="35000"/>
                  </a:schemeClr>
                </a:solidFill>
                <a:latin typeface="Lucida Bright" pitchFamily="18" charset="0"/>
              </a:rPr>
              <a:t>HTTP Version differences</a:t>
            </a:r>
          </a:p>
        </p:txBody>
      </p:sp>
      <p:graphicFrame>
        <p:nvGraphicFramePr>
          <p:cNvPr id="7" name="Content Placeholder 6"/>
          <p:cNvGraphicFramePr>
            <a:graphicFrameLocks noGrp="1"/>
          </p:cNvGraphicFramePr>
          <p:nvPr>
            <p:ph sz="half" idx="1"/>
            <p:extLst>
              <p:ext uri="{D42A27DB-BD31-4B8C-83A1-F6EECF244321}">
                <p14:modId xmlns:p14="http://schemas.microsoft.com/office/powerpoint/2010/main" val="2006571841"/>
              </p:ext>
            </p:extLst>
          </p:nvPr>
        </p:nvGraphicFramePr>
        <p:xfrm>
          <a:off x="214313" y="1214437"/>
          <a:ext cx="4129087" cy="5400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Content Placeholder 7"/>
          <p:cNvGraphicFramePr>
            <a:graphicFrameLocks noGrp="1"/>
          </p:cNvGraphicFramePr>
          <p:nvPr>
            <p:ph sz="half" idx="2"/>
            <p:extLst>
              <p:ext uri="{D42A27DB-BD31-4B8C-83A1-F6EECF244321}">
                <p14:modId xmlns:p14="http://schemas.microsoft.com/office/powerpoint/2010/main" val="2866972578"/>
              </p:ext>
            </p:extLst>
          </p:nvPr>
        </p:nvGraphicFramePr>
        <p:xfrm>
          <a:off x="4495800" y="1200150"/>
          <a:ext cx="4376738" cy="538638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175117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Footer Placeholder 5"/>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10245"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ADA52153-B6F9-4741-B872-F20F78C1FC74}" type="slidenum">
              <a:rPr lang="en-US" altLang="en-US" sz="1400" smtClean="0"/>
              <a:pPr/>
              <a:t>18</a:t>
            </a:fld>
            <a:endParaRPr lang="en-US" altLang="en-US" sz="1400"/>
          </a:p>
        </p:txBody>
      </p:sp>
      <p:sp>
        <p:nvSpPr>
          <p:cNvPr id="10246" name="Rectangle 2"/>
          <p:cNvSpPr>
            <a:spLocks noGrp="1" noChangeArrowheads="1"/>
          </p:cNvSpPr>
          <p:nvPr>
            <p:ph type="title"/>
          </p:nvPr>
        </p:nvSpPr>
        <p:spPr>
          <a:xfrm>
            <a:off x="907283" y="122238"/>
            <a:ext cx="7772400" cy="1143000"/>
          </a:xfrm>
        </p:spPr>
        <p:txBody>
          <a:bodyPr/>
          <a:lstStyle/>
          <a:p>
            <a:r>
              <a:rPr lang="en-US" altLang="en-US" sz="3600" dirty="0"/>
              <a:t>Web caches (proxy server)</a:t>
            </a:r>
            <a:endParaRPr lang="en-US" altLang="en-US" dirty="0"/>
          </a:p>
        </p:txBody>
      </p:sp>
      <p:sp>
        <p:nvSpPr>
          <p:cNvPr id="10247" name="Rectangle 3"/>
          <p:cNvSpPr>
            <a:spLocks noGrp="1" noChangeArrowheads="1"/>
          </p:cNvSpPr>
          <p:nvPr>
            <p:ph type="body" sz="half" idx="1"/>
          </p:nvPr>
        </p:nvSpPr>
        <p:spPr>
          <a:xfrm>
            <a:off x="279400" y="1957388"/>
            <a:ext cx="3767138" cy="3762375"/>
          </a:xfrm>
        </p:spPr>
        <p:txBody>
          <a:bodyPr/>
          <a:lstStyle/>
          <a:p>
            <a:r>
              <a:rPr lang="en-US" altLang="en-US" sz="2400" dirty="0"/>
              <a:t>user sets browser: Web accesses via  cache</a:t>
            </a:r>
          </a:p>
          <a:p>
            <a:r>
              <a:rPr lang="en-US" altLang="en-US" sz="2400" dirty="0"/>
              <a:t>browser sends all HTTP requests to cache</a:t>
            </a:r>
          </a:p>
          <a:p>
            <a:pPr lvl="1"/>
            <a:r>
              <a:rPr lang="en-US" altLang="en-US" sz="2000" dirty="0"/>
              <a:t>object in cache: cache returns object </a:t>
            </a:r>
          </a:p>
          <a:p>
            <a:pPr lvl="1"/>
            <a:r>
              <a:rPr lang="en-US" altLang="en-US" sz="2000" dirty="0"/>
              <a:t>else cache requests object from origin server, then returns object to client</a:t>
            </a:r>
          </a:p>
        </p:txBody>
      </p:sp>
      <p:sp>
        <p:nvSpPr>
          <p:cNvPr id="10248" name="Rectangle 4"/>
          <p:cNvSpPr>
            <a:spLocks noChangeArrowheads="1"/>
          </p:cNvSpPr>
          <p:nvPr/>
        </p:nvSpPr>
        <p:spPr bwMode="auto">
          <a:xfrm>
            <a:off x="393700" y="1265238"/>
            <a:ext cx="87503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a:solidFill>
                  <a:srgbClr val="FF0000"/>
                </a:solidFill>
              </a:rPr>
              <a:t>Goal:</a:t>
            </a:r>
            <a:r>
              <a:rPr lang="en-US" altLang="en-US"/>
              <a:t> satisfy client request without involving origin server</a:t>
            </a:r>
          </a:p>
        </p:txBody>
      </p:sp>
      <p:graphicFrame>
        <p:nvGraphicFramePr>
          <p:cNvPr id="10242" name="Object 2"/>
          <p:cNvGraphicFramePr>
            <a:graphicFrameLocks noChangeAspect="1"/>
          </p:cNvGraphicFramePr>
          <p:nvPr/>
        </p:nvGraphicFramePr>
        <p:xfrm>
          <a:off x="4203700" y="2955925"/>
          <a:ext cx="515938" cy="414338"/>
        </p:xfrm>
        <a:graphic>
          <a:graphicData uri="http://schemas.openxmlformats.org/presentationml/2006/ole">
            <mc:AlternateContent xmlns:mc="http://schemas.openxmlformats.org/markup-compatibility/2006">
              <mc:Choice xmlns:v="urn:schemas-microsoft-com:vml" Requires="v">
                <p:oleObj name="Clip" r:id="rId2" imgW="1305000" imgH="1085760" progId="">
                  <p:embed/>
                </p:oleObj>
              </mc:Choice>
              <mc:Fallback>
                <p:oleObj name="Clip" r:id="rId2" imgW="1305000" imgH="108576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3700" y="2955925"/>
                        <a:ext cx="515938"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9" name="Text Box 6"/>
          <p:cNvSpPr txBox="1">
            <a:spLocks noChangeArrowheads="1"/>
          </p:cNvSpPr>
          <p:nvPr/>
        </p:nvSpPr>
        <p:spPr bwMode="auto">
          <a:xfrm>
            <a:off x="4143375" y="3368675"/>
            <a:ext cx="714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t>client</a:t>
            </a:r>
            <a:endParaRPr lang="en-US" altLang="en-US"/>
          </a:p>
        </p:txBody>
      </p:sp>
      <p:graphicFrame>
        <p:nvGraphicFramePr>
          <p:cNvPr id="10243" name="Object 3"/>
          <p:cNvGraphicFramePr>
            <a:graphicFrameLocks noChangeAspect="1"/>
          </p:cNvGraphicFramePr>
          <p:nvPr/>
        </p:nvGraphicFramePr>
        <p:xfrm>
          <a:off x="4268788" y="4826000"/>
          <a:ext cx="515937" cy="412750"/>
        </p:xfrm>
        <a:graphic>
          <a:graphicData uri="http://schemas.openxmlformats.org/presentationml/2006/ole">
            <mc:AlternateContent xmlns:mc="http://schemas.openxmlformats.org/markup-compatibility/2006">
              <mc:Choice xmlns:v="urn:schemas-microsoft-com:vml" Requires="v">
                <p:oleObj name="Clip" r:id="rId2" imgW="1305000" imgH="1085760" progId="">
                  <p:embed/>
                </p:oleObj>
              </mc:Choice>
              <mc:Fallback>
                <p:oleObj name="Clip" r:id="rId2" imgW="1305000" imgH="108576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8788" y="4826000"/>
                        <a:ext cx="515937"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0" name="Text Box 8"/>
          <p:cNvSpPr txBox="1">
            <a:spLocks noChangeArrowheads="1"/>
          </p:cNvSpPr>
          <p:nvPr/>
        </p:nvSpPr>
        <p:spPr bwMode="auto">
          <a:xfrm>
            <a:off x="6024563" y="2774950"/>
            <a:ext cx="9556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2000"/>
              <a:t>Proxy</a:t>
            </a:r>
          </a:p>
          <a:p>
            <a:pPr algn="ctr"/>
            <a:r>
              <a:rPr lang="en-US" altLang="en-US" sz="2000"/>
              <a:t>server</a:t>
            </a:r>
            <a:endParaRPr lang="en-US" altLang="en-US"/>
          </a:p>
        </p:txBody>
      </p:sp>
      <p:grpSp>
        <p:nvGrpSpPr>
          <p:cNvPr id="10251" name="Group 9"/>
          <p:cNvGrpSpPr>
            <a:grpSpLocks/>
          </p:cNvGrpSpPr>
          <p:nvPr/>
        </p:nvGrpSpPr>
        <p:grpSpPr bwMode="auto">
          <a:xfrm>
            <a:off x="6249988" y="3556000"/>
            <a:ext cx="346075" cy="742950"/>
            <a:chOff x="4180" y="783"/>
            <a:chExt cx="150" cy="307"/>
          </a:xfrm>
        </p:grpSpPr>
        <p:sp>
          <p:nvSpPr>
            <p:cNvPr id="10292" name="AutoShape 10"/>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93" name="Rectangle 11"/>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94" name="Rectangle 12"/>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95" name="AutoShape 13"/>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96" name="Line 14"/>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97" name="Line 15"/>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98" name="Rectangle 16"/>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99" name="Rectangle 17"/>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pSp>
      <p:sp>
        <p:nvSpPr>
          <p:cNvPr id="10252" name="Text Box 21"/>
          <p:cNvSpPr txBox="1">
            <a:spLocks noChangeArrowheads="1"/>
          </p:cNvSpPr>
          <p:nvPr/>
        </p:nvSpPr>
        <p:spPr bwMode="auto">
          <a:xfrm>
            <a:off x="4298950" y="5284788"/>
            <a:ext cx="714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t>client</a:t>
            </a:r>
            <a:endParaRPr lang="en-US" altLang="en-US"/>
          </a:p>
        </p:txBody>
      </p:sp>
      <p:grpSp>
        <p:nvGrpSpPr>
          <p:cNvPr id="3" name="Group 53"/>
          <p:cNvGrpSpPr>
            <a:grpSpLocks/>
          </p:cNvGrpSpPr>
          <p:nvPr/>
        </p:nvGrpSpPr>
        <p:grpSpPr bwMode="auto">
          <a:xfrm>
            <a:off x="4567238" y="4095750"/>
            <a:ext cx="1593850" cy="760413"/>
            <a:chOff x="2877" y="2580"/>
            <a:chExt cx="1004" cy="479"/>
          </a:xfrm>
        </p:grpSpPr>
        <p:sp>
          <p:nvSpPr>
            <p:cNvPr id="10290" name="Line 19"/>
            <p:cNvSpPr>
              <a:spLocks noChangeShapeType="1"/>
            </p:cNvSpPr>
            <p:nvPr/>
          </p:nvSpPr>
          <p:spPr bwMode="auto">
            <a:xfrm flipV="1">
              <a:off x="2998" y="2580"/>
              <a:ext cx="883" cy="47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91" name="Text Box 23"/>
            <p:cNvSpPr txBox="1">
              <a:spLocks noChangeArrowheads="1"/>
            </p:cNvSpPr>
            <p:nvPr/>
          </p:nvSpPr>
          <p:spPr bwMode="auto">
            <a:xfrm rot="-1692639">
              <a:off x="2877" y="2646"/>
              <a:ext cx="9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HTTP request</a:t>
              </a:r>
              <a:endParaRPr lang="en-US" altLang="en-US"/>
            </a:p>
          </p:txBody>
        </p:sp>
      </p:grpSp>
      <p:grpSp>
        <p:nvGrpSpPr>
          <p:cNvPr id="4" name="Group 54"/>
          <p:cNvGrpSpPr>
            <a:grpSpLocks/>
          </p:cNvGrpSpPr>
          <p:nvPr/>
        </p:nvGrpSpPr>
        <p:grpSpPr bwMode="auto">
          <a:xfrm>
            <a:off x="4773613" y="4183063"/>
            <a:ext cx="1620837" cy="785812"/>
            <a:chOff x="3007" y="2635"/>
            <a:chExt cx="1021" cy="495"/>
          </a:xfrm>
        </p:grpSpPr>
        <p:sp>
          <p:nvSpPr>
            <p:cNvPr id="10288" name="Line 20"/>
            <p:cNvSpPr>
              <a:spLocks noChangeShapeType="1"/>
            </p:cNvSpPr>
            <p:nvPr/>
          </p:nvSpPr>
          <p:spPr bwMode="auto">
            <a:xfrm flipH="1">
              <a:off x="3030" y="2635"/>
              <a:ext cx="884" cy="49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89" name="Text Box 25"/>
            <p:cNvSpPr txBox="1">
              <a:spLocks noChangeArrowheads="1"/>
            </p:cNvSpPr>
            <p:nvPr/>
          </p:nvSpPr>
          <p:spPr bwMode="auto">
            <a:xfrm rot="-1737783">
              <a:off x="3007" y="2847"/>
              <a:ext cx="10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HTTP response</a:t>
              </a:r>
              <a:endParaRPr lang="en-US" altLang="en-US"/>
            </a:p>
          </p:txBody>
        </p:sp>
      </p:grpSp>
      <p:grpSp>
        <p:nvGrpSpPr>
          <p:cNvPr id="10255" name="Group 26"/>
          <p:cNvGrpSpPr>
            <a:grpSpLocks/>
          </p:cNvGrpSpPr>
          <p:nvPr/>
        </p:nvGrpSpPr>
        <p:grpSpPr bwMode="auto">
          <a:xfrm>
            <a:off x="8089900" y="2792413"/>
            <a:ext cx="346075" cy="742950"/>
            <a:chOff x="4180" y="783"/>
            <a:chExt cx="150" cy="307"/>
          </a:xfrm>
        </p:grpSpPr>
        <p:sp>
          <p:nvSpPr>
            <p:cNvPr id="10280" name="AutoShape 27"/>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81" name="Rectangle 28"/>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82" name="Rectangle 29"/>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83" name="AutoShape 3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84" name="Line 31"/>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85" name="Line 32"/>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86" name="Rectangle 33"/>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87" name="Rectangle 34"/>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pSp>
      <p:grpSp>
        <p:nvGrpSpPr>
          <p:cNvPr id="10256" name="Group 35"/>
          <p:cNvGrpSpPr>
            <a:grpSpLocks/>
          </p:cNvGrpSpPr>
          <p:nvPr/>
        </p:nvGrpSpPr>
        <p:grpSpPr bwMode="auto">
          <a:xfrm>
            <a:off x="8174038" y="4670425"/>
            <a:ext cx="346075" cy="742950"/>
            <a:chOff x="4180" y="783"/>
            <a:chExt cx="150" cy="307"/>
          </a:xfrm>
        </p:grpSpPr>
        <p:sp>
          <p:nvSpPr>
            <p:cNvPr id="10272" name="AutoShape 36"/>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73" name="Rectangle 37"/>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74" name="Rectangle 38"/>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75" name="AutoShape 3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76" name="Line 40"/>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7" name="Line 41"/>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78" name="Rectangle 42"/>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79" name="Rectangle 43"/>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pSp>
      <p:grpSp>
        <p:nvGrpSpPr>
          <p:cNvPr id="7" name="Group 49"/>
          <p:cNvGrpSpPr>
            <a:grpSpLocks/>
          </p:cNvGrpSpPr>
          <p:nvPr/>
        </p:nvGrpSpPr>
        <p:grpSpPr bwMode="auto">
          <a:xfrm>
            <a:off x="4765675" y="3141663"/>
            <a:ext cx="3251200" cy="730250"/>
            <a:chOff x="3002" y="1979"/>
            <a:chExt cx="2048" cy="460"/>
          </a:xfrm>
        </p:grpSpPr>
        <p:sp>
          <p:nvSpPr>
            <p:cNvPr id="10269" name="Freeform 18"/>
            <p:cNvSpPr>
              <a:spLocks/>
            </p:cNvSpPr>
            <p:nvPr/>
          </p:nvSpPr>
          <p:spPr bwMode="auto">
            <a:xfrm>
              <a:off x="3002" y="1979"/>
              <a:ext cx="2048" cy="460"/>
            </a:xfrm>
            <a:custGeom>
              <a:avLst/>
              <a:gdLst>
                <a:gd name="T0" fmla="*/ 0 w 2048"/>
                <a:gd name="T1" fmla="*/ 2 h 460"/>
                <a:gd name="T2" fmla="*/ 1011 w 2048"/>
                <a:gd name="T3" fmla="*/ 460 h 460"/>
                <a:gd name="T4" fmla="*/ 2048 w 2048"/>
                <a:gd name="T5" fmla="*/ 0 h 460"/>
                <a:gd name="T6" fmla="*/ 0 60000 65536"/>
                <a:gd name="T7" fmla="*/ 0 60000 65536"/>
                <a:gd name="T8" fmla="*/ 0 60000 65536"/>
                <a:gd name="T9" fmla="*/ 0 w 2048"/>
                <a:gd name="T10" fmla="*/ 0 h 460"/>
                <a:gd name="T11" fmla="*/ 2048 w 2048"/>
                <a:gd name="T12" fmla="*/ 460 h 460"/>
              </a:gdLst>
              <a:ahLst/>
              <a:cxnLst>
                <a:cxn ang="T6">
                  <a:pos x="T0" y="T1"/>
                </a:cxn>
                <a:cxn ang="T7">
                  <a:pos x="T2" y="T3"/>
                </a:cxn>
                <a:cxn ang="T8">
                  <a:pos x="T4" y="T5"/>
                </a:cxn>
              </a:cxnLst>
              <a:rect l="T9" t="T10" r="T11" b="T12"/>
              <a:pathLst>
                <a:path w="2048" h="460">
                  <a:moveTo>
                    <a:pt x="0" y="2"/>
                  </a:moveTo>
                  <a:lnTo>
                    <a:pt x="1011" y="460"/>
                  </a:lnTo>
                  <a:lnTo>
                    <a:pt x="2048" y="0"/>
                  </a:ln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70" name="Text Box 22"/>
            <p:cNvSpPr txBox="1">
              <a:spLocks noChangeArrowheads="1"/>
            </p:cNvSpPr>
            <p:nvPr/>
          </p:nvSpPr>
          <p:spPr bwMode="auto">
            <a:xfrm rot="1422049">
              <a:off x="3064" y="2006"/>
              <a:ext cx="9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HTTP request</a:t>
              </a:r>
              <a:endParaRPr lang="en-US" altLang="en-US"/>
            </a:p>
          </p:txBody>
        </p:sp>
        <p:sp>
          <p:nvSpPr>
            <p:cNvPr id="10271" name="Text Box 45"/>
            <p:cNvSpPr txBox="1">
              <a:spLocks noChangeArrowheads="1"/>
            </p:cNvSpPr>
            <p:nvPr/>
          </p:nvSpPr>
          <p:spPr bwMode="auto">
            <a:xfrm rot="-1419968">
              <a:off x="4095" y="2016"/>
              <a:ext cx="9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HTTP request</a:t>
              </a:r>
              <a:endParaRPr lang="en-US" altLang="en-US"/>
            </a:p>
          </p:txBody>
        </p:sp>
      </p:grpSp>
      <p:sp>
        <p:nvSpPr>
          <p:cNvPr id="10258" name="Text Box 47"/>
          <p:cNvSpPr txBox="1">
            <a:spLocks noChangeArrowheads="1"/>
          </p:cNvSpPr>
          <p:nvPr/>
        </p:nvSpPr>
        <p:spPr bwMode="auto">
          <a:xfrm>
            <a:off x="7885113" y="5465763"/>
            <a:ext cx="8001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t>origin </a:t>
            </a:r>
          </a:p>
          <a:p>
            <a:pPr algn="ctr"/>
            <a:r>
              <a:rPr lang="en-US" altLang="en-US" sz="1600"/>
              <a:t>server</a:t>
            </a:r>
            <a:endParaRPr lang="en-US" altLang="en-US"/>
          </a:p>
        </p:txBody>
      </p:sp>
      <p:sp>
        <p:nvSpPr>
          <p:cNvPr id="10259" name="Text Box 48"/>
          <p:cNvSpPr txBox="1">
            <a:spLocks noChangeArrowheads="1"/>
          </p:cNvSpPr>
          <p:nvPr/>
        </p:nvSpPr>
        <p:spPr bwMode="auto">
          <a:xfrm>
            <a:off x="7816850" y="1993900"/>
            <a:ext cx="8001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t>origin </a:t>
            </a:r>
          </a:p>
          <a:p>
            <a:pPr algn="ctr"/>
            <a:r>
              <a:rPr lang="en-US" altLang="en-US" sz="1600"/>
              <a:t>server</a:t>
            </a:r>
            <a:endParaRPr lang="en-US" altLang="en-US"/>
          </a:p>
        </p:txBody>
      </p:sp>
      <p:sp>
        <p:nvSpPr>
          <p:cNvPr id="10260" name="Rectangle 55"/>
          <p:cNvSpPr>
            <a:spLocks noChangeArrowheads="1"/>
          </p:cNvSpPr>
          <p:nvPr/>
        </p:nvSpPr>
        <p:spPr bwMode="auto">
          <a:xfrm>
            <a:off x="6946900" y="4349750"/>
            <a:ext cx="406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pic>
        <p:nvPicPr>
          <p:cNvPr id="10261"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7863" y="2632075"/>
            <a:ext cx="5270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8" name="Group 60"/>
          <p:cNvGrpSpPr>
            <a:grpSpLocks/>
          </p:cNvGrpSpPr>
          <p:nvPr/>
        </p:nvGrpSpPr>
        <p:grpSpPr bwMode="auto">
          <a:xfrm>
            <a:off x="3992563" y="2678113"/>
            <a:ext cx="4186237" cy="1814512"/>
            <a:chOff x="2515" y="1687"/>
            <a:chExt cx="2637" cy="1143"/>
          </a:xfrm>
        </p:grpSpPr>
        <p:sp>
          <p:nvSpPr>
            <p:cNvPr id="10264" name="Freeform 44"/>
            <p:cNvSpPr>
              <a:spLocks/>
            </p:cNvSpPr>
            <p:nvPr/>
          </p:nvSpPr>
          <p:spPr bwMode="auto">
            <a:xfrm>
              <a:off x="2985" y="2026"/>
              <a:ext cx="2119" cy="476"/>
            </a:xfrm>
            <a:custGeom>
              <a:avLst/>
              <a:gdLst>
                <a:gd name="T0" fmla="*/ 2119 w 2119"/>
                <a:gd name="T1" fmla="*/ 0 h 476"/>
                <a:gd name="T2" fmla="*/ 1020 w 2119"/>
                <a:gd name="T3" fmla="*/ 476 h 476"/>
                <a:gd name="T4" fmla="*/ 0 w 2119"/>
                <a:gd name="T5" fmla="*/ 8 h 476"/>
                <a:gd name="T6" fmla="*/ 0 60000 65536"/>
                <a:gd name="T7" fmla="*/ 0 60000 65536"/>
                <a:gd name="T8" fmla="*/ 0 60000 65536"/>
                <a:gd name="T9" fmla="*/ 0 w 2119"/>
                <a:gd name="T10" fmla="*/ 0 h 476"/>
                <a:gd name="T11" fmla="*/ 2119 w 2119"/>
                <a:gd name="T12" fmla="*/ 476 h 476"/>
              </a:gdLst>
              <a:ahLst/>
              <a:cxnLst>
                <a:cxn ang="T6">
                  <a:pos x="T0" y="T1"/>
                </a:cxn>
                <a:cxn ang="T7">
                  <a:pos x="T2" y="T3"/>
                </a:cxn>
                <a:cxn ang="T8">
                  <a:pos x="T4" y="T5"/>
                </a:cxn>
              </a:cxnLst>
              <a:rect l="T9" t="T10" r="T11" b="T12"/>
              <a:pathLst>
                <a:path w="2119" h="476">
                  <a:moveTo>
                    <a:pt x="2119" y="0"/>
                  </a:moveTo>
                  <a:lnTo>
                    <a:pt x="1020" y="476"/>
                  </a:lnTo>
                  <a:lnTo>
                    <a:pt x="0" y="8"/>
                  </a:ln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0265" name="Text Box 24"/>
            <p:cNvSpPr txBox="1">
              <a:spLocks noChangeArrowheads="1"/>
            </p:cNvSpPr>
            <p:nvPr/>
          </p:nvSpPr>
          <p:spPr bwMode="auto">
            <a:xfrm rot="1411598">
              <a:off x="2901" y="2244"/>
              <a:ext cx="10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HTTP response</a:t>
              </a:r>
              <a:endParaRPr lang="en-US" altLang="en-US"/>
            </a:p>
          </p:txBody>
        </p:sp>
        <p:sp>
          <p:nvSpPr>
            <p:cNvPr id="10266" name="Text Box 46"/>
            <p:cNvSpPr txBox="1">
              <a:spLocks noChangeArrowheads="1"/>
            </p:cNvSpPr>
            <p:nvPr/>
          </p:nvSpPr>
          <p:spPr bwMode="auto">
            <a:xfrm rot="-1415789">
              <a:off x="4131" y="2232"/>
              <a:ext cx="10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HTTP response</a:t>
              </a:r>
              <a:endParaRPr lang="en-US" altLang="en-US"/>
            </a:p>
          </p:txBody>
        </p:sp>
        <p:pic>
          <p:nvPicPr>
            <p:cNvPr id="10267" name="Picture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9" y="2557"/>
              <a:ext cx="33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268" name="Picture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 y="1687"/>
              <a:ext cx="33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pic>
        <p:nvPicPr>
          <p:cNvPr id="171069" name="Picture 6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0188" y="4613275"/>
            <a:ext cx="5270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2609180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2000"/>
                                        <p:tgtEl>
                                          <p:spTgt spid="7"/>
                                        </p:tgtEl>
                                      </p:cBhvr>
                                    </p:animEffect>
                                  </p:childTnLst>
                                </p:cTn>
                              </p:par>
                            </p:childTnLst>
                          </p:cTn>
                        </p:par>
                        <p:par>
                          <p:cTn id="8" fill="hold" nodeType="afterGroup">
                            <p:stCondLst>
                              <p:cond delay="2000"/>
                            </p:stCondLst>
                            <p:childTnLst>
                              <p:par>
                                <p:cTn id="9" presetID="22" presetClass="entr" presetSubtype="2"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right)">
                                      <p:cBhvr>
                                        <p:cTn id="11" dur="20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2000"/>
                                        <p:tgtEl>
                                          <p:spTgt spid="3"/>
                                        </p:tgtEl>
                                      </p:cBhvr>
                                    </p:animEffect>
                                  </p:childTnLst>
                                </p:cTn>
                              </p:par>
                            </p:childTnLst>
                          </p:cTn>
                        </p:par>
                        <p:par>
                          <p:cTn id="17" fill="hold" nodeType="afterGroup">
                            <p:stCondLst>
                              <p:cond delay="20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2000"/>
                                        <p:tgtEl>
                                          <p:spTgt spid="4"/>
                                        </p:tgtEl>
                                      </p:cBhvr>
                                    </p:animEffect>
                                  </p:childTnLst>
                                </p:cTn>
                              </p:par>
                            </p:childTnLst>
                          </p:cTn>
                        </p:par>
                        <p:par>
                          <p:cTn id="21" fill="hold" nodeType="afterGroup">
                            <p:stCondLst>
                              <p:cond delay="4000"/>
                            </p:stCondLst>
                            <p:childTnLst>
                              <p:par>
                                <p:cTn id="22" presetID="22" presetClass="entr" presetSubtype="2" fill="hold" nodeType="afterEffect">
                                  <p:stCondLst>
                                    <p:cond delay="0"/>
                                  </p:stCondLst>
                                  <p:childTnLst>
                                    <p:set>
                                      <p:cBhvr>
                                        <p:cTn id="23" dur="1" fill="hold">
                                          <p:stCondLst>
                                            <p:cond delay="0"/>
                                          </p:stCondLst>
                                        </p:cTn>
                                        <p:tgtEl>
                                          <p:spTgt spid="171069"/>
                                        </p:tgtEl>
                                        <p:attrNameLst>
                                          <p:attrName>style.visibility</p:attrName>
                                        </p:attrNameLst>
                                      </p:cBhvr>
                                      <p:to>
                                        <p:strVal val="visible"/>
                                      </p:to>
                                    </p:set>
                                    <p:animEffect transition="in" filter="wipe(right)">
                                      <p:cBhvr>
                                        <p:cTn id="24" dur="500"/>
                                        <p:tgtEl>
                                          <p:spTgt spid="171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4034957906"/>
              </p:ext>
            </p:extLst>
          </p:nvPr>
        </p:nvGraphicFramePr>
        <p:xfrm>
          <a:off x="914400" y="14478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27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r>
              <a:rPr lang="en-US" altLang="en-US"/>
              <a:t>FTP (File Transfer Protocol)</a:t>
            </a:r>
          </a:p>
        </p:txBody>
      </p:sp>
      <p:sp>
        <p:nvSpPr>
          <p:cNvPr id="3" name="Content Placeholder 2"/>
          <p:cNvSpPr>
            <a:spLocks noGrp="1"/>
          </p:cNvSpPr>
          <p:nvPr>
            <p:ph idx="1"/>
          </p:nvPr>
        </p:nvSpPr>
        <p:spPr>
          <a:xfrm>
            <a:off x="533400" y="1676400"/>
            <a:ext cx="7772400" cy="4905375"/>
          </a:xfrm>
        </p:spPr>
        <p:txBody>
          <a:bodyPr/>
          <a:lstStyle/>
          <a:p>
            <a:pPr>
              <a:defRPr/>
            </a:pPr>
            <a:r>
              <a:rPr lang="en-US" dirty="0">
                <a:solidFill>
                  <a:srgbClr val="FF0000"/>
                </a:solidFill>
              </a:rPr>
              <a:t>Objective</a:t>
            </a:r>
          </a:p>
          <a:p>
            <a:pPr marL="514350" indent="-514350">
              <a:buFont typeface="+mj-lt"/>
              <a:buAutoNum type="arabicPeriod"/>
              <a:defRPr/>
            </a:pPr>
            <a:r>
              <a:rPr lang="en-US" dirty="0"/>
              <a:t>Allow file sharing between remote machine</a:t>
            </a:r>
          </a:p>
          <a:p>
            <a:pPr marL="514350" indent="-514350">
              <a:buFont typeface="+mj-lt"/>
              <a:buAutoNum type="arabicPeriod"/>
              <a:defRPr/>
            </a:pPr>
            <a:r>
              <a:rPr lang="en-US" dirty="0"/>
              <a:t>Transfer data reliably and efficiently</a:t>
            </a:r>
          </a:p>
          <a:p>
            <a:pPr marL="514350" indent="-514350">
              <a:buFont typeface="+mj-lt"/>
              <a:buAutoNum type="arabicPeriod"/>
              <a:defRPr/>
            </a:pPr>
            <a:endParaRPr lang="en-US" dirty="0"/>
          </a:p>
          <a:p>
            <a:pPr>
              <a:defRPr/>
            </a:pPr>
            <a:r>
              <a:rPr lang="en-US" dirty="0"/>
              <a:t>FTP Protocol falls within </a:t>
            </a:r>
            <a:r>
              <a:rPr lang="en-US" dirty="0">
                <a:solidFill>
                  <a:srgbClr val="FF0000"/>
                </a:solidFill>
              </a:rPr>
              <a:t>client server model</a:t>
            </a:r>
          </a:p>
          <a:p>
            <a:pPr>
              <a:defRPr/>
            </a:pPr>
            <a:r>
              <a:rPr lang="en-US" dirty="0"/>
              <a:t>Both client &amp; server have </a:t>
            </a:r>
            <a:r>
              <a:rPr lang="en-US" dirty="0">
                <a:solidFill>
                  <a:srgbClr val="FF0000"/>
                </a:solidFill>
              </a:rPr>
              <a:t>2 process </a:t>
            </a:r>
            <a:r>
              <a:rPr lang="en-US" dirty="0"/>
              <a:t>allowing information (Data &amp; command) to be managed , they are</a:t>
            </a:r>
          </a:p>
          <a:p>
            <a:pPr marL="514350" indent="-514350">
              <a:buFont typeface="+mj-lt"/>
              <a:buAutoNum type="arabicPeriod"/>
              <a:defRPr/>
            </a:pPr>
            <a:r>
              <a:rPr lang="en-US" dirty="0"/>
              <a:t>DTP(Data transfer Process)</a:t>
            </a:r>
          </a:p>
          <a:p>
            <a:pPr marL="514350" indent="-514350">
              <a:buFont typeface="+mj-lt"/>
              <a:buAutoNum type="arabicPeriod"/>
              <a:defRPr/>
            </a:pPr>
            <a:r>
              <a:rPr lang="en-US" dirty="0"/>
              <a:t>PI(Protocol Interpreter)</a:t>
            </a:r>
          </a:p>
          <a:p>
            <a:pPr>
              <a:defRPr/>
            </a:pPr>
            <a:endParaRPr lang="en-US" dirty="0"/>
          </a:p>
        </p:txBody>
      </p:sp>
    </p:spTree>
    <p:extLst>
      <p:ext uri="{BB962C8B-B14F-4D97-AF65-F5344CB8AC3E}">
        <p14:creationId xmlns:p14="http://schemas.microsoft.com/office/powerpoint/2010/main" val="1510567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6"/>
          <p:cNvSpPr>
            <a:spLocks noGrp="1"/>
          </p:cNvSpPr>
          <p:nvPr>
            <p:ph type="title"/>
          </p:nvPr>
        </p:nvSpPr>
        <p:spPr/>
        <p:txBody>
          <a:bodyPr/>
          <a:lstStyle/>
          <a:p>
            <a:r>
              <a:rPr lang="en-US" altLang="en-US"/>
              <a:t>FTP model/connection</a:t>
            </a:r>
          </a:p>
        </p:txBody>
      </p:sp>
      <p:sp>
        <p:nvSpPr>
          <p:cNvPr id="5" name="Footer Placeholder 4"/>
          <p:cNvSpPr>
            <a:spLocks noGrp="1"/>
          </p:cNvSpPr>
          <p:nvPr>
            <p:ph type="ftr" sz="quarter" idx="11"/>
          </p:nvPr>
        </p:nvSpPr>
        <p:spPr/>
        <p:txBody>
          <a:bodyPr/>
          <a:lstStyle/>
          <a:p>
            <a:pPr>
              <a:defRPr/>
            </a:pPr>
            <a:r>
              <a:rPr lang="en-US"/>
              <a:t> Introduction</a:t>
            </a:r>
            <a:endParaRPr lang="en-US">
              <a:latin typeface="Times New Roman" pitchFamily="18" charset="0"/>
            </a:endParaRPr>
          </a:p>
        </p:txBody>
      </p:sp>
      <p:sp>
        <p:nvSpPr>
          <p:cNvPr id="8909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400"/>
              <a:t>1-</a:t>
            </a:r>
            <a:fld id="{84969B5F-86CD-4C7D-906D-2FBAAE30916D}" type="slidenum">
              <a:rPr lang="en-US" altLang="en-US" sz="1400" smtClean="0"/>
              <a:pPr/>
              <a:t>21</a:t>
            </a:fld>
            <a:endParaRPr lang="en-US" altLang="en-US" sz="1400"/>
          </a:p>
        </p:txBody>
      </p:sp>
      <p:pic>
        <p:nvPicPr>
          <p:cNvPr id="89093" name="Picture 2" descr="http://www.cs.rpi.edu/courses/fall96/netprog/lectures/html/ftp/sld00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838" y="1657350"/>
            <a:ext cx="6772275" cy="455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48437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oter Placeholder 5"/>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11269"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693685B3-9EF9-440D-8E3A-CFC29A0643A8}" type="slidenum">
              <a:rPr lang="en-US" altLang="en-US" sz="1400" smtClean="0"/>
              <a:pPr/>
              <a:t>22</a:t>
            </a:fld>
            <a:endParaRPr lang="en-US" altLang="en-US" sz="1400"/>
          </a:p>
        </p:txBody>
      </p:sp>
      <p:sp>
        <p:nvSpPr>
          <p:cNvPr id="11272" name="Rectangle 2"/>
          <p:cNvSpPr>
            <a:spLocks noGrp="1" noChangeArrowheads="1"/>
          </p:cNvSpPr>
          <p:nvPr>
            <p:ph type="title"/>
          </p:nvPr>
        </p:nvSpPr>
        <p:spPr/>
        <p:txBody>
          <a:bodyPr/>
          <a:lstStyle/>
          <a:p>
            <a:r>
              <a:rPr lang="en-US" altLang="en-US" sz="3600"/>
              <a:t>FTP: the file transfer protocol</a:t>
            </a:r>
            <a:endParaRPr lang="en-US" altLang="en-US"/>
          </a:p>
        </p:txBody>
      </p:sp>
      <p:sp>
        <p:nvSpPr>
          <p:cNvPr id="11273" name="Rectangle 3"/>
          <p:cNvSpPr>
            <a:spLocks noGrp="1" noChangeArrowheads="1"/>
          </p:cNvSpPr>
          <p:nvPr>
            <p:ph type="body" sz="half" idx="1"/>
          </p:nvPr>
        </p:nvSpPr>
        <p:spPr>
          <a:xfrm>
            <a:off x="838200" y="1828800"/>
            <a:ext cx="7924800" cy="3810000"/>
          </a:xfrm>
        </p:spPr>
        <p:txBody>
          <a:bodyPr/>
          <a:lstStyle/>
          <a:p>
            <a:pPr>
              <a:defRPr/>
            </a:pPr>
            <a:r>
              <a:rPr lang="en-US" sz="2800" dirty="0"/>
              <a:t>During FTP Connection 2 transmission channels are open</a:t>
            </a:r>
          </a:p>
          <a:p>
            <a:pPr marL="788670" lvl="1" indent="-514350">
              <a:buFont typeface="+mj-lt"/>
              <a:buAutoNum type="arabicPeriod"/>
              <a:defRPr/>
            </a:pPr>
            <a:r>
              <a:rPr lang="en-US" dirty="0"/>
              <a:t>Control Channel (For command)</a:t>
            </a:r>
          </a:p>
          <a:p>
            <a:pPr marL="788670" lvl="1" indent="-514350">
              <a:buFont typeface="+mj-lt"/>
              <a:buAutoNum type="arabicPeriod"/>
              <a:defRPr/>
            </a:pPr>
            <a:r>
              <a:rPr lang="en-US" dirty="0"/>
              <a:t>Data Channel (For data)</a:t>
            </a:r>
          </a:p>
          <a:p>
            <a:pPr marL="514350" indent="-514350">
              <a:buFont typeface="Wingdings" pitchFamily="2" charset="2"/>
              <a:buNone/>
              <a:defRPr/>
            </a:pPr>
            <a:endParaRPr lang="en-US" sz="2800" dirty="0"/>
          </a:p>
          <a:p>
            <a:pPr marL="514350" indent="-514350">
              <a:defRPr/>
            </a:pPr>
            <a:r>
              <a:rPr lang="en-US" sz="2800" dirty="0"/>
              <a:t>Control uses port no 21</a:t>
            </a:r>
          </a:p>
          <a:p>
            <a:pPr marL="514350" indent="-514350">
              <a:defRPr/>
            </a:pPr>
            <a:r>
              <a:rPr lang="en-US" sz="2800" dirty="0"/>
              <a:t>Data connection uses Port no 20</a:t>
            </a:r>
          </a:p>
          <a:p>
            <a:pPr>
              <a:defRPr/>
            </a:pPr>
            <a:endParaRPr lang="en-US" sz="2000" dirty="0"/>
          </a:p>
        </p:txBody>
      </p:sp>
    </p:spTree>
    <p:extLst>
      <p:ext uri="{BB962C8B-B14F-4D97-AF65-F5344CB8AC3E}">
        <p14:creationId xmlns:p14="http://schemas.microsoft.com/office/powerpoint/2010/main" val="3640301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2830687E-D3B1-44E1-A94C-28398D41DAB3}" type="slidenum">
              <a:rPr lang="en-US" altLang="en-US" sz="1400" smtClean="0"/>
              <a:pPr/>
              <a:t>23</a:t>
            </a:fld>
            <a:endParaRPr lang="en-US" altLang="en-US" sz="1400"/>
          </a:p>
        </p:txBody>
      </p:sp>
      <p:sp>
        <p:nvSpPr>
          <p:cNvPr id="12293" name="Rectangle 2"/>
          <p:cNvSpPr>
            <a:spLocks noGrp="1" noChangeArrowheads="1"/>
          </p:cNvSpPr>
          <p:nvPr>
            <p:ph type="title"/>
          </p:nvPr>
        </p:nvSpPr>
        <p:spPr/>
        <p:txBody>
          <a:bodyPr/>
          <a:lstStyle/>
          <a:p>
            <a:r>
              <a:rPr lang="en-US" altLang="en-US" sz="3200"/>
              <a:t>FTP: separate control, data connections</a:t>
            </a:r>
            <a:endParaRPr lang="en-US" altLang="en-US"/>
          </a:p>
        </p:txBody>
      </p:sp>
      <p:sp>
        <p:nvSpPr>
          <p:cNvPr id="12294" name="Rectangle 3"/>
          <p:cNvSpPr>
            <a:spLocks noGrp="1" noChangeArrowheads="1"/>
          </p:cNvSpPr>
          <p:nvPr>
            <p:ph type="body" sz="half" idx="1"/>
          </p:nvPr>
        </p:nvSpPr>
        <p:spPr>
          <a:xfrm>
            <a:off x="433388" y="3810000"/>
            <a:ext cx="8482012" cy="2819400"/>
          </a:xfrm>
        </p:spPr>
        <p:txBody>
          <a:bodyPr>
            <a:normAutofit/>
          </a:bodyPr>
          <a:lstStyle/>
          <a:p>
            <a:r>
              <a:rPr lang="en-US" altLang="en-US" sz="2000" dirty="0"/>
              <a:t>FTP client contacts FTP server at port 21</a:t>
            </a:r>
          </a:p>
          <a:p>
            <a:r>
              <a:rPr lang="en-US" altLang="en-US" sz="2000" dirty="0"/>
              <a:t>client authorized over control connection</a:t>
            </a:r>
          </a:p>
          <a:p>
            <a:r>
              <a:rPr lang="en-US" altLang="en-US" sz="2000" dirty="0"/>
              <a:t>client browses remote directory by sending commands over control connection.</a:t>
            </a:r>
          </a:p>
          <a:p>
            <a:r>
              <a:rPr lang="en-US" altLang="en-US" sz="2000" dirty="0"/>
              <a:t>when server receives  file transfer command, server opens </a:t>
            </a:r>
            <a:r>
              <a:rPr lang="en-US" altLang="en-US" sz="2000" i="1" dirty="0"/>
              <a:t>2</a:t>
            </a:r>
            <a:r>
              <a:rPr lang="en-US" altLang="en-US" sz="2000" i="1" baseline="30000" dirty="0"/>
              <a:t>nd</a:t>
            </a:r>
            <a:r>
              <a:rPr lang="en-US" altLang="en-US" sz="2000" i="1" dirty="0"/>
              <a:t> </a:t>
            </a:r>
            <a:r>
              <a:rPr lang="en-US" altLang="en-US" sz="2000" dirty="0"/>
              <a:t>TCP connection (for file) to client</a:t>
            </a:r>
          </a:p>
          <a:p>
            <a:r>
              <a:rPr lang="en-US" altLang="en-US" sz="2000" dirty="0"/>
              <a:t>after transferring one file, server closes data connection.</a:t>
            </a:r>
          </a:p>
          <a:p>
            <a:r>
              <a:rPr lang="en-US" altLang="en-US" sz="2000" dirty="0"/>
              <a:t>FTP server maintains </a:t>
            </a:r>
            <a:r>
              <a:rPr lang="en-US" altLang="en-US" sz="2000" dirty="0">
                <a:solidFill>
                  <a:srgbClr val="FF0000"/>
                </a:solidFill>
              </a:rPr>
              <a:t>“state”: </a:t>
            </a:r>
            <a:r>
              <a:rPr lang="en-US" altLang="en-US" sz="2000" dirty="0"/>
              <a:t>current directory, earlier authentication</a:t>
            </a:r>
            <a:endParaRPr lang="en-US" altLang="en-US" sz="2000" dirty="0">
              <a:solidFill>
                <a:srgbClr val="FF0000"/>
              </a:solidFill>
            </a:endParaRPr>
          </a:p>
        </p:txBody>
      </p:sp>
      <p:grpSp>
        <p:nvGrpSpPr>
          <p:cNvPr id="12295" name="Group 4"/>
          <p:cNvGrpSpPr>
            <a:grpSpLocks/>
          </p:cNvGrpSpPr>
          <p:nvPr/>
        </p:nvGrpSpPr>
        <p:grpSpPr bwMode="auto">
          <a:xfrm>
            <a:off x="2209800" y="1612900"/>
            <a:ext cx="3998913" cy="1882775"/>
            <a:chOff x="3011" y="1511"/>
            <a:chExt cx="2519" cy="1186"/>
          </a:xfrm>
        </p:grpSpPr>
        <p:graphicFrame>
          <p:nvGraphicFramePr>
            <p:cNvPr id="12290" name="Object 2"/>
            <p:cNvGraphicFramePr>
              <a:graphicFrameLocks noChangeAspect="1"/>
            </p:cNvGraphicFramePr>
            <p:nvPr/>
          </p:nvGraphicFramePr>
          <p:xfrm>
            <a:off x="3011" y="1826"/>
            <a:ext cx="489" cy="393"/>
          </p:xfrm>
          <a:graphic>
            <a:graphicData uri="http://schemas.openxmlformats.org/presentationml/2006/ole">
              <mc:AlternateContent xmlns:mc="http://schemas.openxmlformats.org/markup-compatibility/2006">
                <mc:Choice xmlns:v="urn:schemas-microsoft-com:vml" Requires="v">
                  <p:oleObj name="Clip" r:id="rId2" imgW="1305000" imgH="1085760" progId="">
                    <p:embed/>
                  </p:oleObj>
                </mc:Choice>
                <mc:Fallback>
                  <p:oleObj name="Clip" r:id="rId2" imgW="1305000" imgH="108576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1" y="1826"/>
                          <a:ext cx="489" cy="3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297" name="Group 6"/>
            <p:cNvGrpSpPr>
              <a:grpSpLocks/>
            </p:cNvGrpSpPr>
            <p:nvPr/>
          </p:nvGrpSpPr>
          <p:grpSpPr bwMode="auto">
            <a:xfrm>
              <a:off x="5161" y="1688"/>
              <a:ext cx="224" cy="588"/>
              <a:chOff x="4180" y="783"/>
              <a:chExt cx="150" cy="307"/>
            </a:xfrm>
          </p:grpSpPr>
          <p:sp>
            <p:nvSpPr>
              <p:cNvPr id="12304" name="AutoShape 7"/>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2305" name="Rectangle 8"/>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2306" name="Rectangle 9"/>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2307" name="AutoShape 1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2308" name="Line 11"/>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09" name="Line 12"/>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10" name="Rectangle 13"/>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sp>
            <p:nvSpPr>
              <p:cNvPr id="12311" name="Rectangle 14"/>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en-US"/>
              </a:p>
            </p:txBody>
          </p:sp>
        </p:grpSp>
        <p:sp>
          <p:nvSpPr>
            <p:cNvPr id="12298" name="Text Box 15"/>
            <p:cNvSpPr txBox="1">
              <a:spLocks noChangeArrowheads="1"/>
            </p:cNvSpPr>
            <p:nvPr/>
          </p:nvSpPr>
          <p:spPr bwMode="auto">
            <a:xfrm>
              <a:off x="3029" y="2249"/>
              <a:ext cx="53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2000" dirty="0"/>
                <a:t>FTP</a:t>
              </a:r>
            </a:p>
            <a:p>
              <a:pPr algn="ctr"/>
              <a:r>
                <a:rPr lang="en-US" altLang="en-US" sz="2000" dirty="0"/>
                <a:t>client</a:t>
              </a:r>
              <a:endParaRPr lang="en-US" altLang="en-US" dirty="0"/>
            </a:p>
          </p:txBody>
        </p:sp>
        <p:sp>
          <p:nvSpPr>
            <p:cNvPr id="12299" name="Text Box 16"/>
            <p:cNvSpPr txBox="1">
              <a:spLocks noChangeArrowheads="1"/>
            </p:cNvSpPr>
            <p:nvPr/>
          </p:nvSpPr>
          <p:spPr bwMode="auto">
            <a:xfrm>
              <a:off x="4928" y="2255"/>
              <a:ext cx="60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2000"/>
                <a:t>FTP</a:t>
              </a:r>
            </a:p>
            <a:p>
              <a:pPr algn="ctr"/>
              <a:r>
                <a:rPr lang="en-US" altLang="en-US" sz="2000"/>
                <a:t>server</a:t>
              </a:r>
            </a:p>
          </p:txBody>
        </p:sp>
        <p:sp>
          <p:nvSpPr>
            <p:cNvPr id="12300" name="Line 17"/>
            <p:cNvSpPr>
              <a:spLocks noChangeShapeType="1"/>
            </p:cNvSpPr>
            <p:nvPr/>
          </p:nvSpPr>
          <p:spPr bwMode="auto">
            <a:xfrm>
              <a:off x="3492" y="1920"/>
              <a:ext cx="1614" cy="0"/>
            </a:xfrm>
            <a:prstGeom prst="line">
              <a:avLst/>
            </a:prstGeom>
            <a:noFill/>
            <a:ln w="2857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301" name="Line 18"/>
            <p:cNvSpPr>
              <a:spLocks noChangeShapeType="1"/>
            </p:cNvSpPr>
            <p:nvPr/>
          </p:nvSpPr>
          <p:spPr bwMode="auto">
            <a:xfrm flipV="1">
              <a:off x="3504" y="2118"/>
              <a:ext cx="1614" cy="6"/>
            </a:xfrm>
            <a:prstGeom prst="line">
              <a:avLst/>
            </a:prstGeom>
            <a:noFill/>
            <a:ln w="28575">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302" name="Text Box 19"/>
            <p:cNvSpPr txBox="1">
              <a:spLocks noChangeArrowheads="1"/>
            </p:cNvSpPr>
            <p:nvPr/>
          </p:nvSpPr>
          <p:spPr bwMode="auto">
            <a:xfrm>
              <a:off x="3551" y="1511"/>
              <a:ext cx="151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TCP control connection</a:t>
              </a:r>
            </a:p>
            <a:p>
              <a:pPr algn="ctr"/>
              <a:r>
                <a:rPr lang="en-US" altLang="en-US" sz="1600">
                  <a:solidFill>
                    <a:srgbClr val="FF0000"/>
                  </a:solidFill>
                </a:rPr>
                <a:t>port 21</a:t>
              </a:r>
              <a:endParaRPr lang="en-US" altLang="en-US"/>
            </a:p>
          </p:txBody>
        </p:sp>
        <p:sp>
          <p:nvSpPr>
            <p:cNvPr id="12303" name="Text Box 20"/>
            <p:cNvSpPr txBox="1">
              <a:spLocks noChangeArrowheads="1"/>
            </p:cNvSpPr>
            <p:nvPr/>
          </p:nvSpPr>
          <p:spPr bwMode="auto">
            <a:xfrm>
              <a:off x="3521" y="2165"/>
              <a:ext cx="151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en-US" sz="1600">
                  <a:solidFill>
                    <a:srgbClr val="FF0000"/>
                  </a:solidFill>
                </a:rPr>
                <a:t>TCP data connection</a:t>
              </a:r>
            </a:p>
            <a:p>
              <a:pPr algn="ctr"/>
              <a:r>
                <a:rPr lang="en-US" altLang="en-US" sz="1600">
                  <a:solidFill>
                    <a:srgbClr val="FF0000"/>
                  </a:solidFill>
                </a:rPr>
                <a:t>port 20</a:t>
              </a:r>
              <a:endParaRPr lang="en-US" altLang="en-US"/>
            </a:p>
          </p:txBody>
        </p:sp>
      </p:grpSp>
      <p:sp>
        <p:nvSpPr>
          <p:cNvPr id="214037" name="Rectangle 21"/>
          <p:cNvSpPr>
            <a:spLocks noChangeArrowheads="1"/>
          </p:cNvSpPr>
          <p:nvPr/>
        </p:nvSpPr>
        <p:spPr bwMode="auto">
          <a:xfrm>
            <a:off x="4703763" y="3436938"/>
            <a:ext cx="4067175" cy="293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buFont typeface="ZapfDingbats" pitchFamily="82" charset="2"/>
              <a:buChar char="r"/>
            </a:pPr>
            <a:endParaRPr lang="en-US" altLang="en-US" sz="2000" dirty="0">
              <a:solidFill>
                <a:srgbClr val="FF0000"/>
              </a:solidFill>
            </a:endParaRPr>
          </a:p>
        </p:txBody>
      </p:sp>
    </p:spTree>
    <p:extLst>
      <p:ext uri="{BB962C8B-B14F-4D97-AF65-F5344CB8AC3E}">
        <p14:creationId xmlns:p14="http://schemas.microsoft.com/office/powerpoint/2010/main" val="2599807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140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3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FTP transmission modes</a:t>
            </a:r>
          </a:p>
        </p:txBody>
      </p:sp>
      <p:sp>
        <p:nvSpPr>
          <p:cNvPr id="6" name="Content Placeholder 5"/>
          <p:cNvSpPr>
            <a:spLocks noGrp="1"/>
          </p:cNvSpPr>
          <p:nvPr>
            <p:ph sz="quarter" idx="1"/>
          </p:nvPr>
        </p:nvSpPr>
        <p:spPr>
          <a:xfrm>
            <a:off x="533400" y="1676400"/>
            <a:ext cx="8077200" cy="4572000"/>
          </a:xfrm>
        </p:spPr>
        <p:txBody>
          <a:bodyPr>
            <a:normAutofit/>
          </a:bodyPr>
          <a:lstStyle/>
          <a:p>
            <a:r>
              <a:rPr lang="en-US" b="1" dirty="0"/>
              <a:t>Stream mode</a:t>
            </a:r>
            <a:r>
              <a:rPr lang="en-US" dirty="0"/>
              <a:t>: Data is sent as a </a:t>
            </a:r>
            <a:r>
              <a:rPr lang="en-US" dirty="0">
                <a:solidFill>
                  <a:srgbClr val="FF0000"/>
                </a:solidFill>
              </a:rPr>
              <a:t>continuous stream</a:t>
            </a:r>
            <a:r>
              <a:rPr lang="en-US" dirty="0"/>
              <a:t>, relieving FTP from doing any processing. Rather, all processing is left up to TCP. No End-of-file indicator is needed, unless the data is divided into records.</a:t>
            </a:r>
          </a:p>
          <a:p>
            <a:r>
              <a:rPr lang="en-US" b="1" dirty="0"/>
              <a:t>Block mode</a:t>
            </a:r>
            <a:r>
              <a:rPr lang="en-US" dirty="0"/>
              <a:t>: FTP </a:t>
            </a:r>
            <a:r>
              <a:rPr lang="en-US" dirty="0">
                <a:solidFill>
                  <a:srgbClr val="FF0000"/>
                </a:solidFill>
              </a:rPr>
              <a:t>breaks the data into several blocks </a:t>
            </a:r>
            <a:r>
              <a:rPr lang="en-US" dirty="0"/>
              <a:t>(block header, byte count, and data field) and then passes it on to TCP.</a:t>
            </a:r>
          </a:p>
          <a:p>
            <a:r>
              <a:rPr lang="en-US" b="1" dirty="0"/>
              <a:t>Compressed mode: </a:t>
            </a:r>
            <a:r>
              <a:rPr lang="en-US" dirty="0">
                <a:solidFill>
                  <a:srgbClr val="FF0000"/>
                </a:solidFill>
              </a:rPr>
              <a:t>Data is compressed </a:t>
            </a:r>
            <a:r>
              <a:rPr lang="en-US" dirty="0"/>
              <a:t>using a simple algorithm (usually run-length encoding).</a:t>
            </a:r>
          </a:p>
          <a:p>
            <a:endParaRPr lang="en-US" dirty="0"/>
          </a:p>
        </p:txBody>
      </p:sp>
    </p:spTree>
    <p:extLst>
      <p:ext uri="{BB962C8B-B14F-4D97-AF65-F5344CB8AC3E}">
        <p14:creationId xmlns:p14="http://schemas.microsoft.com/office/powerpoint/2010/main" val="4022348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5"/>
          <p:cNvSpPr>
            <a:spLocks noGrp="1"/>
          </p:cNvSpPr>
          <p:nvPr>
            <p:ph type="ftr" sz="quarter" idx="11"/>
          </p:nvPr>
        </p:nvSpPr>
        <p:spPr/>
        <p:txBody>
          <a:bodyPr/>
          <a:lstStyle/>
          <a:p>
            <a:pPr>
              <a:defRPr/>
            </a:pPr>
            <a:r>
              <a:rPr lang="en-US"/>
              <a:t>2: Application Layer</a:t>
            </a:r>
            <a:endParaRPr lang="en-US">
              <a:latin typeface="Times New Roman" pitchFamily="18" charset="0"/>
            </a:endParaRPr>
          </a:p>
        </p:txBody>
      </p:sp>
      <p:sp>
        <p:nvSpPr>
          <p:cNvPr id="90115"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4CEAE4D-A53D-4521-9AD0-F8FF8B5693B0}" type="slidenum">
              <a:rPr lang="en-US" altLang="en-US" sz="1400" smtClean="0"/>
              <a:pPr/>
              <a:t>25</a:t>
            </a:fld>
            <a:endParaRPr lang="en-US" altLang="en-US" sz="1400"/>
          </a:p>
        </p:txBody>
      </p:sp>
      <p:sp>
        <p:nvSpPr>
          <p:cNvPr id="90116" name="Rectangle 2"/>
          <p:cNvSpPr>
            <a:spLocks noGrp="1" noChangeArrowheads="1"/>
          </p:cNvSpPr>
          <p:nvPr>
            <p:ph type="title"/>
          </p:nvPr>
        </p:nvSpPr>
        <p:spPr/>
        <p:txBody>
          <a:bodyPr/>
          <a:lstStyle/>
          <a:p>
            <a:r>
              <a:rPr lang="en-US" altLang="en-US" sz="3600"/>
              <a:t>FTP commands, responses</a:t>
            </a:r>
            <a:endParaRPr lang="en-US" altLang="en-US"/>
          </a:p>
        </p:txBody>
      </p:sp>
      <p:sp>
        <p:nvSpPr>
          <p:cNvPr id="90117" name="Rectangle 3"/>
          <p:cNvSpPr>
            <a:spLocks noGrp="1" noChangeArrowheads="1"/>
          </p:cNvSpPr>
          <p:nvPr>
            <p:ph type="body" sz="half" idx="1"/>
          </p:nvPr>
        </p:nvSpPr>
        <p:spPr/>
        <p:txBody>
          <a:bodyPr/>
          <a:lstStyle/>
          <a:p>
            <a:pPr>
              <a:buFont typeface="ZapfDingbats" pitchFamily="82" charset="2"/>
              <a:buNone/>
            </a:pPr>
            <a:r>
              <a:rPr lang="en-US" altLang="en-US" sz="2400" u="sng" dirty="0">
                <a:solidFill>
                  <a:srgbClr val="FF0000"/>
                </a:solidFill>
              </a:rPr>
              <a:t>Sample commands:</a:t>
            </a:r>
            <a:endParaRPr lang="en-US" altLang="en-US" sz="2000" dirty="0"/>
          </a:p>
          <a:p>
            <a:r>
              <a:rPr lang="en-US" altLang="en-US" sz="2000" dirty="0"/>
              <a:t>sent as ASCII text over control channel</a:t>
            </a:r>
            <a:endParaRPr lang="en-US" altLang="en-US" sz="2400" dirty="0"/>
          </a:p>
          <a:p>
            <a:r>
              <a:rPr lang="en-US" altLang="en-US" sz="2000" b="1" dirty="0">
                <a:solidFill>
                  <a:srgbClr val="FF0000"/>
                </a:solidFill>
                <a:latin typeface="Courier New" pitchFamily="49" charset="0"/>
              </a:rPr>
              <a:t>USER</a:t>
            </a:r>
            <a:r>
              <a:rPr lang="en-US" altLang="en-US" sz="2000" b="1" dirty="0">
                <a:latin typeface="Courier New" pitchFamily="49" charset="0"/>
              </a:rPr>
              <a:t> </a:t>
            </a:r>
            <a:r>
              <a:rPr lang="en-US" altLang="en-US" sz="2000" b="1" i="1" dirty="0">
                <a:latin typeface="Courier New" pitchFamily="49" charset="0"/>
              </a:rPr>
              <a:t>username</a:t>
            </a:r>
            <a:endParaRPr lang="en-US" altLang="en-US" sz="2400" i="1" dirty="0"/>
          </a:p>
          <a:p>
            <a:r>
              <a:rPr lang="en-US" altLang="en-US" sz="2000" b="1" dirty="0">
                <a:solidFill>
                  <a:srgbClr val="FF0000"/>
                </a:solidFill>
                <a:latin typeface="Courier New" pitchFamily="49" charset="0"/>
              </a:rPr>
              <a:t>PASS</a:t>
            </a:r>
            <a:r>
              <a:rPr lang="en-US" altLang="en-US" sz="2000" b="1" dirty="0">
                <a:latin typeface="Courier New" pitchFamily="49" charset="0"/>
              </a:rPr>
              <a:t> </a:t>
            </a:r>
            <a:r>
              <a:rPr lang="en-US" altLang="en-US" sz="2000" b="1" i="1" dirty="0">
                <a:latin typeface="Courier New" pitchFamily="49" charset="0"/>
              </a:rPr>
              <a:t>password</a:t>
            </a:r>
            <a:endParaRPr lang="en-US" altLang="en-US" sz="2400" i="1" dirty="0"/>
          </a:p>
          <a:p>
            <a:r>
              <a:rPr lang="en-US" altLang="en-US" sz="2000" b="1" dirty="0">
                <a:solidFill>
                  <a:srgbClr val="FF0000"/>
                </a:solidFill>
                <a:latin typeface="Courier New" pitchFamily="49" charset="0"/>
              </a:rPr>
              <a:t>LIST</a:t>
            </a:r>
            <a:r>
              <a:rPr lang="en-US" altLang="en-US" sz="2400" dirty="0"/>
              <a:t> </a:t>
            </a:r>
            <a:r>
              <a:rPr lang="en-US" altLang="en-US" sz="2000" dirty="0"/>
              <a:t>return list of file in current directory</a:t>
            </a:r>
            <a:endParaRPr lang="en-US" altLang="en-US" sz="2400" dirty="0"/>
          </a:p>
          <a:p>
            <a:r>
              <a:rPr lang="en-US" altLang="en-US" sz="2000" b="1" dirty="0">
                <a:solidFill>
                  <a:srgbClr val="FF0000"/>
                </a:solidFill>
                <a:latin typeface="Courier New" pitchFamily="49" charset="0"/>
              </a:rPr>
              <a:t>RETR</a:t>
            </a:r>
            <a:r>
              <a:rPr lang="en-US" altLang="en-US" sz="2000" b="1" dirty="0">
                <a:latin typeface="Courier New" pitchFamily="49" charset="0"/>
              </a:rPr>
              <a:t> filename</a:t>
            </a:r>
            <a:r>
              <a:rPr lang="en-US" altLang="en-US" sz="2400" dirty="0"/>
              <a:t> </a:t>
            </a:r>
            <a:r>
              <a:rPr lang="en-US" altLang="en-US" sz="2000" dirty="0"/>
              <a:t>retrieves (gets) file</a:t>
            </a:r>
            <a:endParaRPr lang="en-US" altLang="en-US" sz="2400" dirty="0"/>
          </a:p>
          <a:p>
            <a:r>
              <a:rPr lang="en-US" altLang="en-US" sz="2000" b="1" dirty="0">
                <a:solidFill>
                  <a:srgbClr val="FF0000"/>
                </a:solidFill>
                <a:latin typeface="Courier New" pitchFamily="49" charset="0"/>
              </a:rPr>
              <a:t>STOR</a:t>
            </a:r>
            <a:r>
              <a:rPr lang="en-US" altLang="en-US" sz="2000" b="1" dirty="0">
                <a:latin typeface="Courier New" pitchFamily="49" charset="0"/>
              </a:rPr>
              <a:t> filename</a:t>
            </a:r>
            <a:r>
              <a:rPr lang="en-US" altLang="en-US" sz="2400" dirty="0"/>
              <a:t> </a:t>
            </a:r>
            <a:r>
              <a:rPr lang="en-US" altLang="en-US" sz="2000" dirty="0"/>
              <a:t>stores (puts) file onto remote host</a:t>
            </a:r>
          </a:p>
        </p:txBody>
      </p:sp>
      <p:sp>
        <p:nvSpPr>
          <p:cNvPr id="90118" name="Rectangle 4"/>
          <p:cNvSpPr>
            <a:spLocks noGrp="1" noChangeArrowheads="1"/>
          </p:cNvSpPr>
          <p:nvPr>
            <p:ph type="body" sz="half" idx="2"/>
          </p:nvPr>
        </p:nvSpPr>
        <p:spPr/>
        <p:txBody>
          <a:bodyPr/>
          <a:lstStyle/>
          <a:p>
            <a:pPr>
              <a:buFont typeface="ZapfDingbats" pitchFamily="82" charset="2"/>
              <a:buNone/>
            </a:pPr>
            <a:r>
              <a:rPr lang="en-US" altLang="en-US" sz="2400" u="sng">
                <a:solidFill>
                  <a:srgbClr val="FF0000"/>
                </a:solidFill>
              </a:rPr>
              <a:t>Sample return codes</a:t>
            </a:r>
            <a:endParaRPr lang="en-US" altLang="en-US" sz="2400"/>
          </a:p>
          <a:p>
            <a:r>
              <a:rPr lang="en-US" altLang="en-US" sz="2000"/>
              <a:t>status code and phrase (as in HTTP)</a:t>
            </a:r>
            <a:endParaRPr lang="en-US" altLang="en-US" sz="2400"/>
          </a:p>
          <a:p>
            <a:r>
              <a:rPr lang="en-US" altLang="en-US" sz="2000" b="1">
                <a:solidFill>
                  <a:srgbClr val="FF0000"/>
                </a:solidFill>
                <a:latin typeface="Courier New" pitchFamily="49" charset="0"/>
              </a:rPr>
              <a:t>331</a:t>
            </a:r>
            <a:r>
              <a:rPr lang="en-US" altLang="en-US" sz="2000" b="1">
                <a:latin typeface="Courier New" pitchFamily="49" charset="0"/>
              </a:rPr>
              <a:t> Username OK, password required</a:t>
            </a:r>
          </a:p>
          <a:p>
            <a:r>
              <a:rPr lang="en-US" altLang="en-US" sz="2000" b="1">
                <a:solidFill>
                  <a:srgbClr val="FF0000"/>
                </a:solidFill>
                <a:latin typeface="Courier New" pitchFamily="49" charset="0"/>
              </a:rPr>
              <a:t>125</a:t>
            </a:r>
            <a:r>
              <a:rPr lang="en-US" altLang="en-US" sz="2000" b="1">
                <a:latin typeface="Courier New" pitchFamily="49" charset="0"/>
              </a:rPr>
              <a:t> data connection already open; transfer starting</a:t>
            </a:r>
          </a:p>
          <a:p>
            <a:r>
              <a:rPr lang="en-US" altLang="en-US" sz="2000" b="1">
                <a:solidFill>
                  <a:srgbClr val="FF0000"/>
                </a:solidFill>
                <a:latin typeface="Courier New" pitchFamily="49" charset="0"/>
              </a:rPr>
              <a:t>425</a:t>
            </a:r>
            <a:r>
              <a:rPr lang="en-US" altLang="en-US" sz="2000" b="1">
                <a:latin typeface="Courier New" pitchFamily="49" charset="0"/>
              </a:rPr>
              <a:t> Can’t open data connection</a:t>
            </a:r>
          </a:p>
          <a:p>
            <a:r>
              <a:rPr lang="en-US" altLang="en-US" sz="2000" b="1">
                <a:solidFill>
                  <a:srgbClr val="FF0000"/>
                </a:solidFill>
                <a:latin typeface="Courier New" pitchFamily="49" charset="0"/>
              </a:rPr>
              <a:t>452</a:t>
            </a:r>
            <a:r>
              <a:rPr lang="en-US" altLang="en-US" sz="2000" b="1">
                <a:latin typeface="Courier New" pitchFamily="49" charset="0"/>
              </a:rPr>
              <a:t> Error writing file</a:t>
            </a:r>
            <a:endParaRPr lang="en-US" altLang="en-US" sz="2400"/>
          </a:p>
        </p:txBody>
      </p:sp>
    </p:spTree>
    <p:extLst>
      <p:ext uri="{BB962C8B-B14F-4D97-AF65-F5344CB8AC3E}">
        <p14:creationId xmlns:p14="http://schemas.microsoft.com/office/powerpoint/2010/main" val="37728824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a:xfrm>
            <a:off x="762000" y="22123"/>
            <a:ext cx="7772400" cy="1143000"/>
          </a:xfrm>
        </p:spPr>
        <p:txBody>
          <a:bodyPr>
            <a:normAutofit fontScale="90000"/>
          </a:bodyPr>
          <a:lstStyle/>
          <a:p>
            <a:r>
              <a:rPr lang="en-US" altLang="en-US" dirty="0"/>
              <a:t>Comparison between HTTP and FTP</a:t>
            </a:r>
          </a:p>
        </p:txBody>
      </p:sp>
      <p:sp>
        <p:nvSpPr>
          <p:cNvPr id="91139" name="Content Placeholder 2"/>
          <p:cNvSpPr>
            <a:spLocks noGrp="1"/>
          </p:cNvSpPr>
          <p:nvPr>
            <p:ph sz="half" idx="1"/>
          </p:nvPr>
        </p:nvSpPr>
        <p:spPr/>
        <p:txBody>
          <a:bodyPr/>
          <a:lstStyle/>
          <a:p>
            <a:r>
              <a:rPr lang="en-US" altLang="en-US" dirty="0"/>
              <a:t>HTTP uses TCP</a:t>
            </a:r>
          </a:p>
          <a:p>
            <a:r>
              <a:rPr lang="en-US" altLang="en-US" dirty="0"/>
              <a:t>Only one TCP connection between client and server</a:t>
            </a:r>
          </a:p>
          <a:p>
            <a:r>
              <a:rPr lang="en-US" altLang="en-US" dirty="0"/>
              <a:t>Send its control information in-band</a:t>
            </a:r>
          </a:p>
          <a:p>
            <a:r>
              <a:rPr lang="en-US" altLang="en-US" dirty="0"/>
              <a:t>HTTP is stateless</a:t>
            </a:r>
          </a:p>
          <a:p>
            <a:r>
              <a:rPr lang="en-US" altLang="en-US" dirty="0"/>
              <a:t>Port No is 80</a:t>
            </a:r>
          </a:p>
        </p:txBody>
      </p:sp>
      <p:sp>
        <p:nvSpPr>
          <p:cNvPr id="91140" name="Content Placeholder 3"/>
          <p:cNvSpPr>
            <a:spLocks noGrp="1"/>
          </p:cNvSpPr>
          <p:nvPr>
            <p:ph sz="half" idx="2"/>
          </p:nvPr>
        </p:nvSpPr>
        <p:spPr>
          <a:xfrm>
            <a:off x="4314825" y="1447800"/>
            <a:ext cx="4600575" cy="4800600"/>
          </a:xfrm>
        </p:spPr>
        <p:txBody>
          <a:bodyPr/>
          <a:lstStyle/>
          <a:p>
            <a:r>
              <a:rPr lang="en-US" altLang="en-US" dirty="0"/>
              <a:t>FTP uses TCP</a:t>
            </a:r>
          </a:p>
          <a:p>
            <a:r>
              <a:rPr lang="en-US" altLang="en-US" dirty="0"/>
              <a:t>Two parallel TCP connection, one for data and one for control</a:t>
            </a:r>
          </a:p>
          <a:p>
            <a:r>
              <a:rPr lang="en-US" altLang="en-US" dirty="0"/>
              <a:t>Send its control information out-of-band</a:t>
            </a:r>
          </a:p>
          <a:p>
            <a:r>
              <a:rPr lang="en-US" altLang="en-US" dirty="0"/>
              <a:t>FTP maintains State</a:t>
            </a:r>
          </a:p>
          <a:p>
            <a:r>
              <a:rPr lang="en-US" altLang="en-US" dirty="0"/>
              <a:t>Port no is 20 and 21</a:t>
            </a:r>
          </a:p>
        </p:txBody>
      </p:sp>
      <p:sp>
        <p:nvSpPr>
          <p:cNvPr id="5" name="Footer Placeholder 4"/>
          <p:cNvSpPr>
            <a:spLocks noGrp="1"/>
          </p:cNvSpPr>
          <p:nvPr>
            <p:ph type="ftr" sz="quarter" idx="11"/>
          </p:nvPr>
        </p:nvSpPr>
        <p:spPr/>
        <p:txBody>
          <a:bodyPr/>
          <a:lstStyle/>
          <a:p>
            <a:pPr>
              <a:defRPr/>
            </a:pPr>
            <a:r>
              <a:rPr lang="en-US"/>
              <a:t> Introduction</a:t>
            </a:r>
            <a:endParaRPr lang="en-US">
              <a:latin typeface="Times New Roman" pitchFamily="18" charset="0"/>
            </a:endParaRPr>
          </a:p>
        </p:txBody>
      </p:sp>
      <p:sp>
        <p:nvSpPr>
          <p:cNvPr id="911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400"/>
              <a:t>1-</a:t>
            </a:r>
            <a:fld id="{C464198D-19B2-4784-9FB3-67CA2D6874DA}" type="slidenum">
              <a:rPr lang="en-US" altLang="en-US" sz="1400" smtClean="0"/>
              <a:pPr/>
              <a:t>26</a:t>
            </a:fld>
            <a:endParaRPr lang="en-US" altLang="en-US" sz="1400"/>
          </a:p>
        </p:txBody>
      </p:sp>
    </p:spTree>
    <p:extLst>
      <p:ext uri="{BB962C8B-B14F-4D97-AF65-F5344CB8AC3E}">
        <p14:creationId xmlns:p14="http://schemas.microsoft.com/office/powerpoint/2010/main" val="15195872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Question Time!</a:t>
            </a:r>
          </a:p>
        </p:txBody>
      </p:sp>
      <p:sp>
        <p:nvSpPr>
          <p:cNvPr id="6" name="Content Placeholder 5"/>
          <p:cNvSpPr>
            <a:spLocks noGrp="1"/>
          </p:cNvSpPr>
          <p:nvPr>
            <p:ph sz="quarter" idx="1"/>
          </p:nvPr>
        </p:nvSpPr>
        <p:spPr/>
        <p:txBody>
          <a:bodyPr>
            <a:normAutofit/>
          </a:bodyPr>
          <a:lstStyle/>
          <a:p>
            <a:pPr marL="0" indent="0" algn="ctr">
              <a:buNone/>
            </a:pPr>
            <a:r>
              <a:rPr lang="en-US" sz="8000" dirty="0">
                <a:solidFill>
                  <a:srgbClr val="0070C0"/>
                </a:solidFill>
              </a:rPr>
              <a:t>What is  meant by Anonymous FTP?</a:t>
            </a:r>
          </a:p>
        </p:txBody>
      </p:sp>
    </p:spTree>
    <p:extLst>
      <p:ext uri="{BB962C8B-B14F-4D97-AF65-F5344CB8AC3E}">
        <p14:creationId xmlns:p14="http://schemas.microsoft.com/office/powerpoint/2010/main" val="1825132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2494198643"/>
              </p:ext>
            </p:extLst>
          </p:nvPr>
        </p:nvGraphicFramePr>
        <p:xfrm>
          <a:off x="914400" y="14478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4504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idx="4294967295"/>
          </p:nvPr>
        </p:nvSpPr>
        <p:spPr>
          <a:xfrm>
            <a:off x="609600" y="304800"/>
            <a:ext cx="7772400" cy="11430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t>What is SMTP?</a:t>
            </a:r>
          </a:p>
        </p:txBody>
      </p:sp>
      <p:sp>
        <p:nvSpPr>
          <p:cNvPr id="6146" name="Rectangle 2"/>
          <p:cNvSpPr>
            <a:spLocks noGrp="1" noChangeArrowheads="1"/>
          </p:cNvSpPr>
          <p:nvPr>
            <p:ph type="body" idx="4294967295"/>
          </p:nvPr>
        </p:nvSpPr>
        <p:spPr>
          <a:xfrm>
            <a:off x="685800" y="1828800"/>
            <a:ext cx="8305800" cy="4114800"/>
          </a:xfrm>
          <a:ln/>
        </p:spPr>
        <p:txBody>
          <a:bodyPr>
            <a:normAutofit/>
          </a:bodyPr>
          <a:lstStyle/>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3200" dirty="0"/>
              <a:t>The standard for e-mail transmissions across the Internet</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3200" dirty="0"/>
              <a:t>It is defined in RFC 821 </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3200" dirty="0"/>
              <a:t>It is a relatively simple, text-based protocol</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3200" dirty="0"/>
              <a:t>Port No is 25</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3200" dirty="0"/>
              <a:t>It uses reliable connection to send mail. For the same it uses TCP connection.</a:t>
            </a:r>
          </a:p>
        </p:txBody>
      </p:sp>
    </p:spTree>
    <p:extLst>
      <p:ext uri="{BB962C8B-B14F-4D97-AF65-F5344CB8AC3E}">
        <p14:creationId xmlns:p14="http://schemas.microsoft.com/office/powerpoint/2010/main" val="339571212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381000" y="214313"/>
            <a:ext cx="8562975" cy="852487"/>
          </a:xfrm>
          <a:ln/>
        </p:spPr>
        <p:txBody>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SMTP</a:t>
            </a:r>
          </a:p>
        </p:txBody>
      </p:sp>
      <p:sp>
        <p:nvSpPr>
          <p:cNvPr id="8194" name="Rectangle 2"/>
          <p:cNvSpPr>
            <a:spLocks noGrp="1" noChangeArrowheads="1"/>
          </p:cNvSpPr>
          <p:nvPr>
            <p:ph type="body" idx="4294967295"/>
          </p:nvPr>
        </p:nvSpPr>
        <p:spPr>
          <a:xfrm>
            <a:off x="304800" y="1104900"/>
            <a:ext cx="3276600" cy="5410200"/>
          </a:xfrm>
          <a:ln/>
        </p:spPr>
        <p:txBody>
          <a:bodyPr/>
          <a:lstStyle/>
          <a:p>
            <a:pPr>
              <a:lnSpc>
                <a:spcPct val="90000"/>
              </a:lnSpc>
              <a:spcBef>
                <a:spcPts val="700"/>
              </a:spcBef>
              <a:buClr>
                <a:srgbClr val="6F89F7"/>
              </a:buClr>
              <a:buSzPct val="126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a:t>SMTP clients and servers have two main components</a:t>
            </a:r>
          </a:p>
          <a:p>
            <a:pPr marL="741363" lvl="1" indent="-284163">
              <a:lnSpc>
                <a:spcPct val="90000"/>
              </a:lnSpc>
              <a:spcBef>
                <a:spcPts val="600"/>
              </a:spcBef>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solidFill>
                  <a:srgbClr val="B56217"/>
                </a:solidFill>
              </a:rPr>
              <a:t>User Agents</a:t>
            </a:r>
            <a:r>
              <a:rPr lang="en-US" altLang="en-US" sz="2400" dirty="0"/>
              <a:t> – Prepares the message, encloses it in an envelope. </a:t>
            </a:r>
          </a:p>
          <a:p>
            <a:pPr marL="741363" lvl="1" indent="-284163">
              <a:lnSpc>
                <a:spcPct val="90000"/>
              </a:lnSpc>
              <a:spcBef>
                <a:spcPts val="600"/>
              </a:spcBef>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solidFill>
                  <a:srgbClr val="B56217"/>
                </a:solidFill>
              </a:rPr>
              <a:t>Mail Transfer Agent</a:t>
            </a:r>
            <a:r>
              <a:rPr lang="en-US" altLang="en-US" sz="2400" dirty="0"/>
              <a:t> </a:t>
            </a:r>
            <a:r>
              <a:rPr lang="en-US" altLang="en-US" sz="2400" dirty="0">
                <a:solidFill>
                  <a:srgbClr val="B56217"/>
                </a:solidFill>
              </a:rPr>
              <a:t>(MTA) </a:t>
            </a:r>
            <a:r>
              <a:rPr lang="en-US" altLang="en-US" sz="2400" dirty="0"/>
              <a:t>– Transfers the mail across the internet </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1447800"/>
            <a:ext cx="4916488" cy="45593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96" name="WordArt 4"/>
          <p:cNvSpPr>
            <a:spLocks noChangeArrowheads="1" noChangeShapeType="1" noTextEdit="1"/>
          </p:cNvSpPr>
          <p:nvPr/>
        </p:nvSpPr>
        <p:spPr bwMode="auto">
          <a:xfrm>
            <a:off x="5562600" y="3124200"/>
            <a:ext cx="1571625" cy="361950"/>
          </a:xfrm>
          <a:prstGeom prst="rect">
            <a:avLst/>
          </a:prstGeom>
        </p:spPr>
        <p:txBody>
          <a:bodyPr wrap="none" fromWordArt="1">
            <a:prstTxWarp prst="textPlain">
              <a:avLst>
                <a:gd name="adj" fmla="val 50000"/>
              </a:avLst>
            </a:prstTxWarp>
          </a:bodyPr>
          <a:lstStyle/>
          <a:p>
            <a:pPr algn="ctr"/>
            <a:r>
              <a:rPr lang="en-US" sz="3600" kern="10">
                <a:ln w="12600">
                  <a:solidFill>
                    <a:srgbClr val="3333CC"/>
                  </a:solidFill>
                  <a:miter lim="800000"/>
                  <a:headEnd/>
                  <a:tailEnd/>
                </a:ln>
                <a:solidFill>
                  <a:srgbClr val="B2B2B2">
                    <a:alpha val="50000"/>
                  </a:srgbClr>
                </a:solidFill>
                <a:effectLst>
                  <a:outerShdw dist="40186" dir="1096358" algn="ctr" rotWithShape="0">
                    <a:srgbClr val="9999FF"/>
                  </a:outerShdw>
                </a:effectLst>
                <a:latin typeface="Arial Black"/>
              </a:rPr>
              <a:t>User Agent</a:t>
            </a:r>
          </a:p>
        </p:txBody>
      </p:sp>
      <p:sp>
        <p:nvSpPr>
          <p:cNvPr id="8197" name="Line 5"/>
          <p:cNvSpPr>
            <a:spLocks noChangeShapeType="1"/>
          </p:cNvSpPr>
          <p:nvPr/>
        </p:nvSpPr>
        <p:spPr bwMode="auto">
          <a:xfrm>
            <a:off x="7315200" y="3276600"/>
            <a:ext cx="609600" cy="152400"/>
          </a:xfrm>
          <a:prstGeom prst="line">
            <a:avLst/>
          </a:prstGeom>
          <a:noFill/>
          <a:ln w="9360">
            <a:solidFill>
              <a:srgbClr val="40458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8" name="Line 6"/>
          <p:cNvSpPr>
            <a:spLocks noChangeShapeType="1"/>
          </p:cNvSpPr>
          <p:nvPr/>
        </p:nvSpPr>
        <p:spPr bwMode="auto">
          <a:xfrm flipH="1">
            <a:off x="4951413" y="3276600"/>
            <a:ext cx="460375" cy="228600"/>
          </a:xfrm>
          <a:prstGeom prst="line">
            <a:avLst/>
          </a:prstGeom>
          <a:noFill/>
          <a:ln w="9360">
            <a:solidFill>
              <a:srgbClr val="40458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199" name="WordArt 7"/>
          <p:cNvSpPr>
            <a:spLocks noChangeArrowheads="1" noChangeShapeType="1" noTextEdit="1"/>
          </p:cNvSpPr>
          <p:nvPr/>
        </p:nvSpPr>
        <p:spPr bwMode="auto">
          <a:xfrm>
            <a:off x="5257800" y="3810000"/>
            <a:ext cx="2438400" cy="361950"/>
          </a:xfrm>
          <a:prstGeom prst="rect">
            <a:avLst/>
          </a:prstGeom>
        </p:spPr>
        <p:txBody>
          <a:bodyPr wrap="none" fromWordArt="1">
            <a:prstTxWarp prst="textPlain">
              <a:avLst>
                <a:gd name="adj" fmla="val 50000"/>
              </a:avLst>
            </a:prstTxWarp>
          </a:bodyPr>
          <a:lstStyle/>
          <a:p>
            <a:pPr algn="ctr"/>
            <a:r>
              <a:rPr lang="en-US" sz="3600" kern="10">
                <a:ln w="12600">
                  <a:solidFill>
                    <a:srgbClr val="3333CC"/>
                  </a:solidFill>
                  <a:miter lim="800000"/>
                  <a:headEnd/>
                  <a:tailEnd/>
                </a:ln>
                <a:solidFill>
                  <a:srgbClr val="B2B2B2">
                    <a:alpha val="50000"/>
                  </a:srgbClr>
                </a:solidFill>
                <a:effectLst>
                  <a:outerShdw dist="40186" dir="1096358" algn="ctr" rotWithShape="0">
                    <a:srgbClr val="9999FF"/>
                  </a:outerShdw>
                </a:effectLst>
                <a:latin typeface="Arial Black"/>
              </a:rPr>
              <a:t>Mail Transfer Agents</a:t>
            </a:r>
          </a:p>
        </p:txBody>
      </p:sp>
      <p:sp>
        <p:nvSpPr>
          <p:cNvPr id="8200" name="Line 8"/>
          <p:cNvSpPr>
            <a:spLocks noChangeShapeType="1"/>
          </p:cNvSpPr>
          <p:nvPr/>
        </p:nvSpPr>
        <p:spPr bwMode="auto">
          <a:xfrm flipH="1">
            <a:off x="5103813" y="4267200"/>
            <a:ext cx="384175" cy="228600"/>
          </a:xfrm>
          <a:prstGeom prst="line">
            <a:avLst/>
          </a:prstGeom>
          <a:noFill/>
          <a:ln w="9360">
            <a:solidFill>
              <a:srgbClr val="40458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8201" name="Line 9"/>
          <p:cNvSpPr>
            <a:spLocks noChangeShapeType="1"/>
          </p:cNvSpPr>
          <p:nvPr/>
        </p:nvSpPr>
        <p:spPr bwMode="auto">
          <a:xfrm>
            <a:off x="7543800" y="4267200"/>
            <a:ext cx="381000" cy="228600"/>
          </a:xfrm>
          <a:prstGeom prst="line">
            <a:avLst/>
          </a:prstGeom>
          <a:noFill/>
          <a:ln w="9360">
            <a:solidFill>
              <a:srgbClr val="40458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Tree>
    <p:extLst>
      <p:ext uri="{BB962C8B-B14F-4D97-AF65-F5344CB8AC3E}">
        <p14:creationId xmlns:p14="http://schemas.microsoft.com/office/powerpoint/2010/main" val="310683649"/>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additive="repl">
                                        <p:cTn id="6" dur="1" fill="hold">
                                          <p:stCondLst>
                                            <p:cond delay="0"/>
                                          </p:stCondLst>
                                        </p:cTn>
                                        <p:tgtEl>
                                          <p:spTgt spid="8196"/>
                                        </p:tgtEl>
                                        <p:attrNameLst>
                                          <p:attrName>style.visibility</p:attrName>
                                        </p:attrNameLst>
                                      </p:cBhvr>
                                      <p:to>
                                        <p:strVal val="visible"/>
                                      </p:to>
                                    </p:set>
                                    <p:animEffect transition="in" filter="blinds(horizontal)">
                                      <p:cBhvr additive="repl">
                                        <p:cTn id="7" dur="500"/>
                                        <p:tgtEl>
                                          <p:spTgt spid="8196"/>
                                        </p:tgtEl>
                                      </p:cBhvr>
                                    </p:animEffect>
                                  </p:childTnLst>
                                </p:cTn>
                              </p:par>
                              <p:par>
                                <p:cTn id="8" presetID="3" presetClass="entr" presetSubtype="10" fill="hold" grpId="0" nodeType="withEffect">
                                  <p:stCondLst>
                                    <p:cond delay="0"/>
                                  </p:stCondLst>
                                  <p:childTnLst>
                                    <p:set>
                                      <p:cBhvr additive="repl">
                                        <p:cTn id="9" dur="1" fill="hold">
                                          <p:stCondLst>
                                            <p:cond delay="0"/>
                                          </p:stCondLst>
                                        </p:cTn>
                                        <p:tgtEl>
                                          <p:spTgt spid="8197"/>
                                        </p:tgtEl>
                                        <p:attrNameLst>
                                          <p:attrName>style.visibility</p:attrName>
                                        </p:attrNameLst>
                                      </p:cBhvr>
                                      <p:to>
                                        <p:strVal val="visible"/>
                                      </p:to>
                                    </p:set>
                                    <p:animEffect transition="in" filter="blinds(horizontal)">
                                      <p:cBhvr additive="repl">
                                        <p:cTn id="10" dur="500"/>
                                        <p:tgtEl>
                                          <p:spTgt spid="8197"/>
                                        </p:tgtEl>
                                      </p:cBhvr>
                                    </p:animEffect>
                                  </p:childTnLst>
                                </p:cTn>
                              </p:par>
                              <p:par>
                                <p:cTn id="11" presetID="3" presetClass="entr" presetSubtype="10" fill="hold" grpId="0" nodeType="withEffect">
                                  <p:stCondLst>
                                    <p:cond delay="0"/>
                                  </p:stCondLst>
                                  <p:childTnLst>
                                    <p:set>
                                      <p:cBhvr additive="repl">
                                        <p:cTn id="12" dur="1" fill="hold">
                                          <p:stCondLst>
                                            <p:cond delay="0"/>
                                          </p:stCondLst>
                                        </p:cTn>
                                        <p:tgtEl>
                                          <p:spTgt spid="8198"/>
                                        </p:tgtEl>
                                        <p:attrNameLst>
                                          <p:attrName>style.visibility</p:attrName>
                                        </p:attrNameLst>
                                      </p:cBhvr>
                                      <p:to>
                                        <p:strVal val="visible"/>
                                      </p:to>
                                    </p:set>
                                    <p:animEffect transition="in" filter="blinds(horizontal)">
                                      <p:cBhvr additive="repl">
                                        <p:cTn id="13" dur="500"/>
                                        <p:tgtEl>
                                          <p:spTgt spid="819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additive="repl">
                                        <p:cTn id="17" dur="1" fill="hold">
                                          <p:stCondLst>
                                            <p:cond delay="0"/>
                                          </p:stCondLst>
                                        </p:cTn>
                                        <p:tgtEl>
                                          <p:spTgt spid="8199"/>
                                        </p:tgtEl>
                                        <p:attrNameLst>
                                          <p:attrName>style.visibility</p:attrName>
                                        </p:attrNameLst>
                                      </p:cBhvr>
                                      <p:to>
                                        <p:strVal val="visible"/>
                                      </p:to>
                                    </p:set>
                                    <p:animEffect transition="in" filter="blinds(horizontal)">
                                      <p:cBhvr additive="repl">
                                        <p:cTn id="18" dur="500"/>
                                        <p:tgtEl>
                                          <p:spTgt spid="8199"/>
                                        </p:tgtEl>
                                      </p:cBhvr>
                                    </p:animEffect>
                                  </p:childTnLst>
                                </p:cTn>
                              </p:par>
                              <p:par>
                                <p:cTn id="19" presetID="3" presetClass="entr" presetSubtype="10" fill="hold" grpId="0" nodeType="withEffect">
                                  <p:stCondLst>
                                    <p:cond delay="0"/>
                                  </p:stCondLst>
                                  <p:childTnLst>
                                    <p:set>
                                      <p:cBhvr additive="repl">
                                        <p:cTn id="20" dur="1" fill="hold">
                                          <p:stCondLst>
                                            <p:cond delay="0"/>
                                          </p:stCondLst>
                                        </p:cTn>
                                        <p:tgtEl>
                                          <p:spTgt spid="8200"/>
                                        </p:tgtEl>
                                        <p:attrNameLst>
                                          <p:attrName>style.visibility</p:attrName>
                                        </p:attrNameLst>
                                      </p:cBhvr>
                                      <p:to>
                                        <p:strVal val="visible"/>
                                      </p:to>
                                    </p:set>
                                    <p:animEffect transition="in" filter="blinds(horizontal)">
                                      <p:cBhvr additive="repl">
                                        <p:cTn id="21" dur="500"/>
                                        <p:tgtEl>
                                          <p:spTgt spid="8200"/>
                                        </p:tgtEl>
                                      </p:cBhvr>
                                    </p:animEffect>
                                  </p:childTnLst>
                                </p:cTn>
                              </p:par>
                              <p:par>
                                <p:cTn id="22" presetID="3" presetClass="entr" presetSubtype="10" fill="hold" grpId="0" nodeType="withEffect">
                                  <p:stCondLst>
                                    <p:cond delay="0"/>
                                  </p:stCondLst>
                                  <p:childTnLst>
                                    <p:set>
                                      <p:cBhvr additive="repl">
                                        <p:cTn id="23" dur="1" fill="hold">
                                          <p:stCondLst>
                                            <p:cond delay="0"/>
                                          </p:stCondLst>
                                        </p:cTn>
                                        <p:tgtEl>
                                          <p:spTgt spid="8201"/>
                                        </p:tgtEl>
                                        <p:attrNameLst>
                                          <p:attrName>style.visibility</p:attrName>
                                        </p:attrNameLst>
                                      </p:cBhvr>
                                      <p:to>
                                        <p:strVal val="visible"/>
                                      </p:to>
                                    </p:set>
                                    <p:animEffect transition="in" filter="blinds(horizontal)">
                                      <p:cBhvr additive="repl">
                                        <p:cTn id="24" dur="500"/>
                                        <p:tgtEl>
                                          <p:spTgt spid="8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nimBg="1"/>
      <p:bldP spid="8197" grpId="0" animBg="1"/>
      <p:bldP spid="8198" grpId="0" animBg="1"/>
      <p:bldP spid="8199" grpId="0" animBg="1"/>
      <p:bldP spid="8200" grpId="0" animBg="1"/>
      <p:bldP spid="820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2"/>
          <p:cNvSpPr>
            <a:spLocks noGrp="1"/>
          </p:cNvSpPr>
          <p:nvPr>
            <p:ph type="sldNum" sz="quarter" idx="11"/>
          </p:nvPr>
        </p:nvSpPr>
        <p:spPr/>
        <p:txBody>
          <a:bodyPr/>
          <a:lstStyle/>
          <a:p>
            <a:fld id="{49428D5B-F643-4690-8BB6-39FC29B83776}" type="slidenum">
              <a:rPr lang="en-US" altLang="en-US"/>
              <a:pPr/>
              <a:t>31</a:t>
            </a:fld>
            <a:endParaRPr lang="en-US" altLang="en-US"/>
          </a:p>
        </p:txBody>
      </p:sp>
      <p:pic>
        <p:nvPicPr>
          <p:cNvPr id="479244"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113" y="2084388"/>
            <a:ext cx="8345487" cy="309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1"/>
          <p:cNvSpPr txBox="1">
            <a:spLocks noChangeArrowheads="1"/>
          </p:cNvSpPr>
          <p:nvPr/>
        </p:nvSpPr>
        <p:spPr>
          <a:xfrm>
            <a:off x="381000" y="214313"/>
            <a:ext cx="8562975" cy="852487"/>
          </a:xfrm>
          <a:prstGeom prst="rect">
            <a:avLst/>
          </a:prstGeom>
          <a:ln/>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dirty="0"/>
              <a:t>SMTP Working with UA and MTA</a:t>
            </a:r>
          </a:p>
        </p:txBody>
      </p:sp>
    </p:spTree>
    <p:extLst>
      <p:ext uri="{BB962C8B-B14F-4D97-AF65-F5344CB8AC3E}">
        <p14:creationId xmlns:p14="http://schemas.microsoft.com/office/powerpoint/2010/main" val="37746691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474114" name="Group 2"/>
          <p:cNvGrpSpPr>
            <a:grpSpLocks/>
          </p:cNvGrpSpPr>
          <p:nvPr/>
        </p:nvGrpSpPr>
        <p:grpSpPr bwMode="auto">
          <a:xfrm>
            <a:off x="0" y="0"/>
            <a:ext cx="8686800" cy="6400800"/>
            <a:chOff x="0" y="96"/>
            <a:chExt cx="5472" cy="3840"/>
          </a:xfrm>
        </p:grpSpPr>
        <p:sp>
          <p:nvSpPr>
            <p:cNvPr id="474115"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itchFamily="18" charset="0"/>
              </a:endParaRPr>
            </a:p>
          </p:txBody>
        </p:sp>
        <p:sp>
          <p:nvSpPr>
            <p:cNvPr id="474116" name="AutoShape 4"/>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69 w 1000"/>
                <a:gd name="T3" fmla="*/ 0 h 1000"/>
                <a:gd name="T4" fmla="*/ 6670 w 1000"/>
                <a:gd name="T5" fmla="*/ 500 h 1000"/>
                <a:gd name="T6" fmla="*/ 6170 w 1000"/>
                <a:gd name="T7" fmla="*/ 1000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69" y="0"/>
                  </a:lnTo>
                  <a:cubicBezTo>
                    <a:pt x="6446" y="0"/>
                    <a:pt x="6670" y="223"/>
                    <a:pt x="6670" y="500"/>
                  </a:cubicBezTo>
                  <a:cubicBezTo>
                    <a:pt x="6670" y="776"/>
                    <a:pt x="6446" y="999"/>
                    <a:pt x="6170" y="1000"/>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itchFamily="18" charset="0"/>
              </a:endParaRPr>
            </a:p>
          </p:txBody>
        </p:sp>
        <p:sp>
          <p:nvSpPr>
            <p:cNvPr id="474117" name="Line 5"/>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74118" name="Text Box 6"/>
          <p:cNvSpPr txBox="1">
            <a:spLocks noChangeArrowheads="1"/>
          </p:cNvSpPr>
          <p:nvPr/>
        </p:nvSpPr>
        <p:spPr bwMode="auto">
          <a:xfrm>
            <a:off x="228600" y="354013"/>
            <a:ext cx="31600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dirty="0">
                <a:solidFill>
                  <a:schemeClr val="bg1"/>
                </a:solidFill>
                <a:latin typeface="Arial" pitchFamily="34" charset="0"/>
              </a:rPr>
              <a:t>USER AGENT</a:t>
            </a:r>
          </a:p>
        </p:txBody>
      </p:sp>
      <p:sp>
        <p:nvSpPr>
          <p:cNvPr id="474119" name="Rectangle 7"/>
          <p:cNvSpPr>
            <a:spLocks noChangeArrowheads="1"/>
          </p:cNvSpPr>
          <p:nvPr/>
        </p:nvSpPr>
        <p:spPr bwMode="auto">
          <a:xfrm>
            <a:off x="533400" y="1371600"/>
            <a:ext cx="7848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itchFamily="18" charset="0"/>
              </a:rPr>
              <a:t>The user agent (UA) provides service to the user to make the process of sending and receiving a message easier.</a:t>
            </a:r>
          </a:p>
        </p:txBody>
      </p:sp>
      <p:pic>
        <p:nvPicPr>
          <p:cNvPr id="1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512" y="3061622"/>
            <a:ext cx="8080375" cy="185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55678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Grp="1" noChangeArrowheads="1"/>
          </p:cNvSpPr>
          <p:nvPr>
            <p:ph type="title" idx="4294967295"/>
          </p:nvPr>
        </p:nvSpPr>
        <p:spPr>
          <a:xfrm>
            <a:off x="609600" y="149225"/>
            <a:ext cx="7772400" cy="703263"/>
          </a:xfrm>
          <a:ln/>
        </p:spPr>
        <p:txBody>
          <a:bodyPr>
            <a:normAutofit fontScale="90000"/>
          </a:bodyP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000"/>
              <a:t>What is Mail?</a:t>
            </a:r>
          </a:p>
        </p:txBody>
      </p:sp>
      <p:sp>
        <p:nvSpPr>
          <p:cNvPr id="10242" name="Rectangle 2"/>
          <p:cNvSpPr>
            <a:spLocks noGrp="1" noChangeArrowheads="1"/>
          </p:cNvSpPr>
          <p:nvPr>
            <p:ph type="body" idx="4294967295"/>
          </p:nvPr>
        </p:nvSpPr>
        <p:spPr>
          <a:xfrm>
            <a:off x="0" y="1295400"/>
            <a:ext cx="3505200" cy="5257800"/>
          </a:xfrm>
          <a:ln/>
        </p:spPr>
        <p:txBody>
          <a:bodyPr/>
          <a:lstStyle/>
          <a:p>
            <a:pPr marL="341313" indent="-341313">
              <a:lnSpc>
                <a:spcPct val="90000"/>
              </a:lnSpc>
              <a:spcBef>
                <a:spcPts val="600"/>
              </a:spcBef>
              <a:buClr>
                <a:srgbClr val="6F89F7"/>
              </a:buClr>
              <a:buSzPct val="147000"/>
              <a:buFont typeface="Times New Roman" pitchFamily="16" charset="0"/>
              <a:buBlip>
                <a:blip r:embed="rId3"/>
              </a:buBlip>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Mail is a text file</a:t>
            </a:r>
          </a:p>
          <a:p>
            <a:pPr marL="341313" indent="-341313">
              <a:lnSpc>
                <a:spcPct val="90000"/>
              </a:lnSpc>
              <a:spcBef>
                <a:spcPts val="600"/>
              </a:spcBef>
              <a:buClr>
                <a:srgbClr val="6F89F7"/>
              </a:buClr>
              <a:buSzPct val="147000"/>
              <a:buFont typeface="Times New Roman" pitchFamily="16" charset="0"/>
              <a:buBlip>
                <a:blip r:embed="rId3"/>
              </a:buBlip>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Envelope – </a:t>
            </a:r>
          </a:p>
          <a:p>
            <a:pPr marL="741363" lvl="1" indent="-284163">
              <a:lnSpc>
                <a:spcPct val="90000"/>
              </a:lnSpc>
              <a:spcBef>
                <a:spcPts val="500"/>
              </a:spcBef>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dirty="0"/>
              <a:t>sender address</a:t>
            </a:r>
          </a:p>
          <a:p>
            <a:pPr marL="741363" lvl="1" indent="-284163">
              <a:lnSpc>
                <a:spcPct val="90000"/>
              </a:lnSpc>
              <a:spcBef>
                <a:spcPts val="500"/>
              </a:spcBef>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dirty="0"/>
              <a:t>receiver address</a:t>
            </a:r>
          </a:p>
          <a:p>
            <a:pPr marL="741363" lvl="1" indent="-284163">
              <a:lnSpc>
                <a:spcPct val="90000"/>
              </a:lnSpc>
              <a:spcBef>
                <a:spcPts val="500"/>
              </a:spcBef>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dirty="0"/>
              <a:t>other information</a:t>
            </a:r>
          </a:p>
          <a:p>
            <a:pPr marL="341313" indent="-341313">
              <a:lnSpc>
                <a:spcPct val="90000"/>
              </a:lnSpc>
              <a:spcBef>
                <a:spcPts val="600"/>
              </a:spcBef>
              <a:buClr>
                <a:srgbClr val="6F89F7"/>
              </a:buClr>
              <a:buSzPct val="147000"/>
              <a:buFont typeface="Wingdings" charset="2"/>
              <a:buBlip>
                <a:blip r:embed="rId3"/>
              </a:buBlip>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400" dirty="0"/>
              <a:t>Message –</a:t>
            </a:r>
          </a:p>
          <a:p>
            <a:pPr marL="741363" lvl="1" indent="-284163">
              <a:lnSpc>
                <a:spcPct val="90000"/>
              </a:lnSpc>
              <a:spcBef>
                <a:spcPts val="500"/>
              </a:spcBef>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dirty="0"/>
              <a:t>Mail Header – defines the sender, the receiver, the subject of the message, and some other information</a:t>
            </a:r>
          </a:p>
          <a:p>
            <a:pPr marL="741363" lvl="1" indent="-284163">
              <a:lnSpc>
                <a:spcPct val="90000"/>
              </a:lnSpc>
              <a:spcBef>
                <a:spcPts val="500"/>
              </a:spcBef>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dirty="0"/>
              <a:t>Mail Body – Contains the actual information in the message</a:t>
            </a:r>
          </a:p>
        </p:txBody>
      </p:sp>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371600"/>
            <a:ext cx="4852988" cy="4953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73524419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Slide Number Placeholder 2"/>
          <p:cNvSpPr>
            <a:spLocks noGrp="1"/>
          </p:cNvSpPr>
          <p:nvPr>
            <p:ph type="sldNum" sz="quarter" idx="11"/>
          </p:nvPr>
        </p:nvSpPr>
        <p:spPr/>
        <p:txBody>
          <a:bodyPr/>
          <a:lstStyle/>
          <a:p>
            <a:fld id="{E94B9957-AFCB-433E-ADB3-C9FFD7B27501}" type="slidenum">
              <a:rPr lang="en-US" altLang="en-US"/>
              <a:pPr/>
              <a:t>34</a:t>
            </a:fld>
            <a:endParaRPr lang="en-US" altLang="en-US"/>
          </a:p>
        </p:txBody>
      </p:sp>
      <p:grpSp>
        <p:nvGrpSpPr>
          <p:cNvPr id="475138" name="Group 2"/>
          <p:cNvGrpSpPr>
            <a:grpSpLocks/>
          </p:cNvGrpSpPr>
          <p:nvPr/>
        </p:nvGrpSpPr>
        <p:grpSpPr bwMode="auto">
          <a:xfrm>
            <a:off x="0" y="0"/>
            <a:ext cx="8686800" cy="6400800"/>
            <a:chOff x="0" y="96"/>
            <a:chExt cx="5472" cy="3840"/>
          </a:xfrm>
        </p:grpSpPr>
        <p:sp>
          <p:nvSpPr>
            <p:cNvPr id="475139"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itchFamily="18" charset="0"/>
              </a:endParaRPr>
            </a:p>
          </p:txBody>
        </p:sp>
        <p:sp>
          <p:nvSpPr>
            <p:cNvPr id="475140" name="AutoShape 4"/>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69 w 1000"/>
                <a:gd name="T3" fmla="*/ 0 h 1000"/>
                <a:gd name="T4" fmla="*/ 6670 w 1000"/>
                <a:gd name="T5" fmla="*/ 500 h 1000"/>
                <a:gd name="T6" fmla="*/ 6170 w 1000"/>
                <a:gd name="T7" fmla="*/ 1000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69" y="0"/>
                  </a:lnTo>
                  <a:cubicBezTo>
                    <a:pt x="6446" y="0"/>
                    <a:pt x="6670" y="223"/>
                    <a:pt x="6670" y="500"/>
                  </a:cubicBezTo>
                  <a:cubicBezTo>
                    <a:pt x="6670" y="776"/>
                    <a:pt x="6446" y="999"/>
                    <a:pt x="6170" y="1000"/>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itchFamily="18" charset="0"/>
              </a:endParaRPr>
            </a:p>
          </p:txBody>
        </p:sp>
        <p:sp>
          <p:nvSpPr>
            <p:cNvPr id="475141" name="Line 5"/>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75142" name="Text Box 6"/>
          <p:cNvSpPr txBox="1">
            <a:spLocks noChangeArrowheads="1"/>
          </p:cNvSpPr>
          <p:nvPr/>
        </p:nvSpPr>
        <p:spPr bwMode="auto">
          <a:xfrm>
            <a:off x="228600" y="0"/>
            <a:ext cx="8458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600" dirty="0">
                <a:solidFill>
                  <a:schemeClr val="bg1"/>
                </a:solidFill>
                <a:latin typeface="Arial" pitchFamily="34" charset="0"/>
              </a:rPr>
              <a:t>  MESSAGE TRANSFER AGENT:</a:t>
            </a:r>
            <a:br>
              <a:rPr lang="en-US" altLang="en-US" sz="3600" dirty="0">
                <a:solidFill>
                  <a:schemeClr val="bg1"/>
                </a:solidFill>
                <a:latin typeface="Arial" pitchFamily="34" charset="0"/>
              </a:rPr>
            </a:br>
            <a:r>
              <a:rPr lang="en-US" altLang="en-US" sz="3600" dirty="0">
                <a:solidFill>
                  <a:schemeClr val="bg1"/>
                </a:solidFill>
                <a:latin typeface="Arial" pitchFamily="34" charset="0"/>
              </a:rPr>
              <a:t>          SMTP</a:t>
            </a:r>
          </a:p>
        </p:txBody>
      </p:sp>
      <p:sp>
        <p:nvSpPr>
          <p:cNvPr id="475143" name="Rectangle 7"/>
          <p:cNvSpPr>
            <a:spLocks noChangeArrowheads="1"/>
          </p:cNvSpPr>
          <p:nvPr/>
        </p:nvSpPr>
        <p:spPr bwMode="auto">
          <a:xfrm>
            <a:off x="506361" y="2182890"/>
            <a:ext cx="7848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400" i="1" dirty="0">
                <a:effectLst>
                  <a:outerShdw blurRad="38100" dist="38100" dir="2700000" algn="tl">
                    <a:srgbClr val="C0C0C0"/>
                  </a:outerShdw>
                </a:effectLst>
                <a:latin typeface="Times New Roman" pitchFamily="18" charset="0"/>
              </a:rPr>
              <a:t>The actual mail transfer requires message transfer agents (MTAs). The protocol that defines the MTA client and server in the Internet is called Simple Mail Transfer Protocol (SMTP).</a:t>
            </a:r>
          </a:p>
        </p:txBody>
      </p:sp>
    </p:spTree>
    <p:extLst>
      <p:ext uri="{BB962C8B-B14F-4D97-AF65-F5344CB8AC3E}">
        <p14:creationId xmlns:p14="http://schemas.microsoft.com/office/powerpoint/2010/main" val="9837490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endParaRPr lang="en-US" altLang="en-US" dirty="0"/>
          </a:p>
        </p:txBody>
      </p:sp>
      <p:sp>
        <p:nvSpPr>
          <p:cNvPr id="12" name="Slide Number Placeholder 2"/>
          <p:cNvSpPr>
            <a:spLocks noGrp="1"/>
          </p:cNvSpPr>
          <p:nvPr>
            <p:ph type="sldNum" sz="quarter" idx="11"/>
          </p:nvPr>
        </p:nvSpPr>
        <p:spPr/>
        <p:txBody>
          <a:bodyPr/>
          <a:lstStyle/>
          <a:p>
            <a:fld id="{5827399F-7AA6-4FF5-B573-F5227C81B564}" type="slidenum">
              <a:rPr lang="en-US" altLang="en-US"/>
              <a:pPr/>
              <a:t>35</a:t>
            </a:fld>
            <a:endParaRPr lang="en-US" altLang="en-US"/>
          </a:p>
        </p:txBody>
      </p:sp>
      <p:sp>
        <p:nvSpPr>
          <p:cNvPr id="490498"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solidFill>
                  <a:srgbClr val="0000FF"/>
                </a:solidFill>
                <a:latin typeface="Times New Roman" pitchFamily="18" charset="0"/>
              </a:rPr>
              <a:t>Figure </a:t>
            </a:r>
            <a:r>
              <a:rPr lang="en-US" altLang="en-US" i="1" dirty="0">
                <a:latin typeface="Times New Roman" pitchFamily="18" charset="0"/>
              </a:rPr>
              <a:t>SMTP range</a:t>
            </a:r>
          </a:p>
        </p:txBody>
      </p:sp>
      <p:pic>
        <p:nvPicPr>
          <p:cNvPr id="49050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575" y="2057400"/>
            <a:ext cx="7997825" cy="288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25760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p:cNvSpPr>
            <a:spLocks noGrp="1"/>
          </p:cNvSpPr>
          <p:nvPr>
            <p:ph type="ftr" sz="quarter" idx="10"/>
          </p:nvPr>
        </p:nvSpPr>
        <p:spPr/>
        <p:txBody>
          <a:bodyPr/>
          <a:lstStyle/>
          <a:p>
            <a:endParaRPr lang="en-US" altLang="en-US" dirty="0"/>
          </a:p>
        </p:txBody>
      </p:sp>
      <p:sp>
        <p:nvSpPr>
          <p:cNvPr id="5" name="Slide Number Placeholder 2"/>
          <p:cNvSpPr>
            <a:spLocks noGrp="1"/>
          </p:cNvSpPr>
          <p:nvPr>
            <p:ph type="sldNum" sz="quarter" idx="11"/>
          </p:nvPr>
        </p:nvSpPr>
        <p:spPr/>
        <p:txBody>
          <a:bodyPr/>
          <a:lstStyle/>
          <a:p>
            <a:fld id="{5D54BFBD-E74D-4CD8-A11C-9BFD86C38B07}" type="slidenum">
              <a:rPr lang="en-US" altLang="en-US"/>
              <a:pPr/>
              <a:t>36</a:t>
            </a:fld>
            <a:endParaRPr lang="en-US" altLang="en-US"/>
          </a:p>
        </p:txBody>
      </p:sp>
      <p:sp>
        <p:nvSpPr>
          <p:cNvPr id="507907" name="Text Box 3"/>
          <p:cNvSpPr txBox="1">
            <a:spLocks noChangeArrowheads="1"/>
          </p:cNvSpPr>
          <p:nvPr/>
        </p:nvSpPr>
        <p:spPr bwMode="auto">
          <a:xfrm>
            <a:off x="2103438" y="228600"/>
            <a:ext cx="3078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itchFamily="18" charset="0"/>
              </a:rPr>
              <a:t>Table 20.4  </a:t>
            </a:r>
            <a:r>
              <a:rPr lang="en-US" altLang="en-US" sz="2400" i="1">
                <a:effectLst>
                  <a:outerShdw blurRad="38100" dist="38100" dir="2700000" algn="tl">
                    <a:srgbClr val="C0C0C0"/>
                  </a:outerShdw>
                </a:effectLst>
                <a:latin typeface="Times New Roman" pitchFamily="18" charset="0"/>
              </a:rPr>
              <a:t>Commands</a:t>
            </a:r>
          </a:p>
        </p:txBody>
      </p:sp>
      <p:pic>
        <p:nvPicPr>
          <p:cNvPr id="507945" name="Picture 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600" y="650875"/>
            <a:ext cx="5283200" cy="567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98595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Grp="1" noChangeArrowheads="1"/>
          </p:cNvSpPr>
          <p:nvPr>
            <p:ph type="title" idx="4294967295"/>
          </p:nvPr>
        </p:nvSpPr>
        <p:spPr>
          <a:xfrm>
            <a:off x="609600" y="304800"/>
            <a:ext cx="7772400" cy="11430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Status Codes</a:t>
            </a:r>
          </a:p>
        </p:txBody>
      </p:sp>
      <p:sp>
        <p:nvSpPr>
          <p:cNvPr id="13314" name="Rectangle 2"/>
          <p:cNvSpPr>
            <a:spLocks noGrp="1" noChangeArrowheads="1"/>
          </p:cNvSpPr>
          <p:nvPr>
            <p:ph type="body" idx="4294967295"/>
          </p:nvPr>
        </p:nvSpPr>
        <p:spPr>
          <a:xfrm>
            <a:off x="457200" y="1752600"/>
            <a:ext cx="8534400" cy="4065588"/>
          </a:xfrm>
          <a:ln/>
        </p:spPr>
        <p:txBody>
          <a:bodyPr/>
          <a:lstStyle/>
          <a:p>
            <a:pPr marL="341313" indent="-341313">
              <a:lnSpc>
                <a:spcPct val="90000"/>
              </a:lnSpc>
              <a:buClr>
                <a:srgbClr val="6F89F7"/>
              </a:buClr>
              <a:buSzPct val="110000"/>
              <a:buFont typeface="Times New Roman" pitchFamily="16" charset="0"/>
              <a:buBlip>
                <a:blip r:embed="rId3"/>
              </a:buBlip>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a:t>The Server responds with a 3 digit code that may be followed by text info</a:t>
            </a:r>
          </a:p>
          <a:p>
            <a:pPr marL="0" indent="0">
              <a:lnSpc>
                <a:spcPct val="90000"/>
              </a:lnSpc>
              <a:buClr>
                <a:srgbClr val="6F89F7"/>
              </a:buClr>
              <a:buSzPct val="11000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dirty="0"/>
          </a:p>
          <a:p>
            <a:pPr marL="741363" lvl="1" indent="-284163">
              <a:lnSpc>
                <a:spcPct val="90000"/>
              </a:lnSpc>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a:solidFill>
                  <a:srgbClr val="FF9900"/>
                </a:solidFill>
              </a:rPr>
              <a:t>2##</a:t>
            </a:r>
            <a:r>
              <a:rPr lang="en-US" altLang="en-US" dirty="0"/>
              <a:t> - Success</a:t>
            </a:r>
          </a:p>
          <a:p>
            <a:pPr marL="741363" lvl="1" indent="-284163">
              <a:lnSpc>
                <a:spcPct val="90000"/>
              </a:lnSpc>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a:solidFill>
                  <a:srgbClr val="FF9900"/>
                </a:solidFill>
              </a:rPr>
              <a:t>3##</a:t>
            </a:r>
            <a:r>
              <a:rPr lang="en-US" altLang="en-US" dirty="0"/>
              <a:t> - Command can be accepted with  more information</a:t>
            </a:r>
          </a:p>
          <a:p>
            <a:pPr marL="741363" lvl="1" indent="-284163">
              <a:lnSpc>
                <a:spcPct val="90000"/>
              </a:lnSpc>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a:solidFill>
                  <a:srgbClr val="FF9900"/>
                </a:solidFill>
              </a:rPr>
              <a:t>4##</a:t>
            </a:r>
            <a:r>
              <a:rPr lang="en-US" altLang="en-US" dirty="0"/>
              <a:t> - Command was rejected, but error condition is temporary</a:t>
            </a:r>
          </a:p>
          <a:p>
            <a:pPr marL="741363" lvl="1" indent="-284163">
              <a:lnSpc>
                <a:spcPct val="90000"/>
              </a:lnSpc>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dirty="0">
                <a:solidFill>
                  <a:srgbClr val="FF9900"/>
                </a:solidFill>
              </a:rPr>
              <a:t>5##</a:t>
            </a:r>
            <a:r>
              <a:rPr lang="en-US" altLang="en-US" dirty="0"/>
              <a:t> - Command rejected, Bad User!</a:t>
            </a:r>
          </a:p>
        </p:txBody>
      </p:sp>
    </p:spTree>
    <p:extLst>
      <p:ext uri="{BB962C8B-B14F-4D97-AF65-F5344CB8AC3E}">
        <p14:creationId xmlns:p14="http://schemas.microsoft.com/office/powerpoint/2010/main" val="125470445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Grp="1" noChangeArrowheads="1"/>
          </p:cNvSpPr>
          <p:nvPr>
            <p:ph type="title" idx="4294967295"/>
          </p:nvPr>
        </p:nvSpPr>
        <p:spPr>
          <a:xfrm>
            <a:off x="381000" y="211138"/>
            <a:ext cx="8562975" cy="703262"/>
          </a:xfrm>
          <a:ln/>
        </p:spPr>
        <p:txBody>
          <a:bodyPr>
            <a:normAutofit fontScale="90000"/>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000"/>
              <a:t>Extensions to SMTP</a:t>
            </a:r>
          </a:p>
        </p:txBody>
      </p:sp>
      <p:sp>
        <p:nvSpPr>
          <p:cNvPr id="21506" name="Rectangle 2"/>
          <p:cNvSpPr>
            <a:spLocks noGrp="1" noChangeArrowheads="1"/>
          </p:cNvSpPr>
          <p:nvPr>
            <p:ph type="body" idx="4294967295"/>
          </p:nvPr>
        </p:nvSpPr>
        <p:spPr>
          <a:xfrm>
            <a:off x="533400" y="1143000"/>
            <a:ext cx="8382000" cy="4114800"/>
          </a:xfrm>
          <a:ln/>
        </p:spPr>
        <p:txBody>
          <a:bodyPr/>
          <a:lstStyle/>
          <a:p>
            <a:pPr marL="341313" indent="-341313">
              <a:spcBef>
                <a:spcPts val="700"/>
              </a:spcBef>
              <a:buClr>
                <a:srgbClr val="6F89F7"/>
              </a:buClr>
              <a:buSzPct val="126000"/>
              <a:buFont typeface="Times New Roman" pitchFamily="16" charset="0"/>
              <a:buBlip>
                <a:blip r:embed="rId3"/>
              </a:buBlip>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800"/>
              <a:t>MIME – Multipurpose Internet Mail Extensions</a:t>
            </a:r>
          </a:p>
          <a:p>
            <a:pPr marL="741363" lvl="1" indent="-284163">
              <a:spcBef>
                <a:spcPts val="500"/>
              </a:spcBef>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000"/>
              <a:t>Transforms non-ASCII data to NVT (Network Virtual Terminal) ASCII data</a:t>
            </a:r>
          </a:p>
          <a:p>
            <a:pPr lvl="2">
              <a:spcBef>
                <a:spcPts val="450"/>
              </a:spcBef>
              <a:buClr>
                <a:srgbClr val="6F89F7"/>
              </a:buClr>
              <a:buSzPct val="95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Text 			</a:t>
            </a:r>
          </a:p>
          <a:p>
            <a:pPr lvl="2">
              <a:spcBef>
                <a:spcPts val="450"/>
              </a:spcBef>
              <a:buClr>
                <a:srgbClr val="6F89F7"/>
              </a:buClr>
              <a:buSzPct val="95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Application		</a:t>
            </a:r>
          </a:p>
          <a:p>
            <a:pPr lvl="2">
              <a:spcBef>
                <a:spcPts val="450"/>
              </a:spcBef>
              <a:buClr>
                <a:srgbClr val="6F89F7"/>
              </a:buClr>
              <a:buSzPct val="95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Image		</a:t>
            </a:r>
          </a:p>
          <a:p>
            <a:pPr lvl="2">
              <a:spcBef>
                <a:spcPts val="450"/>
              </a:spcBef>
              <a:buClr>
                <a:srgbClr val="6F89F7"/>
              </a:buClr>
              <a:buSzPct val="95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Audio</a:t>
            </a:r>
          </a:p>
          <a:p>
            <a:pPr lvl="2">
              <a:spcBef>
                <a:spcPts val="450"/>
              </a:spcBef>
              <a:buClr>
                <a:srgbClr val="6F89F7"/>
              </a:buClr>
              <a:buSzPct val="95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1800"/>
              <a:t>Video</a:t>
            </a:r>
          </a:p>
          <a:p>
            <a:pPr lvl="2">
              <a:spcBef>
                <a:spcPts val="450"/>
              </a:spcBef>
              <a:buClr>
                <a:srgbClr val="6F89F7"/>
              </a:buClr>
              <a:buSzPct val="95000"/>
              <a:buFont typeface="Wingdings"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en-US" sz="1800"/>
          </a:p>
        </p:txBody>
      </p:sp>
      <p:pic>
        <p:nvPicPr>
          <p:cNvPr id="215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667000"/>
            <a:ext cx="5373688" cy="3733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01659247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ph type="title" idx="4294967295"/>
          </p:nvPr>
        </p:nvSpPr>
        <p:spPr>
          <a:xfrm>
            <a:off x="609600" y="12700"/>
            <a:ext cx="7772400" cy="14351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MIME and Base64 Encoding</a:t>
            </a:r>
          </a:p>
        </p:txBody>
      </p:sp>
      <p:sp>
        <p:nvSpPr>
          <p:cNvPr id="22530" name="Rectangle 2"/>
          <p:cNvSpPr>
            <a:spLocks noGrp="1" noChangeArrowheads="1"/>
          </p:cNvSpPr>
          <p:nvPr>
            <p:ph type="body" idx="4294967295"/>
          </p:nvPr>
        </p:nvSpPr>
        <p:spPr>
          <a:xfrm>
            <a:off x="838200" y="1905000"/>
            <a:ext cx="7772400" cy="4867275"/>
          </a:xfrm>
          <a:ln/>
        </p:spPr>
        <p:txBody>
          <a:bodyPr/>
          <a:lstStyle/>
          <a:p>
            <a:pPr marL="341313" indent="-341313">
              <a:lnSpc>
                <a:spcPct val="90000"/>
              </a:lnSpc>
              <a:buClr>
                <a:srgbClr val="6F89F7"/>
              </a:buClr>
              <a:buSzPct val="110000"/>
              <a:buFont typeface="Times New Roman" pitchFamily="16" charset="0"/>
              <a:buBlip>
                <a:blip r:embed="rId3"/>
              </a:buBlip>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If the internet is the information highway, then the path for email is a narrow tunnel </a:t>
            </a:r>
          </a:p>
          <a:p>
            <a:pPr marL="741363" lvl="1" indent="-284163">
              <a:lnSpc>
                <a:spcPct val="90000"/>
              </a:lnSpc>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Only very small vehicles can pass trough</a:t>
            </a:r>
          </a:p>
          <a:p>
            <a:pPr marL="341313" indent="-341313">
              <a:lnSpc>
                <a:spcPct val="90000"/>
              </a:lnSpc>
              <a:buClr>
                <a:srgbClr val="6F89F7"/>
              </a:buClr>
              <a:buSzPct val="110000"/>
              <a:buFont typeface="Wingdings" charset="2"/>
              <a:buBlip>
                <a:blip r:embed="rId3"/>
              </a:buBlip>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Then how do you send a big truck through a small ravine? </a:t>
            </a:r>
          </a:p>
          <a:p>
            <a:pPr marL="741363" lvl="1" indent="-284163">
              <a:lnSpc>
                <a:spcPct val="90000"/>
              </a:lnSpc>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You have to break it down to smaller pieces and transport the pieces through the ravine, and reassemble the truck</a:t>
            </a:r>
          </a:p>
        </p:txBody>
      </p:sp>
    </p:spTree>
    <p:extLst>
      <p:ext uri="{BB962C8B-B14F-4D97-AF65-F5344CB8AC3E}">
        <p14:creationId xmlns:p14="http://schemas.microsoft.com/office/powerpoint/2010/main" val="32923148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Grp="1" noChangeArrowheads="1"/>
          </p:cNvSpPr>
          <p:nvPr>
            <p:ph type="title" idx="4294967295"/>
          </p:nvPr>
        </p:nvSpPr>
        <p:spPr>
          <a:xfrm>
            <a:off x="609600" y="12700"/>
            <a:ext cx="7772400" cy="1435100"/>
          </a:xfrm>
          <a:ln/>
        </p:spPr>
        <p:txBody>
          <a:bodyPr/>
          <a:lstStyle/>
          <a:p>
            <a:pP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a:t>MIME and Base64 Encoding</a:t>
            </a:r>
          </a:p>
        </p:txBody>
      </p:sp>
      <p:sp>
        <p:nvSpPr>
          <p:cNvPr id="23554" name="Rectangle 2"/>
          <p:cNvSpPr>
            <a:spLocks noGrp="1" noChangeArrowheads="1"/>
          </p:cNvSpPr>
          <p:nvPr>
            <p:ph type="body" idx="4294967295"/>
          </p:nvPr>
        </p:nvSpPr>
        <p:spPr>
          <a:xfrm>
            <a:off x="838200" y="1905000"/>
            <a:ext cx="7772400" cy="4256088"/>
          </a:xfrm>
          <a:ln/>
        </p:spPr>
        <p:txBody>
          <a:bodyPr/>
          <a:lstStyle/>
          <a:p>
            <a:pPr marL="341313" indent="-341313">
              <a:lnSpc>
                <a:spcPct val="90000"/>
              </a:lnSpc>
              <a:buClr>
                <a:srgbClr val="6F89F7"/>
              </a:buClr>
              <a:buSzPct val="110000"/>
              <a:buFont typeface="Times New Roman" pitchFamily="16" charset="0"/>
              <a:buBlip>
                <a:blip r:embed="rId3"/>
              </a:buBlip>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The same happens when you send a file attachment via email. </a:t>
            </a:r>
          </a:p>
          <a:p>
            <a:pPr marL="341313" indent="-341313">
              <a:lnSpc>
                <a:spcPct val="90000"/>
              </a:lnSpc>
              <a:buClr>
                <a:srgbClr val="6F89F7"/>
              </a:buClr>
              <a:buSzPct val="110000"/>
              <a:buFont typeface="Times New Roman" pitchFamily="16" charset="0"/>
              <a:buBlip>
                <a:blip r:embed="rId3"/>
              </a:buBlip>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This is known as encoding</a:t>
            </a:r>
          </a:p>
          <a:p>
            <a:pPr marL="741363" lvl="1" indent="-284163">
              <a:lnSpc>
                <a:spcPct val="90000"/>
              </a:lnSpc>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the binary data (256 bits) is transformed to ASCII text (128 bits</a:t>
            </a:r>
          </a:p>
          <a:p>
            <a:pPr marL="741363" lvl="1" indent="-284163">
              <a:lnSpc>
                <a:spcPct val="90000"/>
              </a:lnSpc>
              <a:buClr>
                <a:srgbClr val="40458C"/>
              </a:buClr>
              <a:buSzPct val="60000"/>
              <a:buFont typeface="Wingding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allowing it to fit through the tunnel</a:t>
            </a:r>
          </a:p>
          <a:p>
            <a:pPr marL="341313" indent="-341313">
              <a:lnSpc>
                <a:spcPct val="90000"/>
              </a:lnSpc>
              <a:buClr>
                <a:srgbClr val="6F89F7"/>
              </a:buClr>
              <a:buSzPct val="110000"/>
              <a:buFont typeface="Wingdings" charset="2"/>
              <a:buBlip>
                <a:blip r:embed="rId3"/>
              </a:buBlip>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a:t>On the recipient's end, the data is decoded and the original file is rebuilt. </a:t>
            </a:r>
          </a:p>
        </p:txBody>
      </p:sp>
    </p:spTree>
    <p:extLst>
      <p:ext uri="{BB962C8B-B14F-4D97-AF65-F5344CB8AC3E}">
        <p14:creationId xmlns:p14="http://schemas.microsoft.com/office/powerpoint/2010/main" val="335532623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p:cNvSpPr>
            <a:spLocks noGrp="1"/>
          </p:cNvSpPr>
          <p:nvPr>
            <p:ph type="ftr" sz="quarter" idx="10"/>
          </p:nvPr>
        </p:nvSpPr>
        <p:spPr/>
        <p:txBody>
          <a:bodyPr/>
          <a:lstStyle/>
          <a:p>
            <a:r>
              <a:rPr lang="en-US" altLang="en-US"/>
              <a:t>TCP/IP Protocol Suite</a:t>
            </a:r>
          </a:p>
        </p:txBody>
      </p:sp>
      <p:sp>
        <p:nvSpPr>
          <p:cNvPr id="11" name="Slide Number Placeholder 2"/>
          <p:cNvSpPr>
            <a:spLocks noGrp="1"/>
          </p:cNvSpPr>
          <p:nvPr>
            <p:ph type="sldNum" sz="quarter" idx="11"/>
          </p:nvPr>
        </p:nvSpPr>
        <p:spPr/>
        <p:txBody>
          <a:bodyPr/>
          <a:lstStyle/>
          <a:p>
            <a:fld id="{58FED9F2-323D-4E9C-9300-FA2CDA086C14}" type="slidenum">
              <a:rPr lang="en-US" altLang="en-US"/>
              <a:pPr/>
              <a:t>41</a:t>
            </a:fld>
            <a:endParaRPr lang="en-US" altLang="en-US"/>
          </a:p>
        </p:txBody>
      </p:sp>
      <p:grpSp>
        <p:nvGrpSpPr>
          <p:cNvPr id="476162" name="Group 2"/>
          <p:cNvGrpSpPr>
            <a:grpSpLocks/>
          </p:cNvGrpSpPr>
          <p:nvPr/>
        </p:nvGrpSpPr>
        <p:grpSpPr bwMode="auto">
          <a:xfrm>
            <a:off x="0" y="0"/>
            <a:ext cx="8686800" cy="6400800"/>
            <a:chOff x="0" y="96"/>
            <a:chExt cx="5472" cy="3840"/>
          </a:xfrm>
        </p:grpSpPr>
        <p:sp>
          <p:nvSpPr>
            <p:cNvPr id="476163"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itchFamily="18" charset="0"/>
              </a:endParaRPr>
            </a:p>
          </p:txBody>
        </p:sp>
        <p:sp>
          <p:nvSpPr>
            <p:cNvPr id="476164" name="AutoShape 4"/>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69 w 1000"/>
                <a:gd name="T3" fmla="*/ 0 h 1000"/>
                <a:gd name="T4" fmla="*/ 6670 w 1000"/>
                <a:gd name="T5" fmla="*/ 500 h 1000"/>
                <a:gd name="T6" fmla="*/ 6170 w 1000"/>
                <a:gd name="T7" fmla="*/ 1000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69" y="0"/>
                  </a:lnTo>
                  <a:cubicBezTo>
                    <a:pt x="6446" y="0"/>
                    <a:pt x="6670" y="223"/>
                    <a:pt x="6670" y="500"/>
                  </a:cubicBezTo>
                  <a:cubicBezTo>
                    <a:pt x="6670" y="776"/>
                    <a:pt x="6446" y="999"/>
                    <a:pt x="6170" y="1000"/>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itchFamily="18" charset="0"/>
              </a:endParaRPr>
            </a:p>
          </p:txBody>
        </p:sp>
        <p:sp>
          <p:nvSpPr>
            <p:cNvPr id="476165" name="Line 5"/>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76166" name="Text Box 6"/>
          <p:cNvSpPr txBox="1">
            <a:spLocks noChangeArrowheads="1"/>
          </p:cNvSpPr>
          <p:nvPr/>
        </p:nvSpPr>
        <p:spPr bwMode="auto">
          <a:xfrm>
            <a:off x="228600" y="0"/>
            <a:ext cx="8686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600" dirty="0">
                <a:solidFill>
                  <a:schemeClr val="bg1"/>
                </a:solidFill>
                <a:latin typeface="Arial" pitchFamily="34" charset="0"/>
              </a:rPr>
              <a:t>MESSAGE ACCESS AGENT:</a:t>
            </a:r>
            <a:br>
              <a:rPr lang="en-US" altLang="en-US" sz="3600" dirty="0">
                <a:solidFill>
                  <a:schemeClr val="bg1"/>
                </a:solidFill>
                <a:latin typeface="Arial" pitchFamily="34" charset="0"/>
              </a:rPr>
            </a:br>
            <a:r>
              <a:rPr lang="en-US" altLang="en-US" sz="3600" dirty="0">
                <a:solidFill>
                  <a:schemeClr val="bg1"/>
                </a:solidFill>
                <a:latin typeface="Arial" pitchFamily="34" charset="0"/>
              </a:rPr>
              <a:t>          POP AND IMAP</a:t>
            </a:r>
          </a:p>
        </p:txBody>
      </p:sp>
      <p:sp>
        <p:nvSpPr>
          <p:cNvPr id="476167" name="Rectangle 7"/>
          <p:cNvSpPr>
            <a:spLocks noChangeArrowheads="1"/>
          </p:cNvSpPr>
          <p:nvPr/>
        </p:nvSpPr>
        <p:spPr bwMode="auto">
          <a:xfrm>
            <a:off x="533400" y="1371600"/>
            <a:ext cx="78486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itchFamily="18" charset="0"/>
              </a:rPr>
              <a:t>The third stage of mail delivery uses a message access agent; the client must pull messages from the server. Currently two message access protocols are available: Post Office Protocol, version 3 (POP3) and Internet Mail Access Protocol, version 4.</a:t>
            </a:r>
          </a:p>
        </p:txBody>
      </p:sp>
      <p:sp>
        <p:nvSpPr>
          <p:cNvPr id="476168" name="Rectangle 8"/>
          <p:cNvSpPr>
            <a:spLocks noChangeArrowheads="1"/>
          </p:cNvSpPr>
          <p:nvPr/>
        </p:nvSpPr>
        <p:spPr bwMode="auto">
          <a:xfrm>
            <a:off x="685800" y="3870325"/>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itchFamily="18" charset="0"/>
              </a:rPr>
              <a:t>The topics discussed in this section include:</a:t>
            </a:r>
          </a:p>
        </p:txBody>
      </p:sp>
      <p:sp>
        <p:nvSpPr>
          <p:cNvPr id="476169" name="Rectangle 9"/>
          <p:cNvSpPr>
            <a:spLocks noChangeArrowheads="1"/>
          </p:cNvSpPr>
          <p:nvPr/>
        </p:nvSpPr>
        <p:spPr bwMode="auto">
          <a:xfrm>
            <a:off x="685800" y="4403725"/>
            <a:ext cx="7315200" cy="7016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itchFamily="18" charset="0"/>
              </a:rPr>
              <a:t>POP3 </a:t>
            </a:r>
          </a:p>
          <a:p>
            <a:r>
              <a:rPr lang="en-US" altLang="en-US" sz="2000" i="1">
                <a:effectLst>
                  <a:outerShdw blurRad="38100" dist="38100" dir="2700000" algn="tl">
                    <a:srgbClr val="C0C0C0"/>
                  </a:outerShdw>
                </a:effectLst>
                <a:latin typeface="Times New Roman" pitchFamily="18" charset="0"/>
              </a:rPr>
              <a:t>IMAP4 </a:t>
            </a:r>
          </a:p>
        </p:txBody>
      </p:sp>
    </p:spTree>
    <p:extLst>
      <p:ext uri="{BB962C8B-B14F-4D97-AF65-F5344CB8AC3E}">
        <p14:creationId xmlns:p14="http://schemas.microsoft.com/office/powerpoint/2010/main" val="908035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ltLang="en-US"/>
              <a:t>TCP/IP Protocol Suite</a:t>
            </a:r>
          </a:p>
        </p:txBody>
      </p:sp>
      <p:sp>
        <p:nvSpPr>
          <p:cNvPr id="12" name="Slide Number Placeholder 2"/>
          <p:cNvSpPr>
            <a:spLocks noGrp="1"/>
          </p:cNvSpPr>
          <p:nvPr>
            <p:ph type="sldNum" sz="quarter" idx="11"/>
          </p:nvPr>
        </p:nvSpPr>
        <p:spPr/>
        <p:txBody>
          <a:bodyPr/>
          <a:lstStyle/>
          <a:p>
            <a:fld id="{9AC2A18F-F23A-4ED3-8359-25198E254887}" type="slidenum">
              <a:rPr lang="en-US" altLang="en-US"/>
              <a:pPr/>
              <a:t>42</a:t>
            </a:fld>
            <a:endParaRPr lang="en-US" altLang="en-US"/>
          </a:p>
        </p:txBody>
      </p:sp>
      <p:sp>
        <p:nvSpPr>
          <p:cNvPr id="496642"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solidFill>
                  <a:srgbClr val="0000FF"/>
                </a:solidFill>
                <a:latin typeface="Times New Roman" pitchFamily="18" charset="0"/>
              </a:rPr>
              <a:t>Figure </a:t>
            </a:r>
            <a:r>
              <a:rPr lang="en-US" altLang="en-US" i="1" dirty="0">
                <a:latin typeface="Times New Roman" pitchFamily="18" charset="0"/>
              </a:rPr>
              <a:t>POP3 and IMAP4</a:t>
            </a:r>
          </a:p>
        </p:txBody>
      </p:sp>
      <p:pic>
        <p:nvPicPr>
          <p:cNvPr id="49665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250" y="2136775"/>
            <a:ext cx="8007350" cy="312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18303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en-US"/>
              <a:t>POP3</a:t>
            </a:r>
          </a:p>
        </p:txBody>
      </p:sp>
      <p:sp>
        <p:nvSpPr>
          <p:cNvPr id="102403" name="Rectangle 3"/>
          <p:cNvSpPr>
            <a:spLocks noGrp="1" noChangeArrowheads="1"/>
          </p:cNvSpPr>
          <p:nvPr>
            <p:ph type="body" idx="1"/>
          </p:nvPr>
        </p:nvSpPr>
        <p:spPr>
          <a:xfrm>
            <a:off x="533400" y="1600200"/>
            <a:ext cx="8610600" cy="4648200"/>
          </a:xfrm>
        </p:spPr>
        <p:txBody>
          <a:bodyPr/>
          <a:lstStyle/>
          <a:p>
            <a:r>
              <a:rPr lang="en-US" altLang="en-US"/>
              <a:t>Starts when the user starts the mail reader</a:t>
            </a:r>
          </a:p>
          <a:p>
            <a:r>
              <a:rPr lang="en-US" altLang="en-US"/>
              <a:t>Mail reader calls up the ISP (if there is no connection) and establishes a TCP connection with the message transfer agent on port 110;</a:t>
            </a:r>
          </a:p>
          <a:p>
            <a:pPr lvl="1"/>
            <a:r>
              <a:rPr lang="en-US" altLang="en-US"/>
              <a:t>Authorization</a:t>
            </a:r>
          </a:p>
          <a:p>
            <a:pPr lvl="2"/>
            <a:r>
              <a:rPr lang="en-US" altLang="en-US"/>
              <a:t>Having user logged in by sending its username and password</a:t>
            </a:r>
          </a:p>
          <a:p>
            <a:pPr lvl="1"/>
            <a:r>
              <a:rPr lang="en-US" altLang="en-US"/>
              <a:t>Transactions</a:t>
            </a:r>
          </a:p>
          <a:p>
            <a:pPr lvl="2"/>
            <a:r>
              <a:rPr lang="en-US" altLang="en-US"/>
              <a:t>User collecting the e-mails and marking them for deletion</a:t>
            </a:r>
          </a:p>
          <a:p>
            <a:pPr lvl="1"/>
            <a:r>
              <a:rPr lang="en-US" altLang="en-US"/>
              <a:t>Update</a:t>
            </a:r>
          </a:p>
          <a:p>
            <a:pPr lvl="2"/>
            <a:r>
              <a:rPr lang="en-US" altLang="en-US"/>
              <a:t>Causes the e-mails to be deleted</a:t>
            </a:r>
          </a:p>
          <a:p>
            <a:endParaRPr lang="en-US" altLang="en-US"/>
          </a:p>
          <a:p>
            <a:pPr lvl="1"/>
            <a:endParaRPr lang="en-US" altLang="en-US"/>
          </a:p>
        </p:txBody>
      </p:sp>
    </p:spTree>
    <p:extLst>
      <p:ext uri="{BB962C8B-B14F-4D97-AF65-F5344CB8AC3E}">
        <p14:creationId xmlns:p14="http://schemas.microsoft.com/office/powerpoint/2010/main" val="23637485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ltLang="en-US"/>
              <a:t>IMAP</a:t>
            </a:r>
          </a:p>
        </p:txBody>
      </p:sp>
      <p:sp>
        <p:nvSpPr>
          <p:cNvPr id="103427" name="Rectangle 3"/>
          <p:cNvSpPr>
            <a:spLocks noGrp="1" noChangeArrowheads="1"/>
          </p:cNvSpPr>
          <p:nvPr>
            <p:ph type="body" idx="1"/>
          </p:nvPr>
        </p:nvSpPr>
        <p:spPr>
          <a:xfrm>
            <a:off x="165100" y="1600200"/>
            <a:ext cx="8750300" cy="4648200"/>
          </a:xfrm>
        </p:spPr>
        <p:txBody>
          <a:bodyPr/>
          <a:lstStyle/>
          <a:p>
            <a:r>
              <a:rPr lang="en-US" altLang="en-US" sz="2200"/>
              <a:t>POP3 works fine for users with one e-mail account with one ISP, accessed from one PC</a:t>
            </a:r>
          </a:p>
          <a:p>
            <a:pPr lvl="1"/>
            <a:r>
              <a:rPr lang="en-US" altLang="en-US" sz="2200"/>
              <a:t>If mail was accessed from different locations, user may loose e-mails, security issues may appear, etc</a:t>
            </a:r>
          </a:p>
          <a:p>
            <a:r>
              <a:rPr lang="en-US" altLang="en-US" sz="2200"/>
              <a:t>An alternative final delivery protocol, IMAP (Internet Message Access Protocol), defined in RFC2060</a:t>
            </a:r>
          </a:p>
          <a:p>
            <a:pPr lvl="1"/>
            <a:r>
              <a:rPr lang="en-US" altLang="en-US" sz="2200"/>
              <a:t>Instead assuming that all messages will be downloaded and work offline after that (like POP3), IMAP assumes that all e-mail will remain on the server indefinite in multiple mailboxes</a:t>
            </a:r>
          </a:p>
          <a:p>
            <a:pPr lvl="1"/>
            <a:r>
              <a:rPr lang="en-US" altLang="en-US" sz="2200"/>
              <a:t>Provides extensive mechanisms to read messages or parts of messages, mechanisms to create, destroy and </a:t>
            </a:r>
            <a:r>
              <a:rPr lang="en-US" altLang="en-US"/>
              <a:t>manipulate multiple mailboxes. </a:t>
            </a:r>
          </a:p>
        </p:txBody>
      </p:sp>
    </p:spTree>
    <p:extLst>
      <p:ext uri="{BB962C8B-B14F-4D97-AF65-F5344CB8AC3E}">
        <p14:creationId xmlns:p14="http://schemas.microsoft.com/office/powerpoint/2010/main" val="11243479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altLang="en-US"/>
              <a:t>POP3 vs. IMAP</a:t>
            </a:r>
          </a:p>
        </p:txBody>
      </p:sp>
      <p:pic>
        <p:nvPicPr>
          <p:cNvPr id="104451" name="Picture 4" descr="7-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000" y="1277938"/>
            <a:ext cx="7467600" cy="502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8290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311866065"/>
              </p:ext>
            </p:extLst>
          </p:nvPr>
        </p:nvGraphicFramePr>
        <p:xfrm>
          <a:off x="914400" y="14478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46689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8"/>
          <p:cNvSpPr>
            <a:spLocks noGrp="1" noChangeArrowheads="1"/>
          </p:cNvSpPr>
          <p:nvPr>
            <p:ph type="title"/>
          </p:nvPr>
        </p:nvSpPr>
        <p:spPr>
          <a:xfrm>
            <a:off x="533400" y="228600"/>
            <a:ext cx="8396288" cy="828675"/>
          </a:xfrm>
        </p:spPr>
        <p:txBody>
          <a:bodyPr/>
          <a:lstStyle/>
          <a:p>
            <a:r>
              <a:rPr lang="en-US" altLang="en-US"/>
              <a:t>DNS (Domain Name System)Basic</a:t>
            </a:r>
          </a:p>
        </p:txBody>
      </p:sp>
      <p:graphicFrame>
        <p:nvGraphicFramePr>
          <p:cNvPr id="3" name="Diagram 2"/>
          <p:cNvGraphicFramePr/>
          <p:nvPr>
            <p:extLst>
              <p:ext uri="{D42A27DB-BD31-4B8C-83A1-F6EECF244321}">
                <p14:modId xmlns:p14="http://schemas.microsoft.com/office/powerpoint/2010/main" val="3753602258"/>
              </p:ext>
            </p:extLst>
          </p:nvPr>
        </p:nvGraphicFramePr>
        <p:xfrm>
          <a:off x="0" y="1066800"/>
          <a:ext cx="8915400" cy="5638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9202739"/>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br>
              <a:rPr lang="en-US" altLang="en-US" sz="3600"/>
            </a:br>
            <a:r>
              <a:rPr lang="en-US" altLang="en-US" sz="3600"/>
              <a:t>DNS: </a:t>
            </a:r>
            <a:r>
              <a:rPr lang="en-US" altLang="en-US" sz="3600">
                <a:solidFill>
                  <a:srgbClr val="FF0000"/>
                </a:solidFill>
              </a:rPr>
              <a:t>Domain Name System Basic: </a:t>
            </a:r>
            <a:br>
              <a:rPr lang="en-US" altLang="en-US" sz="3600">
                <a:solidFill>
                  <a:srgbClr val="FF0000"/>
                </a:solidFill>
              </a:rPr>
            </a:br>
            <a:endParaRPr lang="en-US" altLang="en-US"/>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4273693038"/>
              </p:ext>
            </p:extLst>
          </p:nvPr>
        </p:nvGraphicFramePr>
        <p:xfrm>
          <a:off x="533400" y="1600200"/>
          <a:ext cx="77724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5"/>
          <p:cNvSpPr>
            <a:spLocks noGrp="1"/>
          </p:cNvSpPr>
          <p:nvPr>
            <p:ph type="ftr" sz="quarter" idx="11"/>
          </p:nvPr>
        </p:nvSpPr>
        <p:spPr/>
        <p:txBody>
          <a:bodyPr/>
          <a:lstStyle/>
          <a:p>
            <a:pPr>
              <a:defRPr/>
            </a:pPr>
            <a:r>
              <a:rPr lang="en-US">
                <a:solidFill>
                  <a:srgbClr val="000000"/>
                </a:solidFill>
              </a:rPr>
              <a:t>2: Application Layer</a:t>
            </a:r>
            <a:endParaRPr lang="en-US">
              <a:solidFill>
                <a:srgbClr val="000000"/>
              </a:solidFill>
              <a:latin typeface="Times New Roman" pitchFamily="18" charset="0"/>
            </a:endParaRPr>
          </a:p>
        </p:txBody>
      </p:sp>
      <p:sp>
        <p:nvSpPr>
          <p:cNvPr id="107525"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166439C-E277-415E-A9F1-E552879C6065}" type="slidenum">
              <a:rPr lang="en-US" altLang="en-US" sz="1400" smtClean="0">
                <a:solidFill>
                  <a:srgbClr val="000000"/>
                </a:solidFill>
              </a:rPr>
              <a:pPr/>
              <a:t>48</a:t>
            </a:fld>
            <a:endParaRPr lang="en-US" altLang="en-US" sz="1400">
              <a:solidFill>
                <a:srgbClr val="000000"/>
              </a:solidFill>
            </a:endParaRPr>
          </a:p>
        </p:txBody>
      </p:sp>
    </p:spTree>
    <p:extLst>
      <p:ext uri="{BB962C8B-B14F-4D97-AF65-F5344CB8AC3E}">
        <p14:creationId xmlns:p14="http://schemas.microsoft.com/office/powerpoint/2010/main" val="8948050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US" altLang="en-US" sz="3600"/>
              <a:t>DNS : </a:t>
            </a:r>
            <a:r>
              <a:rPr lang="en-US" altLang="en-US" sz="3600">
                <a:solidFill>
                  <a:srgbClr val="FF0000"/>
                </a:solidFill>
              </a:rPr>
              <a:t>DNS services</a:t>
            </a:r>
            <a:br>
              <a:rPr lang="en-US" altLang="en-US" sz="3600">
                <a:solidFill>
                  <a:srgbClr val="FF0000"/>
                </a:solidFill>
              </a:rPr>
            </a:br>
            <a:r>
              <a:rPr lang="en-US" altLang="en-US" sz="3600"/>
              <a:t> </a:t>
            </a:r>
            <a:endParaRPr lang="en-US" altLang="en-US"/>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3769824489"/>
              </p:ext>
            </p:extLst>
          </p:nvPr>
        </p:nvGraphicFramePr>
        <p:xfrm>
          <a:off x="533400" y="1600200"/>
          <a:ext cx="77724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5"/>
          <p:cNvSpPr>
            <a:spLocks noGrp="1"/>
          </p:cNvSpPr>
          <p:nvPr>
            <p:ph type="ftr" sz="quarter" idx="11"/>
          </p:nvPr>
        </p:nvSpPr>
        <p:spPr/>
        <p:txBody>
          <a:bodyPr/>
          <a:lstStyle/>
          <a:p>
            <a:pPr>
              <a:defRPr/>
            </a:pPr>
            <a:r>
              <a:rPr lang="en-US">
                <a:solidFill>
                  <a:srgbClr val="000000"/>
                </a:solidFill>
              </a:rPr>
              <a:t>2: Application Layer</a:t>
            </a:r>
            <a:endParaRPr lang="en-US">
              <a:solidFill>
                <a:srgbClr val="000000"/>
              </a:solidFill>
              <a:latin typeface="Times New Roman" pitchFamily="18" charset="0"/>
            </a:endParaRPr>
          </a:p>
        </p:txBody>
      </p:sp>
      <p:sp>
        <p:nvSpPr>
          <p:cNvPr id="108549"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961C9C5-DE79-4073-8E7C-E521B722F1E9}" type="slidenum">
              <a:rPr lang="en-US" altLang="en-US" sz="1400" smtClean="0">
                <a:solidFill>
                  <a:srgbClr val="000000"/>
                </a:solidFill>
              </a:rPr>
              <a:pPr/>
              <a:t>49</a:t>
            </a:fld>
            <a:endParaRPr lang="en-US" altLang="en-US" sz="1400">
              <a:solidFill>
                <a:srgbClr val="000000"/>
              </a:solidFill>
            </a:endParaRPr>
          </a:p>
        </p:txBody>
      </p:sp>
    </p:spTree>
    <p:extLst>
      <p:ext uri="{BB962C8B-B14F-4D97-AF65-F5344CB8AC3E}">
        <p14:creationId xmlns:p14="http://schemas.microsoft.com/office/powerpoint/2010/main" val="32475097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p:txBody>
          <a:bodyPr/>
          <a:lstStyle/>
          <a:p>
            <a:r>
              <a:rPr lang="en-US" altLang="en-US"/>
              <a:t>DNS components</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3475590217"/>
              </p:ext>
            </p:extLst>
          </p:nvPr>
        </p:nvGraphicFramePr>
        <p:xfrm>
          <a:off x="533400" y="1600200"/>
          <a:ext cx="77724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10957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400">
                <a:solidFill>
                  <a:srgbClr val="000000"/>
                </a:solidFill>
              </a:rPr>
              <a:t>1-</a:t>
            </a:r>
            <a:fld id="{DE404D81-7B62-4E17-9839-73817249D8FE}" type="slidenum">
              <a:rPr lang="en-US" altLang="en-US" sz="1400" smtClean="0">
                <a:solidFill>
                  <a:srgbClr val="000000"/>
                </a:solidFill>
              </a:rPr>
              <a:pPr/>
              <a:t>50</a:t>
            </a:fld>
            <a:endParaRPr lang="en-US" altLang="en-US" sz="1400">
              <a:solidFill>
                <a:srgbClr val="000000"/>
              </a:solidFill>
            </a:endParaRPr>
          </a:p>
        </p:txBody>
      </p:sp>
    </p:spTree>
    <p:extLst>
      <p:ext uri="{BB962C8B-B14F-4D97-AF65-F5344CB8AC3E}">
        <p14:creationId xmlns:p14="http://schemas.microsoft.com/office/powerpoint/2010/main" val="32171708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AutoShape 2"/>
          <p:cNvSpPr>
            <a:spLocks noChangeArrowheads="1"/>
          </p:cNvSpPr>
          <p:nvPr/>
        </p:nvSpPr>
        <p:spPr bwMode="auto">
          <a:xfrm>
            <a:off x="1168400" y="2684463"/>
            <a:ext cx="7918450" cy="4265612"/>
          </a:xfrm>
          <a:prstGeom prst="roundRect">
            <a:avLst>
              <a:gd name="adj" fmla="val 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fontAlgn="base" hangingPunct="1">
              <a:spcBef>
                <a:spcPct val="0"/>
              </a:spcBef>
              <a:spcAft>
                <a:spcPct val="0"/>
              </a:spcAft>
            </a:pPr>
            <a:endParaRPr lang="en-US" altLang="en-US">
              <a:solidFill>
                <a:srgbClr val="000000"/>
              </a:solidFill>
            </a:endParaRPr>
          </a:p>
        </p:txBody>
      </p:sp>
      <p:sp>
        <p:nvSpPr>
          <p:cNvPr id="17412" name="Rectangle 3"/>
          <p:cNvSpPr>
            <a:spLocks noGrp="1" noChangeArrowheads="1"/>
          </p:cNvSpPr>
          <p:nvPr>
            <p:ph type="title"/>
          </p:nvPr>
        </p:nvSpPr>
        <p:spPr>
          <a:xfrm>
            <a:off x="533400" y="228600"/>
            <a:ext cx="7772400" cy="971550"/>
          </a:xfrm>
        </p:spPr>
        <p:txBody>
          <a:bodyPr/>
          <a:lstStyle/>
          <a:p>
            <a:r>
              <a:rPr lang="en-US" altLang="en-US"/>
              <a:t>The Name Space</a:t>
            </a:r>
          </a:p>
        </p:txBody>
      </p:sp>
      <p:sp>
        <p:nvSpPr>
          <p:cNvPr id="17413" name="Rectangle 4"/>
          <p:cNvSpPr>
            <a:spLocks noGrp="1" noChangeArrowheads="1"/>
          </p:cNvSpPr>
          <p:nvPr>
            <p:ph type="body" idx="1"/>
          </p:nvPr>
        </p:nvSpPr>
        <p:spPr>
          <a:xfrm>
            <a:off x="533400" y="1243013"/>
            <a:ext cx="7772400" cy="5005387"/>
          </a:xfrm>
        </p:spPr>
        <p:txBody>
          <a:bodyPr/>
          <a:lstStyle/>
          <a:p>
            <a:r>
              <a:rPr lang="en-US" altLang="en-US" sz="2400"/>
              <a:t>The </a:t>
            </a:r>
            <a:r>
              <a:rPr lang="en-US" altLang="en-US" sz="2400" i="1"/>
              <a:t>name space</a:t>
            </a:r>
            <a:r>
              <a:rPr lang="en-US" altLang="en-US" sz="2400"/>
              <a:t> is the structure of the DNS database</a:t>
            </a:r>
          </a:p>
          <a:p>
            <a:pPr lvl="1"/>
            <a:r>
              <a:rPr lang="en-US" altLang="en-US" sz="2000"/>
              <a:t>An inverted tree with the root node at the top</a:t>
            </a:r>
          </a:p>
          <a:p>
            <a:r>
              <a:rPr lang="en-US" altLang="en-US" sz="2400"/>
              <a:t>Each node has a label</a:t>
            </a:r>
          </a:p>
          <a:p>
            <a:pPr lvl="1"/>
            <a:r>
              <a:rPr lang="en-US" altLang="en-US" sz="2000"/>
              <a:t>The root node has a null label, written as “”</a:t>
            </a:r>
          </a:p>
        </p:txBody>
      </p:sp>
      <p:graphicFrame>
        <p:nvGraphicFramePr>
          <p:cNvPr id="17410" name="Object 2"/>
          <p:cNvGraphicFramePr>
            <a:graphicFrameLocks noChangeAspect="1"/>
          </p:cNvGraphicFramePr>
          <p:nvPr/>
        </p:nvGraphicFramePr>
        <p:xfrm>
          <a:off x="685800" y="3686175"/>
          <a:ext cx="8058150" cy="2743200"/>
        </p:xfrm>
        <a:graphic>
          <a:graphicData uri="http://schemas.openxmlformats.org/presentationml/2006/ole">
            <mc:AlternateContent xmlns:mc="http://schemas.openxmlformats.org/markup-compatibility/2006">
              <mc:Choice xmlns:v="urn:schemas-microsoft-com:vml" Requires="v">
                <p:oleObj name="MS Org Chart" r:id="rId2" imgW="6686280" imgH="1923840" progId="OrgPlusWOPX.4">
                  <p:embed followColorScheme="full"/>
                </p:oleObj>
              </mc:Choice>
              <mc:Fallback>
                <p:oleObj name="MS Org Chart" r:id="rId2" imgW="6686280" imgH="1923840" progId="OrgPlusWOPX.4">
                  <p:embed followColorScheme="full"/>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686175"/>
                        <a:ext cx="8058150" cy="274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86239105"/>
      </p:ext>
    </p:extLst>
  </p:cSld>
  <p:clrMapOvr>
    <a:masterClrMapping/>
  </p:clrMapOvr>
  <p:transition>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533400" y="228600"/>
            <a:ext cx="7772400" cy="871538"/>
          </a:xfrm>
        </p:spPr>
        <p:txBody>
          <a:bodyPr/>
          <a:lstStyle/>
          <a:p>
            <a:r>
              <a:rPr lang="en-US" altLang="en-US"/>
              <a:t>DNS Name Space </a:t>
            </a:r>
            <a:r>
              <a:rPr lang="en-US" altLang="en-US" sz="2800">
                <a:solidFill>
                  <a:srgbClr val="FF0000"/>
                </a:solidFill>
              </a:rPr>
              <a:t>(Top level Domain)</a:t>
            </a:r>
            <a:endParaRPr lang="en-US" altLang="en-US">
              <a:solidFill>
                <a:srgbClr val="FF0000"/>
              </a:solidFill>
            </a:endParaRPr>
          </a:p>
        </p:txBody>
      </p:sp>
      <p:graphicFrame>
        <p:nvGraphicFramePr>
          <p:cNvPr id="5" name="Diagram 4"/>
          <p:cNvGraphicFramePr/>
          <p:nvPr/>
        </p:nvGraphicFramePr>
        <p:xfrm>
          <a:off x="0" y="4038600"/>
          <a:ext cx="9144000" cy="281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0596" name="Picture 6" descr="7-0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1343025"/>
            <a:ext cx="7859713" cy="266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92393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5"/>
          <p:cNvSpPr>
            <a:spLocks noGrp="1" noChangeArrowheads="1"/>
          </p:cNvSpPr>
          <p:nvPr>
            <p:ph type="title"/>
          </p:nvPr>
        </p:nvSpPr>
        <p:spPr>
          <a:xfrm>
            <a:off x="533400" y="228600"/>
            <a:ext cx="7772400" cy="900113"/>
          </a:xfrm>
        </p:spPr>
        <p:txBody>
          <a:bodyPr/>
          <a:lstStyle/>
          <a:p>
            <a:r>
              <a:rPr lang="en-US" altLang="en-US"/>
              <a:t>DNS Name servers</a:t>
            </a:r>
          </a:p>
        </p:txBody>
      </p:sp>
      <p:graphicFrame>
        <p:nvGraphicFramePr>
          <p:cNvPr id="5" name="Diagram 4"/>
          <p:cNvGraphicFramePr/>
          <p:nvPr/>
        </p:nvGraphicFramePr>
        <p:xfrm>
          <a:off x="0" y="4300538"/>
          <a:ext cx="9144000" cy="2405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1620" name="Picture 9" descr="7-0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990600"/>
            <a:ext cx="8043863"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3266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p:cNvSpPr>
            <a:spLocks noGrp="1"/>
          </p:cNvSpPr>
          <p:nvPr>
            <p:ph type="title"/>
          </p:nvPr>
        </p:nvSpPr>
        <p:spPr/>
        <p:txBody>
          <a:bodyPr/>
          <a:lstStyle/>
          <a:p>
            <a:r>
              <a:rPr lang="en-US" altLang="en-US"/>
              <a:t>DNS Name Resolver</a:t>
            </a:r>
          </a:p>
        </p:txBody>
      </p:sp>
      <p:graphicFrame>
        <p:nvGraphicFramePr>
          <p:cNvPr id="16" name="Content Placeholder 15"/>
          <p:cNvGraphicFramePr>
            <a:graphicFrameLocks noGrp="1"/>
          </p:cNvGraphicFramePr>
          <p:nvPr>
            <p:ph idx="1"/>
            <p:extLst>
              <p:ext uri="{D42A27DB-BD31-4B8C-83A1-F6EECF244321}">
                <p14:modId xmlns:p14="http://schemas.microsoft.com/office/powerpoint/2010/main" val="4200494523"/>
              </p:ext>
            </p:extLst>
          </p:nvPr>
        </p:nvGraphicFramePr>
        <p:xfrm>
          <a:off x="285750" y="2800350"/>
          <a:ext cx="8443912" cy="3376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p:txBody>
          <a:bodyPr/>
          <a:lstStyle/>
          <a:p>
            <a:pPr>
              <a:defRPr/>
            </a:pPr>
            <a:r>
              <a:rPr lang="en-US">
                <a:solidFill>
                  <a:srgbClr val="000000"/>
                </a:solidFill>
              </a:rPr>
              <a:t>2: Application Layer</a:t>
            </a:r>
            <a:endParaRPr lang="en-US">
              <a:solidFill>
                <a:srgbClr val="000000"/>
              </a:solidFill>
              <a:latin typeface="Times New Roman" pitchFamily="18" charset="0"/>
            </a:endParaRPr>
          </a:p>
        </p:txBody>
      </p:sp>
      <p:sp>
        <p:nvSpPr>
          <p:cNvPr id="1126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B39D8B25-FD3A-4513-AE79-9F46C8AA3390}" type="slidenum">
              <a:rPr lang="en-US" altLang="en-US" sz="1400" smtClean="0">
                <a:solidFill>
                  <a:srgbClr val="000000"/>
                </a:solidFill>
              </a:rPr>
              <a:pPr/>
              <a:t>54</a:t>
            </a:fld>
            <a:endParaRPr lang="en-US" altLang="en-US" sz="1400">
              <a:solidFill>
                <a:srgbClr val="000000"/>
              </a:solidFill>
            </a:endParaRPr>
          </a:p>
        </p:txBody>
      </p:sp>
      <p:sp>
        <p:nvSpPr>
          <p:cNvPr id="8" name="Rounded Rectangle 7"/>
          <p:cNvSpPr/>
          <p:nvPr/>
        </p:nvSpPr>
        <p:spPr bwMode="auto">
          <a:xfrm>
            <a:off x="1985963" y="1700213"/>
            <a:ext cx="1685925" cy="785812"/>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lgn="ctr" eaLnBrk="0" fontAlgn="base" hangingPunct="0">
              <a:spcBef>
                <a:spcPct val="0"/>
              </a:spcBef>
              <a:spcAft>
                <a:spcPct val="0"/>
              </a:spcAft>
              <a:defRPr/>
            </a:pPr>
            <a:r>
              <a:rPr lang="en-US" sz="2000" dirty="0">
                <a:solidFill>
                  <a:srgbClr val="000000"/>
                </a:solidFill>
                <a:latin typeface="Times New Roman" pitchFamily="18" charset="0"/>
              </a:rPr>
              <a:t>Resolver</a:t>
            </a:r>
          </a:p>
        </p:txBody>
      </p:sp>
      <p:sp>
        <p:nvSpPr>
          <p:cNvPr id="9" name="Rounded Rectangle 8"/>
          <p:cNvSpPr/>
          <p:nvPr/>
        </p:nvSpPr>
        <p:spPr bwMode="auto">
          <a:xfrm>
            <a:off x="5267325" y="1681163"/>
            <a:ext cx="1847850" cy="733425"/>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lgn="ctr" eaLnBrk="0" fontAlgn="base" hangingPunct="0">
              <a:spcBef>
                <a:spcPct val="0"/>
              </a:spcBef>
              <a:spcAft>
                <a:spcPct val="0"/>
              </a:spcAft>
              <a:defRPr/>
            </a:pPr>
            <a:r>
              <a:rPr lang="en-US" sz="2000" dirty="0">
                <a:solidFill>
                  <a:srgbClr val="000000"/>
                </a:solidFill>
                <a:latin typeface="Times New Roman" pitchFamily="18" charset="0"/>
              </a:rPr>
              <a:t>Name Server</a:t>
            </a:r>
          </a:p>
        </p:txBody>
      </p:sp>
      <p:cxnSp>
        <p:nvCxnSpPr>
          <p:cNvPr id="112648" name="Straight Arrow Connector 10"/>
          <p:cNvCxnSpPr>
            <a:cxnSpLocks noChangeShapeType="1"/>
          </p:cNvCxnSpPr>
          <p:nvPr/>
        </p:nvCxnSpPr>
        <p:spPr bwMode="auto">
          <a:xfrm>
            <a:off x="3700463" y="1900238"/>
            <a:ext cx="1571625"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12649" name="Straight Arrow Connector 12"/>
          <p:cNvCxnSpPr>
            <a:cxnSpLocks noChangeShapeType="1"/>
          </p:cNvCxnSpPr>
          <p:nvPr/>
        </p:nvCxnSpPr>
        <p:spPr bwMode="auto">
          <a:xfrm rot="10800000">
            <a:off x="3686175" y="2200275"/>
            <a:ext cx="16002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12650" name="TextBox 13"/>
          <p:cNvSpPr txBox="1">
            <a:spLocks noChangeArrowheads="1"/>
          </p:cNvSpPr>
          <p:nvPr/>
        </p:nvSpPr>
        <p:spPr bwMode="auto">
          <a:xfrm>
            <a:off x="4171950" y="142875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fontAlgn="base" hangingPunct="1">
              <a:spcBef>
                <a:spcPct val="0"/>
              </a:spcBef>
              <a:spcAft>
                <a:spcPct val="0"/>
              </a:spcAft>
            </a:pPr>
            <a:r>
              <a:rPr lang="en-US" altLang="en-US" sz="1800">
                <a:solidFill>
                  <a:srgbClr val="000000"/>
                </a:solidFill>
              </a:rPr>
              <a:t>Query</a:t>
            </a:r>
          </a:p>
        </p:txBody>
      </p:sp>
      <p:sp>
        <p:nvSpPr>
          <p:cNvPr id="112651" name="TextBox 14"/>
          <p:cNvSpPr txBox="1">
            <a:spLocks noChangeArrowheads="1"/>
          </p:cNvSpPr>
          <p:nvPr/>
        </p:nvSpPr>
        <p:spPr bwMode="auto">
          <a:xfrm>
            <a:off x="3914775" y="2314575"/>
            <a:ext cx="1069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fontAlgn="base" hangingPunct="1">
              <a:spcBef>
                <a:spcPct val="0"/>
              </a:spcBef>
              <a:spcAft>
                <a:spcPct val="0"/>
              </a:spcAft>
            </a:pPr>
            <a:r>
              <a:rPr lang="en-US" altLang="en-US" sz="1800">
                <a:solidFill>
                  <a:srgbClr val="000000"/>
                </a:solidFill>
              </a:rPr>
              <a:t>Response</a:t>
            </a:r>
          </a:p>
        </p:txBody>
      </p:sp>
    </p:spTree>
    <p:extLst>
      <p:ext uri="{BB962C8B-B14F-4D97-AF65-F5344CB8AC3E}">
        <p14:creationId xmlns:p14="http://schemas.microsoft.com/office/powerpoint/2010/main" val="23690605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p:cNvSpPr>
            <a:spLocks noGrp="1"/>
          </p:cNvSpPr>
          <p:nvPr>
            <p:ph type="title"/>
          </p:nvPr>
        </p:nvSpPr>
        <p:spPr/>
        <p:txBody>
          <a:bodyPr/>
          <a:lstStyle/>
          <a:p>
            <a:r>
              <a:rPr lang="en-US" altLang="en-US"/>
              <a:t>DNS Resolver </a:t>
            </a:r>
            <a:r>
              <a:rPr lang="en-US" altLang="en-US" sz="3600">
                <a:solidFill>
                  <a:srgbClr val="FF0000"/>
                </a:solidFill>
              </a:rPr>
              <a:t>(Types of Servers)</a:t>
            </a:r>
            <a:endParaRPr lang="en-US" altLang="en-US">
              <a:solidFill>
                <a:srgbClr val="FF0000"/>
              </a:solidFill>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747214616"/>
              </p:ext>
            </p:extLst>
          </p:nvPr>
        </p:nvGraphicFramePr>
        <p:xfrm>
          <a:off x="533399" y="1371600"/>
          <a:ext cx="8253413" cy="50863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pPr>
              <a:defRPr/>
            </a:pPr>
            <a:r>
              <a:rPr lang="en-US" dirty="0">
                <a:solidFill>
                  <a:srgbClr val="000000"/>
                </a:solidFill>
              </a:rPr>
              <a:t> </a:t>
            </a:r>
            <a:endParaRPr lang="en-US" dirty="0">
              <a:solidFill>
                <a:srgbClr val="000000"/>
              </a:solidFill>
              <a:latin typeface="Times New Roman" pitchFamily="18" charset="0"/>
            </a:endParaRPr>
          </a:p>
        </p:txBody>
      </p:sp>
      <p:sp>
        <p:nvSpPr>
          <p:cNvPr id="11366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400">
                <a:solidFill>
                  <a:srgbClr val="000000"/>
                </a:solidFill>
              </a:rPr>
              <a:t>1-</a:t>
            </a:r>
            <a:fld id="{68EFFE94-82CB-49D8-8464-59DF1C7C1DBB}" type="slidenum">
              <a:rPr lang="en-US" altLang="en-US" sz="1400" smtClean="0">
                <a:solidFill>
                  <a:srgbClr val="000000"/>
                </a:solidFill>
              </a:rPr>
              <a:pPr/>
              <a:t>55</a:t>
            </a:fld>
            <a:endParaRPr lang="en-US" altLang="en-US" sz="1400">
              <a:solidFill>
                <a:srgbClr val="000000"/>
              </a:solidFill>
            </a:endParaRPr>
          </a:p>
        </p:txBody>
      </p:sp>
    </p:spTree>
    <p:extLst>
      <p:ext uri="{BB962C8B-B14F-4D97-AF65-F5344CB8AC3E}">
        <p14:creationId xmlns:p14="http://schemas.microsoft.com/office/powerpoint/2010/main" val="21905815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p:cNvSpPr>
          <p:nvPr>
            <p:ph type="title"/>
          </p:nvPr>
        </p:nvSpPr>
        <p:spPr/>
        <p:txBody>
          <a:bodyPr/>
          <a:lstStyle/>
          <a:p>
            <a:r>
              <a:rPr lang="en-US" altLang="en-US"/>
              <a:t>DNS Resolver ways</a:t>
            </a:r>
          </a:p>
        </p:txBody>
      </p:sp>
      <p:graphicFrame>
        <p:nvGraphicFramePr>
          <p:cNvPr id="6" name="Content Placeholder 5"/>
          <p:cNvGraphicFramePr>
            <a:graphicFrameLocks noGrp="1"/>
          </p:cNvGraphicFramePr>
          <p:nvPr>
            <p:ph idx="1"/>
          </p:nvPr>
        </p:nvGraphicFramePr>
        <p:xfrm>
          <a:off x="533400" y="1600200"/>
          <a:ext cx="77724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pPr>
              <a:defRPr/>
            </a:pPr>
            <a:r>
              <a:rPr lang="en-US">
                <a:solidFill>
                  <a:srgbClr val="000000"/>
                </a:solidFill>
              </a:rPr>
              <a:t> Introduction</a:t>
            </a:r>
            <a:endParaRPr lang="en-US">
              <a:solidFill>
                <a:srgbClr val="000000"/>
              </a:solidFill>
              <a:latin typeface="Times New Roman" pitchFamily="18" charset="0"/>
            </a:endParaRPr>
          </a:p>
        </p:txBody>
      </p:sp>
      <p:sp>
        <p:nvSpPr>
          <p:cNvPr id="11469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400">
                <a:solidFill>
                  <a:srgbClr val="000000"/>
                </a:solidFill>
              </a:rPr>
              <a:t>1-</a:t>
            </a:r>
            <a:fld id="{C9213216-5392-4DCA-8135-9BDDBA01AC0A}" type="slidenum">
              <a:rPr lang="en-US" altLang="en-US" sz="1400" smtClean="0">
                <a:solidFill>
                  <a:srgbClr val="000000"/>
                </a:solidFill>
              </a:rPr>
              <a:pPr/>
              <a:t>56</a:t>
            </a:fld>
            <a:endParaRPr lang="en-US" altLang="en-US" sz="1400">
              <a:solidFill>
                <a:srgbClr val="000000"/>
              </a:solidFill>
            </a:endParaRPr>
          </a:p>
        </p:txBody>
      </p:sp>
    </p:spTree>
    <p:extLst>
      <p:ext uri="{BB962C8B-B14F-4D97-AF65-F5344CB8AC3E}">
        <p14:creationId xmlns:p14="http://schemas.microsoft.com/office/powerpoint/2010/main" val="12606115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Footer Placeholder 5"/>
          <p:cNvSpPr>
            <a:spLocks noGrp="1"/>
          </p:cNvSpPr>
          <p:nvPr>
            <p:ph type="ftr" sz="quarter" idx="11"/>
          </p:nvPr>
        </p:nvSpPr>
        <p:spPr/>
        <p:txBody>
          <a:bodyPr/>
          <a:lstStyle/>
          <a:p>
            <a:pPr>
              <a:defRPr/>
            </a:pPr>
            <a:r>
              <a:rPr lang="en-US">
                <a:solidFill>
                  <a:srgbClr val="000000"/>
                </a:solidFill>
              </a:rPr>
              <a:t>2: Application Layer</a:t>
            </a:r>
            <a:endParaRPr lang="en-US">
              <a:solidFill>
                <a:srgbClr val="000000"/>
              </a:solidFill>
              <a:latin typeface="Times New Roman" pitchFamily="18" charset="0"/>
            </a:endParaRPr>
          </a:p>
        </p:txBody>
      </p:sp>
      <p:sp>
        <p:nvSpPr>
          <p:cNvPr id="19461"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C0D955E6-CD78-43B2-8A6D-202F99F5CD1F}" type="slidenum">
              <a:rPr lang="en-US" altLang="en-US" sz="1400" smtClean="0">
                <a:solidFill>
                  <a:srgbClr val="000000"/>
                </a:solidFill>
              </a:rPr>
              <a:pPr/>
              <a:t>57</a:t>
            </a:fld>
            <a:endParaRPr lang="en-US" altLang="en-US" sz="1400">
              <a:solidFill>
                <a:srgbClr val="000000"/>
              </a:solidFill>
            </a:endParaRPr>
          </a:p>
        </p:txBody>
      </p:sp>
      <p:graphicFrame>
        <p:nvGraphicFramePr>
          <p:cNvPr id="19458" name="Object 2"/>
          <p:cNvGraphicFramePr>
            <a:graphicFrameLocks noChangeAspect="1"/>
          </p:cNvGraphicFramePr>
          <p:nvPr/>
        </p:nvGraphicFramePr>
        <p:xfrm>
          <a:off x="4989513" y="4303713"/>
          <a:ext cx="833437" cy="638175"/>
        </p:xfrm>
        <a:graphic>
          <a:graphicData uri="http://schemas.openxmlformats.org/presentationml/2006/ole">
            <mc:AlternateContent xmlns:mc="http://schemas.openxmlformats.org/markup-compatibility/2006">
              <mc:Choice xmlns:v="urn:schemas-microsoft-com:vml" Requires="v">
                <p:oleObj name="Clip" r:id="rId2" imgW="1305000" imgH="1085760" progId="">
                  <p:embed/>
                </p:oleObj>
              </mc:Choice>
              <mc:Fallback>
                <p:oleObj name="Clip" r:id="rId2" imgW="1305000" imgH="108576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9513" y="4303713"/>
                        <a:ext cx="833437"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Text Box 5"/>
          <p:cNvSpPr txBox="1">
            <a:spLocks noChangeArrowheads="1"/>
          </p:cNvSpPr>
          <p:nvPr/>
        </p:nvSpPr>
        <p:spPr bwMode="auto">
          <a:xfrm>
            <a:off x="4157663" y="4881563"/>
            <a:ext cx="1844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000000"/>
                </a:solidFill>
              </a:rPr>
              <a:t>requesting host</a:t>
            </a:r>
          </a:p>
          <a:p>
            <a:pPr algn="ctr" fontAlgn="base">
              <a:spcBef>
                <a:spcPct val="0"/>
              </a:spcBef>
              <a:spcAft>
                <a:spcPct val="0"/>
              </a:spcAft>
            </a:pPr>
            <a:r>
              <a:rPr lang="en-US" altLang="en-US" sz="1600" b="1">
                <a:solidFill>
                  <a:srgbClr val="000000"/>
                </a:solidFill>
                <a:latin typeface="Arial" pitchFamily="34" charset="0"/>
              </a:rPr>
              <a:t>cis.poly.edu</a:t>
            </a:r>
            <a:endParaRPr lang="en-US" altLang="en-US" sz="1600">
              <a:solidFill>
                <a:srgbClr val="000000"/>
              </a:solidFill>
              <a:latin typeface="Arial" pitchFamily="34" charset="0"/>
            </a:endParaRPr>
          </a:p>
        </p:txBody>
      </p:sp>
      <p:sp>
        <p:nvSpPr>
          <p:cNvPr id="19463" name="Text Box 6"/>
          <p:cNvSpPr txBox="1">
            <a:spLocks noChangeArrowheads="1"/>
          </p:cNvSpPr>
          <p:nvPr/>
        </p:nvSpPr>
        <p:spPr bwMode="auto">
          <a:xfrm>
            <a:off x="6618288" y="5656263"/>
            <a:ext cx="1990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600" b="1">
                <a:solidFill>
                  <a:srgbClr val="000000"/>
                </a:solidFill>
                <a:latin typeface="Arial" pitchFamily="34" charset="0"/>
              </a:rPr>
              <a:t>gaia.cs.umass.edu</a:t>
            </a:r>
            <a:endParaRPr lang="en-US" altLang="en-US" sz="1600">
              <a:solidFill>
                <a:srgbClr val="000000"/>
              </a:solidFill>
              <a:latin typeface="Arial" pitchFamily="34" charset="0"/>
            </a:endParaRPr>
          </a:p>
        </p:txBody>
      </p:sp>
      <p:graphicFrame>
        <p:nvGraphicFramePr>
          <p:cNvPr id="19459" name="Object 3"/>
          <p:cNvGraphicFramePr>
            <a:graphicFrameLocks noChangeAspect="1"/>
          </p:cNvGraphicFramePr>
          <p:nvPr/>
        </p:nvGraphicFramePr>
        <p:xfrm>
          <a:off x="7113588" y="5103813"/>
          <a:ext cx="833437" cy="638175"/>
        </p:xfrm>
        <a:graphic>
          <a:graphicData uri="http://schemas.openxmlformats.org/presentationml/2006/ole">
            <mc:AlternateContent xmlns:mc="http://schemas.openxmlformats.org/markup-compatibility/2006">
              <mc:Choice xmlns:v="urn:schemas-microsoft-com:vml" Requires="v">
                <p:oleObj name="Clip" r:id="rId2" imgW="1305000" imgH="1085760" progId="">
                  <p:embed/>
                </p:oleObj>
              </mc:Choice>
              <mc:Fallback>
                <p:oleObj name="Clip" r:id="rId2" imgW="1305000" imgH="108576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3588" y="5103813"/>
                        <a:ext cx="833437"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9464" name="Group 8"/>
          <p:cNvGrpSpPr>
            <a:grpSpLocks/>
          </p:cNvGrpSpPr>
          <p:nvPr/>
        </p:nvGrpSpPr>
        <p:grpSpPr bwMode="auto">
          <a:xfrm>
            <a:off x="5237163" y="2228850"/>
            <a:ext cx="369887" cy="657225"/>
            <a:chOff x="4180" y="783"/>
            <a:chExt cx="150" cy="307"/>
          </a:xfrm>
        </p:grpSpPr>
        <p:sp>
          <p:nvSpPr>
            <p:cNvPr id="19517" name="AutoShape 9"/>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18" name="Rectangle 10"/>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19" name="Rectangle 11"/>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20" name="AutoShape 12"/>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21" name="Line 13"/>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19522" name="Line 14"/>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19523" name="Rectangle 15"/>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24" name="Rectangle 16"/>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grpSp>
      <p:sp>
        <p:nvSpPr>
          <p:cNvPr id="19465" name="Text Box 17"/>
          <p:cNvSpPr txBox="1">
            <a:spLocks noChangeArrowheads="1"/>
          </p:cNvSpPr>
          <p:nvPr/>
        </p:nvSpPr>
        <p:spPr bwMode="auto">
          <a:xfrm>
            <a:off x="5791200" y="481013"/>
            <a:ext cx="20113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000000"/>
                </a:solidFill>
              </a:rPr>
              <a:t>root DNS server</a:t>
            </a:r>
            <a:endParaRPr lang="en-US" altLang="en-US" sz="1600">
              <a:solidFill>
                <a:srgbClr val="000000"/>
              </a:solidFill>
            </a:endParaRPr>
          </a:p>
        </p:txBody>
      </p:sp>
      <p:sp>
        <p:nvSpPr>
          <p:cNvPr id="202770" name="Line 18"/>
          <p:cNvSpPr>
            <a:spLocks noChangeShapeType="1"/>
          </p:cNvSpPr>
          <p:nvPr/>
        </p:nvSpPr>
        <p:spPr bwMode="auto">
          <a:xfrm flipH="1" flipV="1">
            <a:off x="5286375" y="2916238"/>
            <a:ext cx="0" cy="13144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2771" name="Line 19"/>
          <p:cNvSpPr>
            <a:spLocks noChangeShapeType="1"/>
          </p:cNvSpPr>
          <p:nvPr/>
        </p:nvSpPr>
        <p:spPr bwMode="auto">
          <a:xfrm flipV="1">
            <a:off x="5400675" y="1220788"/>
            <a:ext cx="914400" cy="9715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2772" name="Line 20"/>
          <p:cNvSpPr>
            <a:spLocks noChangeShapeType="1"/>
          </p:cNvSpPr>
          <p:nvPr/>
        </p:nvSpPr>
        <p:spPr bwMode="auto">
          <a:xfrm flipV="1">
            <a:off x="5686425" y="2382838"/>
            <a:ext cx="1485900" cy="95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2773" name="Line 21"/>
          <p:cNvSpPr>
            <a:spLocks noChangeShapeType="1"/>
          </p:cNvSpPr>
          <p:nvPr/>
        </p:nvSpPr>
        <p:spPr bwMode="auto">
          <a:xfrm flipH="1" flipV="1">
            <a:off x="5686425" y="2554288"/>
            <a:ext cx="14192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2774" name="Line 22"/>
          <p:cNvSpPr>
            <a:spLocks noChangeShapeType="1"/>
          </p:cNvSpPr>
          <p:nvPr/>
        </p:nvSpPr>
        <p:spPr bwMode="auto">
          <a:xfrm flipH="1">
            <a:off x="5610225" y="1449388"/>
            <a:ext cx="733425" cy="7620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2775" name="Line 23"/>
          <p:cNvSpPr>
            <a:spLocks noChangeShapeType="1"/>
          </p:cNvSpPr>
          <p:nvPr/>
        </p:nvSpPr>
        <p:spPr bwMode="auto">
          <a:xfrm>
            <a:off x="5476875" y="2944813"/>
            <a:ext cx="9525" cy="13239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grpSp>
        <p:nvGrpSpPr>
          <p:cNvPr id="19472" name="Group 24"/>
          <p:cNvGrpSpPr>
            <a:grpSpLocks/>
          </p:cNvGrpSpPr>
          <p:nvPr/>
        </p:nvGrpSpPr>
        <p:grpSpPr bwMode="auto">
          <a:xfrm>
            <a:off x="4130675" y="3062288"/>
            <a:ext cx="1998663" cy="611187"/>
            <a:chOff x="2800" y="2132"/>
            <a:chExt cx="1259" cy="385"/>
          </a:xfrm>
        </p:grpSpPr>
        <p:sp>
          <p:nvSpPr>
            <p:cNvPr id="19515" name="Rectangle 25"/>
            <p:cNvSpPr>
              <a:spLocks noChangeArrowheads="1"/>
            </p:cNvSpPr>
            <p:nvPr/>
          </p:nvSpPr>
          <p:spPr bwMode="auto">
            <a:xfrm>
              <a:off x="2838" y="2178"/>
              <a:ext cx="1182" cy="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16" name="Text Box 26"/>
            <p:cNvSpPr txBox="1">
              <a:spLocks noChangeArrowheads="1"/>
            </p:cNvSpPr>
            <p:nvPr/>
          </p:nvSpPr>
          <p:spPr bwMode="auto">
            <a:xfrm>
              <a:off x="2800" y="2132"/>
              <a:ext cx="1259"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000000"/>
                  </a:solidFill>
                </a:rPr>
                <a:t>local DNS server</a:t>
              </a:r>
              <a:endParaRPr lang="en-US" altLang="en-US">
                <a:solidFill>
                  <a:srgbClr val="000000"/>
                </a:solidFill>
              </a:endParaRPr>
            </a:p>
            <a:p>
              <a:pPr algn="ctr" fontAlgn="base">
                <a:spcBef>
                  <a:spcPct val="0"/>
                </a:spcBef>
                <a:spcAft>
                  <a:spcPct val="0"/>
                </a:spcAft>
              </a:pPr>
              <a:r>
                <a:rPr lang="en-US" altLang="en-US" sz="1600" b="1">
                  <a:solidFill>
                    <a:srgbClr val="000000"/>
                  </a:solidFill>
                  <a:latin typeface="Arial" pitchFamily="34" charset="0"/>
                </a:rPr>
                <a:t>dns.poly.edu</a:t>
              </a:r>
              <a:endParaRPr lang="en-US" altLang="en-US" sz="1600">
                <a:solidFill>
                  <a:srgbClr val="000000"/>
                </a:solidFill>
                <a:latin typeface="Arial" pitchFamily="34" charset="0"/>
              </a:endParaRPr>
            </a:p>
          </p:txBody>
        </p:sp>
      </p:grpSp>
      <p:sp>
        <p:nvSpPr>
          <p:cNvPr id="202779" name="Text Box 27"/>
          <p:cNvSpPr txBox="1">
            <a:spLocks noChangeArrowheads="1"/>
          </p:cNvSpPr>
          <p:nvPr/>
        </p:nvSpPr>
        <p:spPr bwMode="auto">
          <a:xfrm>
            <a:off x="4997450" y="37719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1</a:t>
            </a:r>
            <a:endParaRPr lang="en-US" altLang="en-US">
              <a:solidFill>
                <a:srgbClr val="000000"/>
              </a:solidFill>
            </a:endParaRPr>
          </a:p>
        </p:txBody>
      </p:sp>
      <p:sp>
        <p:nvSpPr>
          <p:cNvPr id="202780" name="Text Box 28"/>
          <p:cNvSpPr txBox="1">
            <a:spLocks noChangeArrowheads="1"/>
          </p:cNvSpPr>
          <p:nvPr/>
        </p:nvSpPr>
        <p:spPr bwMode="auto">
          <a:xfrm>
            <a:off x="5540375" y="143827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2</a:t>
            </a:r>
            <a:endParaRPr lang="en-US" altLang="en-US">
              <a:solidFill>
                <a:srgbClr val="000000"/>
              </a:solidFill>
            </a:endParaRPr>
          </a:p>
        </p:txBody>
      </p:sp>
      <p:sp>
        <p:nvSpPr>
          <p:cNvPr id="202781" name="Text Box 29"/>
          <p:cNvSpPr txBox="1">
            <a:spLocks noChangeArrowheads="1"/>
          </p:cNvSpPr>
          <p:nvPr/>
        </p:nvSpPr>
        <p:spPr bwMode="auto">
          <a:xfrm>
            <a:off x="5978525" y="167640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3</a:t>
            </a:r>
            <a:endParaRPr lang="en-US" altLang="en-US">
              <a:solidFill>
                <a:srgbClr val="000000"/>
              </a:solidFill>
            </a:endParaRPr>
          </a:p>
        </p:txBody>
      </p:sp>
      <p:sp>
        <p:nvSpPr>
          <p:cNvPr id="202782" name="Text Box 30"/>
          <p:cNvSpPr txBox="1">
            <a:spLocks noChangeArrowheads="1"/>
          </p:cNvSpPr>
          <p:nvPr/>
        </p:nvSpPr>
        <p:spPr bwMode="auto">
          <a:xfrm>
            <a:off x="6292850" y="208597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4</a:t>
            </a:r>
            <a:endParaRPr lang="en-US" altLang="en-US">
              <a:solidFill>
                <a:srgbClr val="000000"/>
              </a:solidFill>
            </a:endParaRPr>
          </a:p>
        </p:txBody>
      </p:sp>
      <p:sp>
        <p:nvSpPr>
          <p:cNvPr id="202783" name="Text Box 31"/>
          <p:cNvSpPr txBox="1">
            <a:spLocks noChangeArrowheads="1"/>
          </p:cNvSpPr>
          <p:nvPr/>
        </p:nvSpPr>
        <p:spPr bwMode="auto">
          <a:xfrm>
            <a:off x="6323013" y="25733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5</a:t>
            </a:r>
            <a:endParaRPr lang="en-US" altLang="en-US">
              <a:solidFill>
                <a:srgbClr val="000000"/>
              </a:solidFill>
            </a:endParaRPr>
          </a:p>
        </p:txBody>
      </p:sp>
      <p:sp>
        <p:nvSpPr>
          <p:cNvPr id="202784" name="Text Box 32"/>
          <p:cNvSpPr txBox="1">
            <a:spLocks noChangeArrowheads="1"/>
          </p:cNvSpPr>
          <p:nvPr/>
        </p:nvSpPr>
        <p:spPr bwMode="auto">
          <a:xfrm>
            <a:off x="6919913" y="36131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6</a:t>
            </a:r>
            <a:endParaRPr lang="en-US" altLang="en-US">
              <a:solidFill>
                <a:srgbClr val="000000"/>
              </a:solidFill>
            </a:endParaRPr>
          </a:p>
        </p:txBody>
      </p:sp>
      <p:grpSp>
        <p:nvGrpSpPr>
          <p:cNvPr id="19479" name="Group 33"/>
          <p:cNvGrpSpPr>
            <a:grpSpLocks/>
          </p:cNvGrpSpPr>
          <p:nvPr/>
        </p:nvGrpSpPr>
        <p:grpSpPr bwMode="auto">
          <a:xfrm>
            <a:off x="6351588" y="809625"/>
            <a:ext cx="369887" cy="657225"/>
            <a:chOff x="4180" y="783"/>
            <a:chExt cx="150" cy="307"/>
          </a:xfrm>
        </p:grpSpPr>
        <p:sp>
          <p:nvSpPr>
            <p:cNvPr id="19507" name="AutoShape 34"/>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08" name="Rectangle 35"/>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09" name="Rectangle 36"/>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10" name="AutoShape 37"/>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11" name="Line 38"/>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19512" name="Line 39"/>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19513" name="Rectangle 40"/>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14" name="Rectangle 41"/>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grpSp>
      <p:grpSp>
        <p:nvGrpSpPr>
          <p:cNvPr id="19480" name="Group 42"/>
          <p:cNvGrpSpPr>
            <a:grpSpLocks/>
          </p:cNvGrpSpPr>
          <p:nvPr/>
        </p:nvGrpSpPr>
        <p:grpSpPr bwMode="auto">
          <a:xfrm>
            <a:off x="7180263" y="2238375"/>
            <a:ext cx="369887" cy="657225"/>
            <a:chOff x="4180" y="783"/>
            <a:chExt cx="150" cy="307"/>
          </a:xfrm>
        </p:grpSpPr>
        <p:sp>
          <p:nvSpPr>
            <p:cNvPr id="19499" name="AutoShape 43"/>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00" name="Rectangle 44"/>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01" name="Rectangle 45"/>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02" name="AutoShape 46"/>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03" name="Line 47"/>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19504" name="Line 48"/>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19505" name="Rectangle 49"/>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506" name="Rectangle 50"/>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grpSp>
      <p:grpSp>
        <p:nvGrpSpPr>
          <p:cNvPr id="19481" name="Group 51"/>
          <p:cNvGrpSpPr>
            <a:grpSpLocks/>
          </p:cNvGrpSpPr>
          <p:nvPr/>
        </p:nvGrpSpPr>
        <p:grpSpPr bwMode="auto">
          <a:xfrm>
            <a:off x="7161213" y="3857625"/>
            <a:ext cx="369887" cy="657225"/>
            <a:chOff x="4180" y="783"/>
            <a:chExt cx="150" cy="307"/>
          </a:xfrm>
        </p:grpSpPr>
        <p:sp>
          <p:nvSpPr>
            <p:cNvPr id="19491" name="AutoShape 52"/>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492" name="Rectangle 53"/>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493" name="Rectangle 54"/>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494" name="AutoShape 55"/>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495" name="Line 56"/>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19496" name="Line 57"/>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19497" name="Rectangle 58"/>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19498" name="Rectangle 59"/>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grpSp>
      <p:sp>
        <p:nvSpPr>
          <p:cNvPr id="19482" name="Text Box 60"/>
          <p:cNvSpPr txBox="1">
            <a:spLocks noChangeArrowheads="1"/>
          </p:cNvSpPr>
          <p:nvPr/>
        </p:nvSpPr>
        <p:spPr bwMode="auto">
          <a:xfrm>
            <a:off x="6243638" y="4429125"/>
            <a:ext cx="26177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600">
                <a:solidFill>
                  <a:srgbClr val="000000"/>
                </a:solidFill>
              </a:rPr>
              <a:t>authoritative DNS server</a:t>
            </a:r>
            <a:endParaRPr lang="en-US" altLang="en-US">
              <a:solidFill>
                <a:srgbClr val="000000"/>
              </a:solidFill>
            </a:endParaRPr>
          </a:p>
          <a:p>
            <a:pPr algn="ctr" fontAlgn="base">
              <a:spcBef>
                <a:spcPct val="0"/>
              </a:spcBef>
              <a:spcAft>
                <a:spcPct val="0"/>
              </a:spcAft>
            </a:pPr>
            <a:r>
              <a:rPr lang="en-US" altLang="en-US" sz="1600" b="1">
                <a:solidFill>
                  <a:srgbClr val="000000"/>
                </a:solidFill>
                <a:latin typeface="Arial" pitchFamily="34" charset="0"/>
              </a:rPr>
              <a:t>dns.cs.umass.edu</a:t>
            </a:r>
            <a:endParaRPr lang="en-US" altLang="en-US" sz="1600">
              <a:solidFill>
                <a:srgbClr val="000000"/>
              </a:solidFill>
              <a:latin typeface="Arial" pitchFamily="34" charset="0"/>
            </a:endParaRPr>
          </a:p>
        </p:txBody>
      </p:sp>
      <p:sp>
        <p:nvSpPr>
          <p:cNvPr id="202813" name="Text Box 61"/>
          <p:cNvSpPr txBox="1">
            <a:spLocks noChangeArrowheads="1"/>
          </p:cNvSpPr>
          <p:nvPr/>
        </p:nvSpPr>
        <p:spPr bwMode="auto">
          <a:xfrm>
            <a:off x="6292850" y="36433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7</a:t>
            </a:r>
            <a:endParaRPr lang="en-US" altLang="en-US">
              <a:solidFill>
                <a:srgbClr val="000000"/>
              </a:solidFill>
            </a:endParaRPr>
          </a:p>
        </p:txBody>
      </p:sp>
      <p:sp>
        <p:nvSpPr>
          <p:cNvPr id="202814" name="Text Box 62"/>
          <p:cNvSpPr txBox="1">
            <a:spLocks noChangeArrowheads="1"/>
          </p:cNvSpPr>
          <p:nvPr/>
        </p:nvSpPr>
        <p:spPr bwMode="auto">
          <a:xfrm>
            <a:off x="5549900" y="3790950"/>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8</a:t>
            </a:r>
            <a:endParaRPr lang="en-US" altLang="en-US">
              <a:solidFill>
                <a:srgbClr val="000000"/>
              </a:solidFill>
            </a:endParaRPr>
          </a:p>
        </p:txBody>
      </p:sp>
      <p:sp>
        <p:nvSpPr>
          <p:cNvPr id="202815" name="Line 63"/>
          <p:cNvSpPr>
            <a:spLocks noChangeShapeType="1"/>
          </p:cNvSpPr>
          <p:nvPr/>
        </p:nvSpPr>
        <p:spPr bwMode="auto">
          <a:xfrm>
            <a:off x="5619750" y="2714625"/>
            <a:ext cx="1493838" cy="131445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latin typeface="Times New Roman" pitchFamily="18" charset="0"/>
            </a:endParaRPr>
          </a:p>
        </p:txBody>
      </p:sp>
      <p:sp>
        <p:nvSpPr>
          <p:cNvPr id="202816" name="Line 64"/>
          <p:cNvSpPr>
            <a:spLocks noChangeShapeType="1"/>
          </p:cNvSpPr>
          <p:nvPr/>
        </p:nvSpPr>
        <p:spPr bwMode="auto">
          <a:xfrm flipH="1" flipV="1">
            <a:off x="5580063" y="2830513"/>
            <a:ext cx="1493837" cy="130175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latin typeface="Times New Roman" pitchFamily="18" charset="0"/>
            </a:endParaRPr>
          </a:p>
        </p:txBody>
      </p:sp>
      <p:sp>
        <p:nvSpPr>
          <p:cNvPr id="19487" name="Text Box 65"/>
          <p:cNvSpPr txBox="1">
            <a:spLocks noChangeArrowheads="1"/>
          </p:cNvSpPr>
          <p:nvPr/>
        </p:nvSpPr>
        <p:spPr bwMode="auto">
          <a:xfrm>
            <a:off x="6551613" y="1852613"/>
            <a:ext cx="23495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71550" indent="-971550"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000000"/>
                </a:solidFill>
              </a:rPr>
              <a:t>TLD DNS server  </a:t>
            </a:r>
          </a:p>
          <a:p>
            <a:pPr algn="ctr" fontAlgn="base">
              <a:spcBef>
                <a:spcPct val="0"/>
              </a:spcBef>
              <a:spcAft>
                <a:spcPct val="0"/>
              </a:spcAft>
            </a:pPr>
            <a:r>
              <a:rPr lang="en-US" altLang="en-US" sz="1800">
                <a:solidFill>
                  <a:srgbClr val="000000"/>
                </a:solidFill>
              </a:rPr>
              <a:t>            (for edu)</a:t>
            </a:r>
            <a:endParaRPr lang="en-US" altLang="en-US" sz="1600">
              <a:solidFill>
                <a:srgbClr val="000000"/>
              </a:solidFill>
            </a:endParaRPr>
          </a:p>
        </p:txBody>
      </p:sp>
      <p:sp>
        <p:nvSpPr>
          <p:cNvPr id="19488" name="Rectangle 66"/>
          <p:cNvSpPr>
            <a:spLocks noGrp="1" noChangeArrowheads="1"/>
          </p:cNvSpPr>
          <p:nvPr>
            <p:ph type="title"/>
          </p:nvPr>
        </p:nvSpPr>
        <p:spPr/>
        <p:txBody>
          <a:bodyPr/>
          <a:lstStyle/>
          <a:p>
            <a:r>
              <a:rPr lang="en-US" altLang="en-US" sz="3600"/>
              <a:t>DNS name Iterative  </a:t>
            </a:r>
            <a:br>
              <a:rPr lang="en-US" altLang="en-US" sz="3600"/>
            </a:br>
            <a:r>
              <a:rPr lang="en-US" altLang="en-US" sz="3600"/>
              <a:t>resolution example</a:t>
            </a:r>
          </a:p>
        </p:txBody>
      </p:sp>
      <p:sp>
        <p:nvSpPr>
          <p:cNvPr id="19489" name="Rectangle 67"/>
          <p:cNvSpPr>
            <a:spLocks noGrp="1" noChangeArrowheads="1"/>
          </p:cNvSpPr>
          <p:nvPr>
            <p:ph type="body" sz="half" idx="1"/>
          </p:nvPr>
        </p:nvSpPr>
        <p:spPr>
          <a:xfrm>
            <a:off x="431800" y="1725613"/>
            <a:ext cx="3565525" cy="4648200"/>
          </a:xfrm>
        </p:spPr>
        <p:txBody>
          <a:bodyPr/>
          <a:lstStyle/>
          <a:p>
            <a:r>
              <a:rPr lang="en-US" altLang="en-US" sz="2400"/>
              <a:t>Host at cis.poly.edu wants IP address for gaia.cs.umass.edu</a:t>
            </a:r>
          </a:p>
        </p:txBody>
      </p:sp>
      <p:sp>
        <p:nvSpPr>
          <p:cNvPr id="19490" name="Rectangle 69"/>
          <p:cNvSpPr>
            <a:spLocks noChangeArrowheads="1"/>
          </p:cNvSpPr>
          <p:nvPr/>
        </p:nvSpPr>
        <p:spPr bwMode="auto">
          <a:xfrm>
            <a:off x="582613" y="3094038"/>
            <a:ext cx="3162300" cy="261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r>
              <a:rPr lang="en-US" altLang="en-US" u="sng">
                <a:solidFill>
                  <a:srgbClr val="FF0000"/>
                </a:solidFill>
              </a:rPr>
              <a:t>iterated query:</a:t>
            </a:r>
            <a:endParaRPr lang="en-US" altLang="en-US" sz="2000">
              <a:solidFill>
                <a:srgbClr val="FF0000"/>
              </a:solidFill>
            </a:endParaRPr>
          </a:p>
          <a:p>
            <a:pPr fontAlgn="base">
              <a:spcBef>
                <a:spcPct val="0"/>
              </a:spcBef>
              <a:spcAft>
                <a:spcPct val="0"/>
              </a:spcAft>
              <a:buFont typeface="ZapfDingbats" pitchFamily="82" charset="2"/>
              <a:buChar char="r"/>
            </a:pPr>
            <a:r>
              <a:rPr lang="en-US" altLang="en-US" sz="2000">
                <a:solidFill>
                  <a:srgbClr val="000000"/>
                </a:solidFill>
              </a:rPr>
              <a:t>contacted server replies with name of server to contact</a:t>
            </a:r>
          </a:p>
          <a:p>
            <a:pPr fontAlgn="base">
              <a:spcBef>
                <a:spcPct val="0"/>
              </a:spcBef>
              <a:spcAft>
                <a:spcPct val="0"/>
              </a:spcAft>
              <a:buFont typeface="ZapfDingbats" pitchFamily="82" charset="2"/>
              <a:buChar char="r"/>
            </a:pPr>
            <a:r>
              <a:rPr lang="en-US" altLang="en-US" sz="2000">
                <a:solidFill>
                  <a:srgbClr val="000000"/>
                </a:solidFill>
              </a:rPr>
              <a:t>“I don’t know this name, but ask this server”</a:t>
            </a:r>
          </a:p>
        </p:txBody>
      </p:sp>
    </p:spTree>
    <p:extLst>
      <p:ext uri="{BB962C8B-B14F-4D97-AF65-F5344CB8AC3E}">
        <p14:creationId xmlns:p14="http://schemas.microsoft.com/office/powerpoint/2010/main" val="28595543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27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277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27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278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277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278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27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278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277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2783"/>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28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278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28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281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277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28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70" grpId="0" animBg="1"/>
      <p:bldP spid="202771" grpId="0" animBg="1"/>
      <p:bldP spid="202772" grpId="0" animBg="1"/>
      <p:bldP spid="202773" grpId="0" animBg="1"/>
      <p:bldP spid="202774" grpId="0" animBg="1"/>
      <p:bldP spid="202775" grpId="0" animBg="1"/>
      <p:bldP spid="202779" grpId="0"/>
      <p:bldP spid="202780" grpId="0"/>
      <p:bldP spid="202781" grpId="0"/>
      <p:bldP spid="202782" grpId="0"/>
      <p:bldP spid="202783" grpId="0"/>
      <p:bldP spid="202784" grpId="0"/>
      <p:bldP spid="202813" grpId="0"/>
      <p:bldP spid="202814" grpId="0"/>
      <p:bldP spid="202815" grpId="0" animBg="1"/>
      <p:bldP spid="20281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Footer Placeholder 3"/>
          <p:cNvSpPr>
            <a:spLocks noGrp="1"/>
          </p:cNvSpPr>
          <p:nvPr>
            <p:ph type="ftr" sz="quarter" idx="11"/>
          </p:nvPr>
        </p:nvSpPr>
        <p:spPr/>
        <p:txBody>
          <a:bodyPr/>
          <a:lstStyle/>
          <a:p>
            <a:pPr>
              <a:defRPr/>
            </a:pPr>
            <a:r>
              <a:rPr lang="en-US">
                <a:solidFill>
                  <a:srgbClr val="000000"/>
                </a:solidFill>
              </a:rPr>
              <a:t>2: Application Layer</a:t>
            </a:r>
            <a:endParaRPr lang="en-US">
              <a:solidFill>
                <a:srgbClr val="000000"/>
              </a:solidFill>
              <a:latin typeface="Times New Roman" pitchFamily="18" charset="0"/>
            </a:endParaRPr>
          </a:p>
        </p:txBody>
      </p:sp>
      <p:sp>
        <p:nvSpPr>
          <p:cNvPr id="204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A582286-28DC-4D51-A27F-F2D4264AD69E}" type="slidenum">
              <a:rPr lang="en-US" altLang="en-US" sz="1400" smtClean="0">
                <a:solidFill>
                  <a:srgbClr val="000000"/>
                </a:solidFill>
              </a:rPr>
              <a:pPr/>
              <a:t>58</a:t>
            </a:fld>
            <a:endParaRPr lang="en-US" altLang="en-US" sz="1400">
              <a:solidFill>
                <a:srgbClr val="000000"/>
              </a:solidFill>
            </a:endParaRPr>
          </a:p>
        </p:txBody>
      </p:sp>
      <p:grpSp>
        <p:nvGrpSpPr>
          <p:cNvPr id="20486" name="Group 65"/>
          <p:cNvGrpSpPr>
            <a:grpSpLocks/>
          </p:cNvGrpSpPr>
          <p:nvPr/>
        </p:nvGrpSpPr>
        <p:grpSpPr bwMode="auto">
          <a:xfrm>
            <a:off x="3416300" y="790575"/>
            <a:ext cx="5727700" cy="5511800"/>
            <a:chOff x="1499" y="384"/>
            <a:chExt cx="3608" cy="3472"/>
          </a:xfrm>
        </p:grpSpPr>
        <p:graphicFrame>
          <p:nvGraphicFramePr>
            <p:cNvPr id="20482" name="Object 2"/>
            <p:cNvGraphicFramePr>
              <a:graphicFrameLocks noChangeAspect="1"/>
            </p:cNvGraphicFramePr>
            <p:nvPr/>
          </p:nvGraphicFramePr>
          <p:xfrm>
            <a:off x="2040" y="2792"/>
            <a:ext cx="525" cy="402"/>
          </p:xfrm>
          <a:graphic>
            <a:graphicData uri="http://schemas.openxmlformats.org/presentationml/2006/ole">
              <mc:AlternateContent xmlns:mc="http://schemas.openxmlformats.org/markup-compatibility/2006">
                <mc:Choice xmlns:v="urn:schemas-microsoft-com:vml" Requires="v">
                  <p:oleObj name="Clip" r:id="rId2" imgW="1305000" imgH="1085760" progId="">
                    <p:embed/>
                  </p:oleObj>
                </mc:Choice>
                <mc:Fallback>
                  <p:oleObj name="Clip" r:id="rId2" imgW="1305000" imgH="108576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0" y="2792"/>
                          <a:ext cx="525" cy="4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9" name="Text Box 3"/>
            <p:cNvSpPr txBox="1">
              <a:spLocks noChangeArrowheads="1"/>
            </p:cNvSpPr>
            <p:nvPr/>
          </p:nvSpPr>
          <p:spPr bwMode="auto">
            <a:xfrm>
              <a:off x="1516" y="3156"/>
              <a:ext cx="1162"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000000"/>
                  </a:solidFill>
                </a:rPr>
                <a:t>requesting host</a:t>
              </a:r>
              <a:endParaRPr lang="en-US" altLang="en-US">
                <a:solidFill>
                  <a:srgbClr val="000000"/>
                </a:solidFill>
              </a:endParaRPr>
            </a:p>
            <a:p>
              <a:pPr algn="ctr" fontAlgn="base">
                <a:spcBef>
                  <a:spcPct val="0"/>
                </a:spcBef>
                <a:spcAft>
                  <a:spcPct val="0"/>
                </a:spcAft>
              </a:pPr>
              <a:r>
                <a:rPr lang="en-US" altLang="en-US" sz="1600" b="1">
                  <a:solidFill>
                    <a:srgbClr val="000000"/>
                  </a:solidFill>
                  <a:latin typeface="Arial" pitchFamily="34" charset="0"/>
                </a:rPr>
                <a:t>cis.poly.edu</a:t>
              </a:r>
              <a:endParaRPr lang="en-US" altLang="en-US" sz="1600">
                <a:solidFill>
                  <a:srgbClr val="000000"/>
                </a:solidFill>
                <a:latin typeface="Arial" pitchFamily="34" charset="0"/>
              </a:endParaRPr>
            </a:p>
          </p:txBody>
        </p:sp>
        <p:sp>
          <p:nvSpPr>
            <p:cNvPr id="20490" name="Text Box 4"/>
            <p:cNvSpPr txBox="1">
              <a:spLocks noChangeArrowheads="1"/>
            </p:cNvSpPr>
            <p:nvPr/>
          </p:nvSpPr>
          <p:spPr bwMode="auto">
            <a:xfrm>
              <a:off x="3066" y="3644"/>
              <a:ext cx="125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600" b="1">
                  <a:solidFill>
                    <a:srgbClr val="000000"/>
                  </a:solidFill>
                  <a:latin typeface="Arial" pitchFamily="34" charset="0"/>
                </a:rPr>
                <a:t>gaia.cs.umass.edu</a:t>
              </a:r>
              <a:endParaRPr lang="en-US" altLang="en-US" sz="1600">
                <a:solidFill>
                  <a:srgbClr val="000000"/>
                </a:solidFill>
                <a:latin typeface="Arial" pitchFamily="34" charset="0"/>
              </a:endParaRPr>
            </a:p>
          </p:txBody>
        </p:sp>
        <p:graphicFrame>
          <p:nvGraphicFramePr>
            <p:cNvPr id="20483" name="Object 3"/>
            <p:cNvGraphicFramePr>
              <a:graphicFrameLocks noChangeAspect="1"/>
            </p:cNvGraphicFramePr>
            <p:nvPr/>
          </p:nvGraphicFramePr>
          <p:xfrm>
            <a:off x="3378" y="3296"/>
            <a:ext cx="525" cy="402"/>
          </p:xfrm>
          <a:graphic>
            <a:graphicData uri="http://schemas.openxmlformats.org/presentationml/2006/ole">
              <mc:AlternateContent xmlns:mc="http://schemas.openxmlformats.org/markup-compatibility/2006">
                <mc:Choice xmlns:v="urn:schemas-microsoft-com:vml" Requires="v">
                  <p:oleObj name="Clip" r:id="rId2" imgW="1305000" imgH="1085760" progId="">
                    <p:embed/>
                  </p:oleObj>
                </mc:Choice>
                <mc:Fallback>
                  <p:oleObj name="Clip" r:id="rId2" imgW="1305000" imgH="108576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8" y="3296"/>
                          <a:ext cx="525" cy="4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491" name="Group 6"/>
            <p:cNvGrpSpPr>
              <a:grpSpLocks/>
            </p:cNvGrpSpPr>
            <p:nvPr/>
          </p:nvGrpSpPr>
          <p:grpSpPr bwMode="auto">
            <a:xfrm>
              <a:off x="2196" y="1485"/>
              <a:ext cx="233" cy="414"/>
              <a:chOff x="4180" y="783"/>
              <a:chExt cx="150" cy="307"/>
            </a:xfrm>
          </p:grpSpPr>
          <p:sp>
            <p:nvSpPr>
              <p:cNvPr id="20541" name="AutoShape 7"/>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42" name="Rectangle 8"/>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43" name="Rectangle 9"/>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44" name="AutoShape 1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45" name="Line 11"/>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546" name="Line 12"/>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547" name="Rectangle 13"/>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48" name="Rectangle 14"/>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grpSp>
        <p:sp>
          <p:nvSpPr>
            <p:cNvPr id="20492" name="Text Box 15"/>
            <p:cNvSpPr txBox="1">
              <a:spLocks noChangeArrowheads="1"/>
            </p:cNvSpPr>
            <p:nvPr/>
          </p:nvSpPr>
          <p:spPr bwMode="auto">
            <a:xfrm>
              <a:off x="2545" y="384"/>
              <a:ext cx="126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000000"/>
                  </a:solidFill>
                </a:rPr>
                <a:t>root DNS server</a:t>
              </a:r>
              <a:endParaRPr lang="en-US" altLang="en-US" sz="1600">
                <a:solidFill>
                  <a:srgbClr val="000000"/>
                </a:solidFill>
              </a:endParaRPr>
            </a:p>
          </p:txBody>
        </p:sp>
        <p:sp>
          <p:nvSpPr>
            <p:cNvPr id="20493" name="Line 16"/>
            <p:cNvSpPr>
              <a:spLocks noChangeShapeType="1"/>
            </p:cNvSpPr>
            <p:nvPr/>
          </p:nvSpPr>
          <p:spPr bwMode="auto">
            <a:xfrm flipH="1" flipV="1">
              <a:off x="2227" y="1918"/>
              <a:ext cx="0" cy="82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494" name="Line 17"/>
            <p:cNvSpPr>
              <a:spLocks noChangeShapeType="1"/>
            </p:cNvSpPr>
            <p:nvPr/>
          </p:nvSpPr>
          <p:spPr bwMode="auto">
            <a:xfrm flipV="1">
              <a:off x="2299" y="850"/>
              <a:ext cx="576" cy="6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495" name="Line 18"/>
            <p:cNvSpPr>
              <a:spLocks noChangeShapeType="1"/>
            </p:cNvSpPr>
            <p:nvPr/>
          </p:nvSpPr>
          <p:spPr bwMode="auto">
            <a:xfrm>
              <a:off x="2347" y="1936"/>
              <a:ext cx="6" cy="83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grpSp>
          <p:nvGrpSpPr>
            <p:cNvPr id="20496" name="Group 19"/>
            <p:cNvGrpSpPr>
              <a:grpSpLocks/>
            </p:cNvGrpSpPr>
            <p:nvPr/>
          </p:nvGrpSpPr>
          <p:grpSpPr bwMode="auto">
            <a:xfrm>
              <a:off x="1499" y="2010"/>
              <a:ext cx="1259" cy="385"/>
              <a:chOff x="2800" y="2132"/>
              <a:chExt cx="1259" cy="385"/>
            </a:xfrm>
          </p:grpSpPr>
          <p:sp>
            <p:nvSpPr>
              <p:cNvPr id="20539" name="Rectangle 20"/>
              <p:cNvSpPr>
                <a:spLocks noChangeArrowheads="1"/>
              </p:cNvSpPr>
              <p:nvPr/>
            </p:nvSpPr>
            <p:spPr bwMode="auto">
              <a:xfrm>
                <a:off x="2838" y="2178"/>
                <a:ext cx="1182" cy="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40" name="Text Box 21"/>
              <p:cNvSpPr txBox="1">
                <a:spLocks noChangeArrowheads="1"/>
              </p:cNvSpPr>
              <p:nvPr/>
            </p:nvSpPr>
            <p:spPr bwMode="auto">
              <a:xfrm>
                <a:off x="2800" y="2132"/>
                <a:ext cx="1259"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000000"/>
                    </a:solidFill>
                  </a:rPr>
                  <a:t>local DNS server</a:t>
                </a:r>
                <a:endParaRPr lang="en-US" altLang="en-US">
                  <a:solidFill>
                    <a:srgbClr val="000000"/>
                  </a:solidFill>
                </a:endParaRPr>
              </a:p>
              <a:p>
                <a:pPr algn="ctr" fontAlgn="base">
                  <a:spcBef>
                    <a:spcPct val="0"/>
                  </a:spcBef>
                  <a:spcAft>
                    <a:spcPct val="0"/>
                  </a:spcAft>
                </a:pPr>
                <a:r>
                  <a:rPr lang="en-US" altLang="en-US" sz="1600" b="1">
                    <a:solidFill>
                      <a:srgbClr val="000000"/>
                    </a:solidFill>
                    <a:latin typeface="Arial" pitchFamily="34" charset="0"/>
                  </a:rPr>
                  <a:t>dns.poly.edu</a:t>
                </a:r>
                <a:endParaRPr lang="en-US" altLang="en-US" sz="1600">
                  <a:solidFill>
                    <a:srgbClr val="000000"/>
                  </a:solidFill>
                  <a:latin typeface="Arial" pitchFamily="34" charset="0"/>
                </a:endParaRPr>
              </a:p>
            </p:txBody>
          </p:sp>
        </p:grpSp>
        <p:sp>
          <p:nvSpPr>
            <p:cNvPr id="20497" name="Text Box 22"/>
            <p:cNvSpPr txBox="1">
              <a:spLocks noChangeArrowheads="1"/>
            </p:cNvSpPr>
            <p:nvPr/>
          </p:nvSpPr>
          <p:spPr bwMode="auto">
            <a:xfrm>
              <a:off x="2045" y="245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1</a:t>
              </a:r>
              <a:endParaRPr lang="en-US" altLang="en-US">
                <a:solidFill>
                  <a:srgbClr val="000000"/>
                </a:solidFill>
              </a:endParaRPr>
            </a:p>
          </p:txBody>
        </p:sp>
        <p:sp>
          <p:nvSpPr>
            <p:cNvPr id="20498" name="Text Box 23"/>
            <p:cNvSpPr txBox="1">
              <a:spLocks noChangeArrowheads="1"/>
            </p:cNvSpPr>
            <p:nvPr/>
          </p:nvSpPr>
          <p:spPr bwMode="auto">
            <a:xfrm>
              <a:off x="2387" y="987"/>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2</a:t>
              </a:r>
              <a:endParaRPr lang="en-US" altLang="en-US">
                <a:solidFill>
                  <a:srgbClr val="000000"/>
                </a:solidFill>
              </a:endParaRPr>
            </a:p>
          </p:txBody>
        </p:sp>
        <p:sp>
          <p:nvSpPr>
            <p:cNvPr id="20499" name="Text Box 24"/>
            <p:cNvSpPr txBox="1">
              <a:spLocks noChangeArrowheads="1"/>
            </p:cNvSpPr>
            <p:nvPr/>
          </p:nvSpPr>
          <p:spPr bwMode="auto">
            <a:xfrm>
              <a:off x="3600" y="211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4</a:t>
              </a:r>
              <a:endParaRPr lang="en-US" altLang="en-US">
                <a:solidFill>
                  <a:srgbClr val="000000"/>
                </a:solidFill>
              </a:endParaRPr>
            </a:p>
          </p:txBody>
        </p:sp>
        <p:sp>
          <p:nvSpPr>
            <p:cNvPr id="20500" name="Text Box 25"/>
            <p:cNvSpPr txBox="1">
              <a:spLocks noChangeArrowheads="1"/>
            </p:cNvSpPr>
            <p:nvPr/>
          </p:nvSpPr>
          <p:spPr bwMode="auto">
            <a:xfrm>
              <a:off x="3312" y="2160"/>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5</a:t>
              </a:r>
              <a:endParaRPr lang="en-US" altLang="en-US">
                <a:solidFill>
                  <a:srgbClr val="000000"/>
                </a:solidFill>
              </a:endParaRPr>
            </a:p>
          </p:txBody>
        </p:sp>
        <p:sp>
          <p:nvSpPr>
            <p:cNvPr id="20501" name="Text Box 26"/>
            <p:cNvSpPr txBox="1">
              <a:spLocks noChangeArrowheads="1"/>
            </p:cNvSpPr>
            <p:nvPr/>
          </p:nvSpPr>
          <p:spPr bwMode="auto">
            <a:xfrm>
              <a:off x="3120" y="1296"/>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6</a:t>
              </a:r>
              <a:endParaRPr lang="en-US" altLang="en-US">
                <a:solidFill>
                  <a:srgbClr val="000000"/>
                </a:solidFill>
              </a:endParaRPr>
            </a:p>
          </p:txBody>
        </p:sp>
        <p:grpSp>
          <p:nvGrpSpPr>
            <p:cNvPr id="20502" name="Group 27"/>
            <p:cNvGrpSpPr>
              <a:grpSpLocks/>
            </p:cNvGrpSpPr>
            <p:nvPr/>
          </p:nvGrpSpPr>
          <p:grpSpPr bwMode="auto">
            <a:xfrm>
              <a:off x="2898" y="591"/>
              <a:ext cx="233" cy="414"/>
              <a:chOff x="4180" y="783"/>
              <a:chExt cx="150" cy="307"/>
            </a:xfrm>
          </p:grpSpPr>
          <p:sp>
            <p:nvSpPr>
              <p:cNvPr id="20531" name="AutoShape 28"/>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32" name="Rectangle 29"/>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33" name="Rectangle 30"/>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34" name="AutoShape 31"/>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35" name="Line 32"/>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536" name="Line 33"/>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537" name="Rectangle 34"/>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38" name="Rectangle 35"/>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grpSp>
        <p:grpSp>
          <p:nvGrpSpPr>
            <p:cNvPr id="20503" name="Group 36"/>
            <p:cNvGrpSpPr>
              <a:grpSpLocks/>
            </p:cNvGrpSpPr>
            <p:nvPr/>
          </p:nvGrpSpPr>
          <p:grpSpPr bwMode="auto">
            <a:xfrm>
              <a:off x="3420" y="1491"/>
              <a:ext cx="233" cy="414"/>
              <a:chOff x="4180" y="783"/>
              <a:chExt cx="150" cy="307"/>
            </a:xfrm>
          </p:grpSpPr>
          <p:sp>
            <p:nvSpPr>
              <p:cNvPr id="20523" name="AutoShape 37"/>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24" name="Rectangle 38"/>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25" name="Rectangle 39"/>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26" name="AutoShape 40"/>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27" name="Line 41"/>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528" name="Line 42"/>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529" name="Rectangle 43"/>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30" name="Rectangle 44"/>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grpSp>
        <p:grpSp>
          <p:nvGrpSpPr>
            <p:cNvPr id="20504" name="Group 45"/>
            <p:cNvGrpSpPr>
              <a:grpSpLocks/>
            </p:cNvGrpSpPr>
            <p:nvPr/>
          </p:nvGrpSpPr>
          <p:grpSpPr bwMode="auto">
            <a:xfrm>
              <a:off x="3408" y="2511"/>
              <a:ext cx="233" cy="414"/>
              <a:chOff x="4180" y="783"/>
              <a:chExt cx="150" cy="307"/>
            </a:xfrm>
          </p:grpSpPr>
          <p:sp>
            <p:nvSpPr>
              <p:cNvPr id="20515" name="AutoShape 46"/>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16" name="Rectangle 47"/>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17" name="Rectangle 48"/>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18" name="AutoShape 49"/>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19" name="Line 50"/>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520" name="Line 51"/>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521" name="Rectangle 52"/>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sp>
            <p:nvSpPr>
              <p:cNvPr id="20522" name="Rectangle 53"/>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endParaRPr lang="en-US" altLang="en-US">
                  <a:solidFill>
                    <a:srgbClr val="000000"/>
                  </a:solidFill>
                </a:endParaRPr>
              </a:p>
            </p:txBody>
          </p:sp>
        </p:grpSp>
        <p:sp>
          <p:nvSpPr>
            <p:cNvPr id="20505" name="Text Box 54"/>
            <p:cNvSpPr txBox="1">
              <a:spLocks noChangeArrowheads="1"/>
            </p:cNvSpPr>
            <p:nvPr/>
          </p:nvSpPr>
          <p:spPr bwMode="auto">
            <a:xfrm>
              <a:off x="2830" y="2871"/>
              <a:ext cx="164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600">
                  <a:solidFill>
                    <a:srgbClr val="000000"/>
                  </a:solidFill>
                </a:rPr>
                <a:t>authoritative DNS server</a:t>
              </a:r>
              <a:endParaRPr lang="en-US" altLang="en-US">
                <a:solidFill>
                  <a:srgbClr val="000000"/>
                </a:solidFill>
              </a:endParaRPr>
            </a:p>
            <a:p>
              <a:pPr algn="ctr" fontAlgn="base">
                <a:spcBef>
                  <a:spcPct val="0"/>
                </a:spcBef>
                <a:spcAft>
                  <a:spcPct val="0"/>
                </a:spcAft>
              </a:pPr>
              <a:r>
                <a:rPr lang="en-US" altLang="en-US" sz="1600" b="1">
                  <a:solidFill>
                    <a:srgbClr val="000000"/>
                  </a:solidFill>
                  <a:latin typeface="Arial" pitchFamily="34" charset="0"/>
                </a:rPr>
                <a:t>dns.cs.umass.edu</a:t>
              </a:r>
              <a:endParaRPr lang="en-US" altLang="en-US" sz="1600">
                <a:solidFill>
                  <a:srgbClr val="000000"/>
                </a:solidFill>
                <a:latin typeface="Arial" pitchFamily="34" charset="0"/>
              </a:endParaRPr>
            </a:p>
          </p:txBody>
        </p:sp>
        <p:sp>
          <p:nvSpPr>
            <p:cNvPr id="20506" name="Text Box 55"/>
            <p:cNvSpPr txBox="1">
              <a:spLocks noChangeArrowheads="1"/>
            </p:cNvSpPr>
            <p:nvPr/>
          </p:nvSpPr>
          <p:spPr bwMode="auto">
            <a:xfrm>
              <a:off x="2592" y="1344"/>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7</a:t>
              </a:r>
              <a:endParaRPr lang="en-US" altLang="en-US">
                <a:solidFill>
                  <a:srgbClr val="000000"/>
                </a:solidFill>
              </a:endParaRPr>
            </a:p>
          </p:txBody>
        </p:sp>
        <p:sp>
          <p:nvSpPr>
            <p:cNvPr id="20507" name="Text Box 56"/>
            <p:cNvSpPr txBox="1">
              <a:spLocks noChangeArrowheads="1"/>
            </p:cNvSpPr>
            <p:nvPr/>
          </p:nvSpPr>
          <p:spPr bwMode="auto">
            <a:xfrm>
              <a:off x="2393" y="2469"/>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8</a:t>
              </a:r>
              <a:endParaRPr lang="en-US" altLang="en-US">
                <a:solidFill>
                  <a:srgbClr val="000000"/>
                </a:solidFill>
              </a:endParaRPr>
            </a:p>
          </p:txBody>
        </p:sp>
        <p:sp>
          <p:nvSpPr>
            <p:cNvPr id="20508" name="Line 57"/>
            <p:cNvSpPr>
              <a:spLocks noChangeShapeType="1"/>
            </p:cNvSpPr>
            <p:nvPr/>
          </p:nvSpPr>
          <p:spPr bwMode="auto">
            <a:xfrm>
              <a:off x="3120" y="768"/>
              <a:ext cx="432" cy="72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2400">
                <a:solidFill>
                  <a:srgbClr val="000000"/>
                </a:solidFill>
                <a:latin typeface="Times New Roman" pitchFamily="18" charset="0"/>
              </a:endParaRPr>
            </a:p>
          </p:txBody>
        </p:sp>
        <p:sp>
          <p:nvSpPr>
            <p:cNvPr id="20509" name="Text Box 59"/>
            <p:cNvSpPr txBox="1">
              <a:spLocks noChangeArrowheads="1"/>
            </p:cNvSpPr>
            <p:nvPr/>
          </p:nvSpPr>
          <p:spPr bwMode="auto">
            <a:xfrm>
              <a:off x="3840" y="1536"/>
              <a:ext cx="126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000000"/>
                  </a:solidFill>
                </a:rPr>
                <a:t>TLD DNS server</a:t>
              </a:r>
              <a:endParaRPr lang="en-US" altLang="en-US" sz="1600">
                <a:solidFill>
                  <a:srgbClr val="000000"/>
                </a:solidFill>
              </a:endParaRPr>
            </a:p>
          </p:txBody>
        </p:sp>
        <p:sp>
          <p:nvSpPr>
            <p:cNvPr id="20510" name="Line 60"/>
            <p:cNvSpPr>
              <a:spLocks noChangeShapeType="1"/>
            </p:cNvSpPr>
            <p:nvPr/>
          </p:nvSpPr>
          <p:spPr bwMode="auto">
            <a:xfrm>
              <a:off x="3600" y="1872"/>
              <a:ext cx="0" cy="62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511" name="Line 61"/>
            <p:cNvSpPr>
              <a:spLocks noChangeShapeType="1"/>
            </p:cNvSpPr>
            <p:nvPr/>
          </p:nvSpPr>
          <p:spPr bwMode="auto">
            <a:xfrm flipH="1" flipV="1">
              <a:off x="3504" y="1920"/>
              <a:ext cx="0" cy="57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512" name="Line 62"/>
            <p:cNvSpPr>
              <a:spLocks noChangeShapeType="1"/>
            </p:cNvSpPr>
            <p:nvPr/>
          </p:nvSpPr>
          <p:spPr bwMode="auto">
            <a:xfrm flipH="1" flipV="1">
              <a:off x="3072" y="1008"/>
              <a:ext cx="336" cy="57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sp>
          <p:nvSpPr>
            <p:cNvPr id="20513" name="Text Box 63"/>
            <p:cNvSpPr txBox="1">
              <a:spLocks noChangeArrowheads="1"/>
            </p:cNvSpPr>
            <p:nvPr/>
          </p:nvSpPr>
          <p:spPr bwMode="auto">
            <a:xfrm>
              <a:off x="3408" y="1008"/>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fontAlgn="base">
                <a:spcBef>
                  <a:spcPct val="0"/>
                </a:spcBef>
                <a:spcAft>
                  <a:spcPct val="0"/>
                </a:spcAft>
              </a:pPr>
              <a:r>
                <a:rPr lang="en-US" altLang="en-US" sz="1800">
                  <a:solidFill>
                    <a:srgbClr val="FF0000"/>
                  </a:solidFill>
                  <a:latin typeface="Arial" pitchFamily="34" charset="0"/>
                </a:rPr>
                <a:t>3</a:t>
              </a:r>
              <a:endParaRPr lang="en-US" altLang="en-US">
                <a:solidFill>
                  <a:srgbClr val="000000"/>
                </a:solidFill>
              </a:endParaRPr>
            </a:p>
          </p:txBody>
        </p:sp>
        <p:sp>
          <p:nvSpPr>
            <p:cNvPr id="20514" name="Line 64"/>
            <p:cNvSpPr>
              <a:spLocks noChangeShapeType="1"/>
            </p:cNvSpPr>
            <p:nvPr/>
          </p:nvSpPr>
          <p:spPr bwMode="auto">
            <a:xfrm flipH="1">
              <a:off x="2448" y="1008"/>
              <a:ext cx="480" cy="52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fontAlgn="base">
                <a:spcBef>
                  <a:spcPct val="0"/>
                </a:spcBef>
                <a:spcAft>
                  <a:spcPct val="0"/>
                </a:spcAft>
              </a:pPr>
              <a:endParaRPr lang="en-US" sz="2400">
                <a:solidFill>
                  <a:srgbClr val="000000"/>
                </a:solidFill>
                <a:latin typeface="Times New Roman" pitchFamily="18" charset="0"/>
              </a:endParaRPr>
            </a:p>
          </p:txBody>
        </p:sp>
      </p:grpSp>
      <p:sp>
        <p:nvSpPr>
          <p:cNvPr id="20487" name="Rectangle 67"/>
          <p:cNvSpPr>
            <a:spLocks noChangeArrowheads="1"/>
          </p:cNvSpPr>
          <p:nvPr/>
        </p:nvSpPr>
        <p:spPr bwMode="auto">
          <a:xfrm>
            <a:off x="468313" y="1687513"/>
            <a:ext cx="3162300" cy="23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fontAlgn="base">
              <a:spcBef>
                <a:spcPct val="0"/>
              </a:spcBef>
              <a:spcAft>
                <a:spcPct val="0"/>
              </a:spcAft>
            </a:pPr>
            <a:r>
              <a:rPr lang="en-US" altLang="en-US" u="sng">
                <a:solidFill>
                  <a:srgbClr val="FF0000"/>
                </a:solidFill>
              </a:rPr>
              <a:t>recursive query:</a:t>
            </a:r>
            <a:endParaRPr lang="en-US" altLang="en-US" sz="2000">
              <a:solidFill>
                <a:srgbClr val="000000"/>
              </a:solidFill>
            </a:endParaRPr>
          </a:p>
          <a:p>
            <a:pPr fontAlgn="base">
              <a:spcBef>
                <a:spcPct val="0"/>
              </a:spcBef>
              <a:spcAft>
                <a:spcPct val="0"/>
              </a:spcAft>
              <a:buFont typeface="ZapfDingbats" pitchFamily="82" charset="2"/>
              <a:buChar char="r"/>
            </a:pPr>
            <a:r>
              <a:rPr lang="en-US" altLang="en-US" sz="2000">
                <a:solidFill>
                  <a:srgbClr val="000000"/>
                </a:solidFill>
              </a:rPr>
              <a:t>puts burden of name resolution on contacted name server</a:t>
            </a:r>
          </a:p>
          <a:p>
            <a:pPr fontAlgn="base">
              <a:spcBef>
                <a:spcPct val="0"/>
              </a:spcBef>
              <a:spcAft>
                <a:spcPct val="0"/>
              </a:spcAft>
              <a:buFont typeface="ZapfDingbats" pitchFamily="82" charset="2"/>
              <a:buChar char="r"/>
            </a:pPr>
            <a:r>
              <a:rPr lang="en-US" altLang="en-US" sz="2000">
                <a:solidFill>
                  <a:srgbClr val="000000"/>
                </a:solidFill>
              </a:rPr>
              <a:t>heavy load?</a:t>
            </a:r>
          </a:p>
        </p:txBody>
      </p:sp>
      <p:sp>
        <p:nvSpPr>
          <p:cNvPr id="20488" name="Rectangle 70"/>
          <p:cNvSpPr>
            <a:spLocks noGrp="1" noChangeArrowheads="1"/>
          </p:cNvSpPr>
          <p:nvPr>
            <p:ph type="title"/>
          </p:nvPr>
        </p:nvSpPr>
        <p:spPr/>
        <p:txBody>
          <a:bodyPr/>
          <a:lstStyle/>
          <a:p>
            <a:r>
              <a:rPr lang="en-US" altLang="en-US" sz="3600"/>
              <a:t>DNS name Recursive resolution example</a:t>
            </a:r>
          </a:p>
        </p:txBody>
      </p:sp>
    </p:spTree>
    <p:extLst>
      <p:ext uri="{BB962C8B-B14F-4D97-AF65-F5344CB8AC3E}">
        <p14:creationId xmlns:p14="http://schemas.microsoft.com/office/powerpoint/2010/main" val="41138309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ltLang="en-US"/>
              <a:t>Resource Records</a:t>
            </a:r>
          </a:p>
        </p:txBody>
      </p:sp>
      <p:sp>
        <p:nvSpPr>
          <p:cNvPr id="140291" name="Rectangle 3"/>
          <p:cNvSpPr>
            <a:spLocks noGrp="1" noChangeArrowheads="1"/>
          </p:cNvSpPr>
          <p:nvPr>
            <p:ph type="body" idx="1"/>
          </p:nvPr>
        </p:nvSpPr>
        <p:spPr>
          <a:xfrm>
            <a:off x="533400" y="1341438"/>
            <a:ext cx="7772400" cy="5148262"/>
          </a:xfrm>
        </p:spPr>
        <p:txBody>
          <a:bodyPr>
            <a:normAutofit/>
          </a:bodyPr>
          <a:lstStyle/>
          <a:p>
            <a:pPr>
              <a:defRPr/>
            </a:pPr>
            <a:r>
              <a:rPr lang="en-US" sz="2200" dirty="0"/>
              <a:t>When a resolver gives a domain name to DNS, what it gets back are the resource records associated with that name;</a:t>
            </a:r>
          </a:p>
          <a:p>
            <a:pPr>
              <a:defRPr/>
            </a:pPr>
            <a:r>
              <a:rPr lang="en-US" sz="2200" dirty="0"/>
              <a:t>Thus the primary function of DNS is to map domain names onto resource records</a:t>
            </a:r>
          </a:p>
          <a:p>
            <a:pPr>
              <a:defRPr/>
            </a:pPr>
            <a:r>
              <a:rPr lang="en-US" sz="2200" dirty="0"/>
              <a:t>Types of Resource Record are as given in the table.</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647" y="3581400"/>
            <a:ext cx="7761905" cy="3161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500539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altLang="en-US" dirty="0"/>
              <a:t>Parts Resource Records</a:t>
            </a:r>
          </a:p>
        </p:txBody>
      </p:sp>
      <p:graphicFrame>
        <p:nvGraphicFramePr>
          <p:cNvPr id="3" name="Diagram 2"/>
          <p:cNvGraphicFramePr/>
          <p:nvPr>
            <p:extLst>
              <p:ext uri="{D42A27DB-BD31-4B8C-83A1-F6EECF244321}">
                <p14:modId xmlns:p14="http://schemas.microsoft.com/office/powerpoint/2010/main" val="852673597"/>
              </p:ext>
            </p:extLst>
          </p:nvPr>
        </p:nvGraphicFramePr>
        <p:xfrm>
          <a:off x="533400" y="1600200"/>
          <a:ext cx="77724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38814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3945132854"/>
              </p:ext>
            </p:extLst>
          </p:nvPr>
        </p:nvGraphicFramePr>
        <p:xfrm>
          <a:off x="914400" y="14478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36963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Netprog:    TELNET</a:t>
            </a:r>
          </a:p>
        </p:txBody>
      </p:sp>
      <p:sp>
        <p:nvSpPr>
          <p:cNvPr id="12493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EFCB5226-5538-4189-AC48-2454ABDE4400}" type="slidenum">
              <a:rPr lang="en-US" altLang="en-US" sz="1400" smtClean="0"/>
              <a:pPr/>
              <a:t>62</a:t>
            </a:fld>
            <a:endParaRPr lang="en-US" altLang="en-US" sz="1400"/>
          </a:p>
        </p:txBody>
      </p:sp>
      <p:sp>
        <p:nvSpPr>
          <p:cNvPr id="124932" name="Rectangle 2"/>
          <p:cNvSpPr>
            <a:spLocks noGrp="1" noChangeArrowheads="1"/>
          </p:cNvSpPr>
          <p:nvPr>
            <p:ph type="title"/>
          </p:nvPr>
        </p:nvSpPr>
        <p:spPr>
          <a:noFill/>
        </p:spPr>
        <p:txBody>
          <a:bodyPr/>
          <a:lstStyle/>
          <a:p>
            <a:r>
              <a:rPr lang="en-US" altLang="en-US"/>
              <a:t>TELNET vs. </a:t>
            </a:r>
            <a:r>
              <a:rPr lang="en-US" altLang="en-US">
                <a:latin typeface="Courier New" pitchFamily="49" charset="0"/>
              </a:rPr>
              <a:t>telnet</a:t>
            </a:r>
          </a:p>
        </p:txBody>
      </p:sp>
      <p:sp>
        <p:nvSpPr>
          <p:cNvPr id="124933" name="Rectangle 3"/>
          <p:cNvSpPr>
            <a:spLocks noGrp="1" noChangeArrowheads="1"/>
          </p:cNvSpPr>
          <p:nvPr>
            <p:ph type="body" idx="1"/>
          </p:nvPr>
        </p:nvSpPr>
        <p:spPr>
          <a:xfrm>
            <a:off x="685800" y="1219200"/>
            <a:ext cx="7772400" cy="4724400"/>
          </a:xfrm>
          <a:noFill/>
        </p:spPr>
        <p:txBody>
          <a:bodyPr/>
          <a:lstStyle/>
          <a:p>
            <a:pPr>
              <a:lnSpc>
                <a:spcPct val="130000"/>
              </a:lnSpc>
            </a:pPr>
            <a:r>
              <a:rPr lang="en-US" altLang="en-US"/>
              <a:t>TELNET is a </a:t>
            </a:r>
            <a:r>
              <a:rPr lang="en-US" altLang="en-US" i="1"/>
              <a:t>protocol</a:t>
            </a:r>
            <a:r>
              <a:rPr lang="en-US" altLang="en-US"/>
              <a:t> that provides “a general, bi-directional, eight-bit byte oriented communications facility”.</a:t>
            </a:r>
          </a:p>
          <a:p>
            <a:pPr>
              <a:lnSpc>
                <a:spcPct val="130000"/>
              </a:lnSpc>
            </a:pPr>
            <a:r>
              <a:rPr lang="en-US" altLang="en-US" b="1">
                <a:latin typeface="Courier New" pitchFamily="49" charset="0"/>
              </a:rPr>
              <a:t>telnet</a:t>
            </a:r>
            <a:r>
              <a:rPr lang="en-US" altLang="en-US"/>
              <a:t> is a </a:t>
            </a:r>
            <a:r>
              <a:rPr lang="en-US" altLang="en-US" i="1"/>
              <a:t>program</a:t>
            </a:r>
            <a:r>
              <a:rPr lang="en-US" altLang="en-US"/>
              <a:t> that supports the TELNET protocol over TCP.</a:t>
            </a:r>
          </a:p>
          <a:p>
            <a:pPr>
              <a:lnSpc>
                <a:spcPct val="130000"/>
              </a:lnSpc>
            </a:pPr>
            <a:r>
              <a:rPr lang="en-US" altLang="en-US"/>
              <a:t>Many application protocols are built upon the TELNET protocol.</a:t>
            </a:r>
          </a:p>
        </p:txBody>
      </p:sp>
    </p:spTree>
    <p:extLst>
      <p:ext uri="{BB962C8B-B14F-4D97-AF65-F5344CB8AC3E}">
        <p14:creationId xmlns:p14="http://schemas.microsoft.com/office/powerpoint/2010/main" val="12037198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6"/>
          <p:cNvSpPr>
            <a:spLocks noGrp="1"/>
          </p:cNvSpPr>
          <p:nvPr>
            <p:ph type="title"/>
          </p:nvPr>
        </p:nvSpPr>
        <p:spPr>
          <a:xfrm>
            <a:off x="533400" y="152400"/>
            <a:ext cx="7772400" cy="1143000"/>
          </a:xfrm>
        </p:spPr>
        <p:txBody>
          <a:bodyPr/>
          <a:lstStyle/>
          <a:p>
            <a:r>
              <a:rPr lang="en-US" altLang="en-US" dirty="0"/>
              <a:t>TELNET Protocol</a:t>
            </a:r>
          </a:p>
        </p:txBody>
      </p:sp>
      <p:graphicFrame>
        <p:nvGraphicFramePr>
          <p:cNvPr id="10" name="Content Placeholder 9"/>
          <p:cNvGraphicFramePr>
            <a:graphicFrameLocks noGrp="1"/>
          </p:cNvGraphicFramePr>
          <p:nvPr>
            <p:ph idx="1"/>
          </p:nvPr>
        </p:nvGraphicFramePr>
        <p:xfrm>
          <a:off x="576262" y="1471613"/>
          <a:ext cx="8210550" cy="5186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p:txBody>
          <a:bodyPr/>
          <a:lstStyle/>
          <a:p>
            <a:pPr>
              <a:defRPr/>
            </a:pPr>
            <a:r>
              <a:rPr lang="en-US" dirty="0"/>
              <a:t> </a:t>
            </a:r>
            <a:endParaRPr lang="en-US" dirty="0">
              <a:latin typeface="Times New Roman" pitchFamily="18" charset="0"/>
            </a:endParaRPr>
          </a:p>
        </p:txBody>
      </p:sp>
    </p:spTree>
    <p:extLst>
      <p:ext uri="{BB962C8B-B14F-4D97-AF65-F5344CB8AC3E}">
        <p14:creationId xmlns:p14="http://schemas.microsoft.com/office/powerpoint/2010/main" val="17065628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6" name="Text Box 2"/>
          <p:cNvSpPr txBox="1">
            <a:spLocks noChangeArrowheads="1"/>
          </p:cNvSpPr>
          <p:nvPr/>
        </p:nvSpPr>
        <p:spPr bwMode="auto">
          <a:xfrm>
            <a:off x="990600" y="90488"/>
            <a:ext cx="5715000" cy="584200"/>
          </a:xfrm>
          <a:prstGeom prst="rect">
            <a:avLst/>
          </a:prstGeom>
          <a:noFill/>
          <a:ln w="9525">
            <a:noFill/>
            <a:miter lim="800000"/>
            <a:headEnd/>
            <a:tailEnd/>
          </a:ln>
        </p:spPr>
        <p:txBody>
          <a:bodyPr>
            <a:spAutoFit/>
          </a:bodyPr>
          <a:lstStyle/>
          <a:p>
            <a:pPr>
              <a:defRPr/>
            </a:pPr>
            <a:r>
              <a:rPr lang="en-US" altLang="en-US" sz="3200" i="1" dirty="0">
                <a:effectLst>
                  <a:outerShdw blurRad="38100" dist="38100" dir="2700000" algn="tl">
                    <a:srgbClr val="000000">
                      <a:alpha val="43137"/>
                    </a:srgbClr>
                  </a:outerShdw>
                </a:effectLst>
              </a:rPr>
              <a:t>Local login</a:t>
            </a:r>
          </a:p>
        </p:txBody>
      </p:sp>
      <p:pic>
        <p:nvPicPr>
          <p:cNvPr id="12698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138" y="1036638"/>
            <a:ext cx="5419725"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66631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Text Box 2"/>
          <p:cNvSpPr txBox="1">
            <a:spLocks noChangeArrowheads="1"/>
          </p:cNvSpPr>
          <p:nvPr/>
        </p:nvSpPr>
        <p:spPr bwMode="auto">
          <a:xfrm>
            <a:off x="990600" y="90488"/>
            <a:ext cx="5715000" cy="584200"/>
          </a:xfrm>
          <a:prstGeom prst="rect">
            <a:avLst/>
          </a:prstGeom>
          <a:noFill/>
          <a:ln w="9525">
            <a:noFill/>
            <a:miter lim="800000"/>
            <a:headEnd/>
            <a:tailEnd/>
          </a:ln>
        </p:spPr>
        <p:txBody>
          <a:bodyPr>
            <a:spAutoFit/>
          </a:bodyPr>
          <a:lstStyle/>
          <a:p>
            <a:pPr>
              <a:defRPr/>
            </a:pPr>
            <a:r>
              <a:rPr lang="en-US" altLang="en-US" sz="3200" i="1" dirty="0">
                <a:effectLst>
                  <a:outerShdw blurRad="38100" dist="38100" dir="2700000" algn="tl">
                    <a:srgbClr val="000000">
                      <a:alpha val="43137"/>
                    </a:srgbClr>
                  </a:outerShdw>
                </a:effectLst>
              </a:rPr>
              <a:t>Remote login</a:t>
            </a:r>
          </a:p>
        </p:txBody>
      </p:sp>
      <p:pic>
        <p:nvPicPr>
          <p:cNvPr id="12801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 y="1882775"/>
            <a:ext cx="8940800"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50185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Footer Placeholder 1"/>
          <p:cNvSpPr>
            <a:spLocks noGrp="1"/>
          </p:cNvSpPr>
          <p:nvPr>
            <p:ph type="ftr" sz="quarter" idx="11"/>
          </p:nvPr>
        </p:nvSpPr>
        <p:spPr>
          <a:xfrm>
            <a:off x="6858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l"/>
            <a:r>
              <a:rPr lang="en-US" altLang="en-US" sz="1400"/>
              <a:t>TCP/IP Protocol Suite</a:t>
            </a:r>
          </a:p>
        </p:txBody>
      </p:sp>
      <p:sp>
        <p:nvSpPr>
          <p:cNvPr id="12" name="Slide Number Placeholder 2"/>
          <p:cNvSpPr>
            <a:spLocks noGrp="1"/>
          </p:cNvSpPr>
          <p:nvPr>
            <p:ph type="sldNum" sz="quarter" idx="12"/>
          </p:nvPr>
        </p:nvSpPr>
        <p:spPr>
          <a:xfrm>
            <a:off x="5410200" y="6400800"/>
            <a:ext cx="2895600" cy="457200"/>
          </a:xfrm>
        </p:spPr>
        <p:txBody>
          <a:bodyPr/>
          <a:lstStyle/>
          <a:p>
            <a:pPr>
              <a:defRPr/>
            </a:pPr>
            <a:fld id="{9D27BDFC-D206-46DB-A583-118C5F4F7A06}" type="slidenum">
              <a:rPr lang="en-US">
                <a:latin typeface="+mn-lt"/>
              </a:rPr>
              <a:pPr>
                <a:defRPr/>
              </a:pPr>
              <a:t>66</a:t>
            </a:fld>
            <a:endParaRPr lang="en-US">
              <a:latin typeface="+mn-lt"/>
            </a:endParaRPr>
          </a:p>
        </p:txBody>
      </p:sp>
      <p:sp>
        <p:nvSpPr>
          <p:cNvPr id="134148" name="Text Box 2"/>
          <p:cNvSpPr txBox="1">
            <a:spLocks noChangeArrowheads="1"/>
          </p:cNvSpPr>
          <p:nvPr/>
        </p:nvSpPr>
        <p:spPr bwMode="auto">
          <a:xfrm>
            <a:off x="990600" y="90488"/>
            <a:ext cx="5715000" cy="584200"/>
          </a:xfrm>
          <a:prstGeom prst="rect">
            <a:avLst/>
          </a:prstGeom>
          <a:noFill/>
          <a:ln w="9525">
            <a:noFill/>
            <a:miter lim="800000"/>
            <a:headEnd/>
            <a:tailEnd/>
          </a:ln>
        </p:spPr>
        <p:txBody>
          <a:bodyPr>
            <a:spAutoFit/>
          </a:bodyPr>
          <a:lstStyle/>
          <a:p>
            <a:pPr>
              <a:defRPr/>
            </a:pPr>
            <a:r>
              <a:rPr lang="en-US" altLang="en-US" sz="3200" i="1" dirty="0">
                <a:effectLst>
                  <a:outerShdw blurRad="38100" dist="38100" dir="2700000" algn="tl">
                    <a:srgbClr val="000000">
                      <a:alpha val="43137"/>
                    </a:srgbClr>
                  </a:outerShdw>
                </a:effectLst>
              </a:rPr>
              <a:t>Concept of NVT</a:t>
            </a:r>
          </a:p>
        </p:txBody>
      </p:sp>
      <p:sp>
        <p:nvSpPr>
          <p:cNvPr id="129029" name="Rectangle 3"/>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endParaRPr kumimoji="1" lang="en-US" altLang="en-US"/>
          </a:p>
        </p:txBody>
      </p:sp>
      <p:sp>
        <p:nvSpPr>
          <p:cNvPr id="12903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endParaRPr kumimoji="1" lang="en-US" altLang="en-US"/>
          </a:p>
        </p:txBody>
      </p:sp>
      <p:sp>
        <p:nvSpPr>
          <p:cNvPr id="129031" name="Rectangle 5"/>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endParaRPr kumimoji="1" lang="en-US" altLang="en-US"/>
          </a:p>
        </p:txBody>
      </p:sp>
      <p:sp>
        <p:nvSpPr>
          <p:cNvPr id="12903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endParaRPr kumimoji="1" lang="en-US" altLang="en-US"/>
          </a:p>
        </p:txBody>
      </p:sp>
      <p:sp>
        <p:nvSpPr>
          <p:cNvPr id="12903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endParaRPr kumimoji="1" lang="en-US" altLang="en-US"/>
          </a:p>
        </p:txBody>
      </p:sp>
      <p:sp>
        <p:nvSpPr>
          <p:cNvPr id="129034" name="Rectangle 8"/>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endParaRPr kumimoji="1" lang="en-US" altLang="en-US"/>
          </a:p>
        </p:txBody>
      </p:sp>
      <p:sp>
        <p:nvSpPr>
          <p:cNvPr id="12903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endParaRPr kumimoji="1" lang="en-US" altLang="en-US"/>
          </a:p>
        </p:txBody>
      </p:sp>
      <p:pic>
        <p:nvPicPr>
          <p:cNvPr id="12903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75" y="2205038"/>
            <a:ext cx="8391525" cy="251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074181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defRPr/>
            </a:pPr>
            <a:r>
              <a:rPr lang="en-US" dirty="0">
                <a:effectLst>
                  <a:outerShdw blurRad="38100" dist="38100" dir="2700000" algn="tl">
                    <a:srgbClr val="000000">
                      <a:alpha val="43137"/>
                    </a:srgbClr>
                  </a:outerShdw>
                </a:effectLst>
              </a:rPr>
              <a:t>Network Virtual Terminal </a:t>
            </a:r>
            <a:endParaRPr lang="en-US" u="none" dirty="0">
              <a:solidFill>
                <a:schemeClr val="tx1"/>
              </a:solidFill>
              <a:effectLst>
                <a:outerShdw blurRad="38100" dist="38100" dir="2700000" algn="tl">
                  <a:srgbClr val="000000">
                    <a:alpha val="43137"/>
                  </a:srgbClr>
                </a:outerShdw>
              </a:effectLst>
              <a:latin typeface="Comic Sans MS (Body)"/>
            </a:endParaRPr>
          </a:p>
        </p:txBody>
      </p:sp>
      <p:graphicFrame>
        <p:nvGraphicFramePr>
          <p:cNvPr id="6" name="Content Placeholder 5"/>
          <p:cNvGraphicFramePr>
            <a:graphicFrameLocks noGrp="1"/>
          </p:cNvGraphicFramePr>
          <p:nvPr>
            <p:ph idx="1"/>
          </p:nvPr>
        </p:nvGraphicFramePr>
        <p:xfrm>
          <a:off x="533400" y="1243013"/>
          <a:ext cx="7772400" cy="50053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Footer Placeholder 1"/>
          <p:cNvSpPr>
            <a:spLocks noGrp="1"/>
          </p:cNvSpPr>
          <p:nvPr>
            <p:ph type="ftr" sz="quarter" idx="11"/>
          </p:nvPr>
        </p:nvSpPr>
        <p:spPr/>
        <p:txBody>
          <a:bodyPr/>
          <a:lstStyle/>
          <a:p>
            <a:pPr>
              <a:defRPr/>
            </a:pPr>
            <a:r>
              <a:rPr lang="en-US"/>
              <a:t> Introduction</a:t>
            </a:r>
            <a:endParaRPr lang="en-US">
              <a:latin typeface="Times New Roman" pitchFamily="18" charset="0"/>
            </a:endParaRPr>
          </a:p>
        </p:txBody>
      </p:sp>
      <p:sp>
        <p:nvSpPr>
          <p:cNvPr id="130053" name="Slide Number Placeholder 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400"/>
              <a:t>1-</a:t>
            </a:r>
            <a:fld id="{BA59D315-F118-45DD-A7B8-076EC378A30F}" type="slidenum">
              <a:rPr lang="en-US" altLang="en-US" sz="1400" smtClean="0"/>
              <a:pPr/>
              <a:t>67</a:t>
            </a:fld>
            <a:endParaRPr lang="en-US" altLang="en-US" sz="1400"/>
          </a:p>
        </p:txBody>
      </p:sp>
    </p:spTree>
    <p:extLst>
      <p:ext uri="{BB962C8B-B14F-4D97-AF65-F5344CB8AC3E}">
        <p14:creationId xmlns:p14="http://schemas.microsoft.com/office/powerpoint/2010/main" val="4301186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t>Netprog:    TELNET</a:t>
            </a:r>
          </a:p>
        </p:txBody>
      </p:sp>
      <p:sp>
        <p:nvSpPr>
          <p:cNvPr id="13107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F69411B2-8FC4-42C5-8D07-CF6FCEEAED2E}" type="slidenum">
              <a:rPr lang="en-US" altLang="en-US" sz="1400" smtClean="0"/>
              <a:pPr/>
              <a:t>68</a:t>
            </a:fld>
            <a:endParaRPr lang="en-US" altLang="en-US" sz="1400"/>
          </a:p>
        </p:txBody>
      </p:sp>
      <p:sp>
        <p:nvSpPr>
          <p:cNvPr id="138244" name="Rectangle 2"/>
          <p:cNvSpPr>
            <a:spLocks noGrp="1" noChangeArrowheads="1"/>
          </p:cNvSpPr>
          <p:nvPr>
            <p:ph type="title"/>
          </p:nvPr>
        </p:nvSpPr>
        <p:spPr/>
        <p:txBody>
          <a:bodyPr/>
          <a:lstStyle/>
          <a:p>
            <a:pPr>
              <a:defRPr/>
            </a:pPr>
            <a:r>
              <a:rPr lang="en-US" dirty="0">
                <a:effectLst>
                  <a:outerShdw blurRad="38100" dist="38100" dir="2700000" algn="tl">
                    <a:srgbClr val="000000">
                      <a:alpha val="43137"/>
                    </a:srgbClr>
                  </a:outerShdw>
                </a:effectLst>
              </a:rPr>
              <a:t>Network Virtual Terminal</a:t>
            </a:r>
          </a:p>
        </p:txBody>
      </p:sp>
      <p:sp>
        <p:nvSpPr>
          <p:cNvPr id="131077" name="Rectangle 3"/>
          <p:cNvSpPr>
            <a:spLocks noGrp="1" noChangeArrowheads="1"/>
          </p:cNvSpPr>
          <p:nvPr>
            <p:ph type="body" idx="1"/>
          </p:nvPr>
        </p:nvSpPr>
        <p:spPr>
          <a:noFill/>
        </p:spPr>
        <p:txBody>
          <a:bodyPr/>
          <a:lstStyle/>
          <a:p>
            <a:r>
              <a:rPr lang="en-US" altLang="en-US"/>
              <a:t>intermediate representation of a generic terminal.</a:t>
            </a:r>
          </a:p>
          <a:p>
            <a:r>
              <a:rPr lang="en-US" altLang="en-US"/>
              <a:t>provides a standard language for communication of terminal control functions.</a:t>
            </a:r>
          </a:p>
          <a:p>
            <a:r>
              <a:rPr lang="en-US" altLang="en-US"/>
              <a:t>NVT uses two sets of characters, one for data(0) and other for control(1)</a:t>
            </a:r>
          </a:p>
        </p:txBody>
      </p:sp>
    </p:spTree>
    <p:extLst>
      <p:ext uri="{BB962C8B-B14F-4D97-AF65-F5344CB8AC3E}">
        <p14:creationId xmlns:p14="http://schemas.microsoft.com/office/powerpoint/2010/main" val="28793189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ffectLst>
                  <a:outerShdw blurRad="38100" dist="38100" dir="2700000" algn="tl">
                    <a:srgbClr val="000000">
                      <a:alpha val="43137"/>
                    </a:srgbClr>
                  </a:outerShdw>
                </a:effectLst>
              </a:rPr>
              <a:t>TELNET Command Structure</a:t>
            </a:r>
          </a:p>
        </p:txBody>
      </p:sp>
      <p:sp>
        <p:nvSpPr>
          <p:cNvPr id="4" name="Footer Placeholder 3"/>
          <p:cNvSpPr>
            <a:spLocks noGrp="1"/>
          </p:cNvSpPr>
          <p:nvPr>
            <p:ph type="ftr" sz="quarter" idx="11"/>
          </p:nvPr>
        </p:nvSpPr>
        <p:spPr/>
        <p:txBody>
          <a:bodyPr/>
          <a:lstStyle/>
          <a:p>
            <a:pPr>
              <a:defRPr/>
            </a:pPr>
            <a:r>
              <a:rPr lang="en-US"/>
              <a:t> Introduction</a:t>
            </a:r>
            <a:endParaRPr lang="en-US">
              <a:latin typeface="Times New Roman" pitchFamily="18" charset="0"/>
            </a:endParaRPr>
          </a:p>
        </p:txBody>
      </p:sp>
      <p:sp>
        <p:nvSpPr>
          <p:cNvPr id="13210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400"/>
              <a:t>1-</a:t>
            </a:r>
            <a:fld id="{BCD54707-D915-43BD-AD37-6B3E177E6EBE}" type="slidenum">
              <a:rPr lang="en-US" altLang="en-US" sz="1400" smtClean="0"/>
              <a:pPr/>
              <a:t>69</a:t>
            </a:fld>
            <a:endParaRPr lang="en-US" altLang="en-US" sz="1400"/>
          </a:p>
        </p:txBody>
      </p:sp>
      <p:pic>
        <p:nvPicPr>
          <p:cNvPr id="132101" name="Picture 2" descr="http://mars.netanya.ac.il/~unesco/cdrom/booklet/HTML/NETWORKING/IMAGES/telnet7.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024063"/>
            <a:ext cx="6743700" cy="329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68877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ffectLst>
                  <a:outerShdw blurRad="38100" dist="38100" dir="2700000" algn="tl">
                    <a:srgbClr val="000000">
                      <a:alpha val="43137"/>
                    </a:srgbClr>
                  </a:outerShdw>
                </a:effectLst>
              </a:rPr>
              <a:t>TELNET Basic Commands</a:t>
            </a:r>
          </a:p>
        </p:txBody>
      </p:sp>
      <p:graphicFrame>
        <p:nvGraphicFramePr>
          <p:cNvPr id="6" name="Content Placeholder 5"/>
          <p:cNvGraphicFramePr>
            <a:graphicFrameLocks noGrp="1"/>
          </p:cNvGraphicFramePr>
          <p:nvPr>
            <p:ph idx="1"/>
          </p:nvPr>
        </p:nvGraphicFramePr>
        <p:xfrm>
          <a:off x="533400" y="1600200"/>
          <a:ext cx="77724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p:cNvSpPr>
            <a:spLocks noGrp="1"/>
          </p:cNvSpPr>
          <p:nvPr>
            <p:ph type="ftr" sz="quarter" idx="11"/>
          </p:nvPr>
        </p:nvSpPr>
        <p:spPr/>
        <p:txBody>
          <a:bodyPr/>
          <a:lstStyle/>
          <a:p>
            <a:pPr>
              <a:defRPr/>
            </a:pPr>
            <a:r>
              <a:rPr lang="en-US"/>
              <a:t> Introduction</a:t>
            </a:r>
            <a:endParaRPr lang="en-US">
              <a:latin typeface="Times New Roman" pitchFamily="18" charset="0"/>
            </a:endParaRPr>
          </a:p>
        </p:txBody>
      </p:sp>
      <p:sp>
        <p:nvSpPr>
          <p:cNvPr id="13312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en-US" sz="1400"/>
              <a:t>1-</a:t>
            </a:r>
            <a:fld id="{BB6A1249-7886-4B48-A3DA-81865CB15E74}" type="slidenum">
              <a:rPr lang="en-US" altLang="en-US" sz="1400" smtClean="0"/>
              <a:pPr/>
              <a:t>70</a:t>
            </a:fld>
            <a:endParaRPr lang="en-US" altLang="en-US" sz="1400"/>
          </a:p>
        </p:txBody>
      </p:sp>
    </p:spTree>
    <p:extLst>
      <p:ext uri="{BB962C8B-B14F-4D97-AF65-F5344CB8AC3E}">
        <p14:creationId xmlns:p14="http://schemas.microsoft.com/office/powerpoint/2010/main" val="16265181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3663545315"/>
              </p:ext>
            </p:extLst>
          </p:nvPr>
        </p:nvGraphicFramePr>
        <p:xfrm>
          <a:off x="914400" y="14478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52289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Number Placeholder 3"/>
          <p:cNvSpPr>
            <a:spLocks noGrp="1"/>
          </p:cNvSpPr>
          <p:nvPr>
            <p:ph type="sldNum" sz="quarter" idx="12"/>
          </p:nvPr>
        </p:nvSpPr>
        <p:spPr>
          <a:xfrm>
            <a:off x="6858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l"/>
            <a:fld id="{0B6C67BE-6EAE-4BD8-BB9D-C939972F811A}" type="slidenum">
              <a:rPr lang="en-US" altLang="en-US" sz="1400" smtClean="0"/>
              <a:pPr algn="l"/>
              <a:t>72</a:t>
            </a:fld>
            <a:endParaRPr lang="en-US" altLang="en-US" sz="1400"/>
          </a:p>
        </p:txBody>
      </p:sp>
      <p:sp>
        <p:nvSpPr>
          <p:cNvPr id="118787" name="Rectangle 2"/>
          <p:cNvSpPr>
            <a:spLocks noGrp="1" noChangeArrowheads="1"/>
          </p:cNvSpPr>
          <p:nvPr>
            <p:ph type="title"/>
          </p:nvPr>
        </p:nvSpPr>
        <p:spPr>
          <a:xfrm>
            <a:off x="0" y="228600"/>
            <a:ext cx="9144000" cy="557213"/>
          </a:xfrm>
        </p:spPr>
        <p:txBody>
          <a:bodyPr>
            <a:normAutofit fontScale="90000"/>
          </a:bodyPr>
          <a:lstStyle/>
          <a:p>
            <a:r>
              <a:rPr lang="en-US" altLang="en-US" sz="3200"/>
              <a:t>Need of Dynamic Assignment of IP addresses</a:t>
            </a:r>
          </a:p>
        </p:txBody>
      </p:sp>
      <p:graphicFrame>
        <p:nvGraphicFramePr>
          <p:cNvPr id="5" name="Diagram 4"/>
          <p:cNvGraphicFramePr/>
          <p:nvPr/>
        </p:nvGraphicFramePr>
        <p:xfrm>
          <a:off x="533400" y="1071562"/>
          <a:ext cx="7772400" cy="5362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97185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Number Placeholder 3"/>
          <p:cNvSpPr>
            <a:spLocks noGrp="1"/>
          </p:cNvSpPr>
          <p:nvPr>
            <p:ph type="sldNum" sz="quarter" idx="12"/>
          </p:nvPr>
        </p:nvSpPr>
        <p:spPr>
          <a:xfrm>
            <a:off x="6858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l"/>
            <a:fld id="{973FE8FA-5DD7-4484-990D-7EB88DFB5E78}" type="slidenum">
              <a:rPr lang="en-US" altLang="en-US" sz="1400" smtClean="0"/>
              <a:pPr algn="l"/>
              <a:t>73</a:t>
            </a:fld>
            <a:endParaRPr lang="en-US" altLang="en-US" sz="1400"/>
          </a:p>
        </p:txBody>
      </p:sp>
      <p:sp>
        <p:nvSpPr>
          <p:cNvPr id="119811" name="Rectangle 2"/>
          <p:cNvSpPr>
            <a:spLocks noGrp="1" noChangeArrowheads="1"/>
          </p:cNvSpPr>
          <p:nvPr>
            <p:ph type="title"/>
          </p:nvPr>
        </p:nvSpPr>
        <p:spPr/>
        <p:txBody>
          <a:bodyPr/>
          <a:lstStyle/>
          <a:p>
            <a:r>
              <a:rPr lang="en-US" altLang="en-US"/>
              <a:t>DHCP</a:t>
            </a:r>
          </a:p>
        </p:txBody>
      </p:sp>
      <p:sp>
        <p:nvSpPr>
          <p:cNvPr id="119812" name="Rectangle 3"/>
          <p:cNvSpPr>
            <a:spLocks noGrp="1" noChangeArrowheads="1"/>
          </p:cNvSpPr>
          <p:nvPr>
            <p:ph type="body" idx="1"/>
          </p:nvPr>
        </p:nvSpPr>
        <p:spPr>
          <a:xfrm>
            <a:off x="257175" y="1343025"/>
            <a:ext cx="8386763" cy="4905375"/>
          </a:xfrm>
        </p:spPr>
        <p:txBody>
          <a:bodyPr/>
          <a:lstStyle/>
          <a:p>
            <a:pPr lvl="1"/>
            <a:r>
              <a:rPr lang="en-US" altLang="en-US"/>
              <a:t>Designed in 1993</a:t>
            </a:r>
          </a:p>
          <a:p>
            <a:pPr lvl="1"/>
            <a:r>
              <a:rPr lang="en-US" altLang="en-US"/>
              <a:t>Uses UDP </a:t>
            </a:r>
          </a:p>
          <a:p>
            <a:pPr lvl="1"/>
            <a:r>
              <a:rPr lang="en-US" altLang="en-US"/>
              <a:t>An extension of BOOTP (Many similarities to BOOTP)</a:t>
            </a:r>
          </a:p>
          <a:p>
            <a:pPr lvl="1"/>
            <a:r>
              <a:rPr lang="en-US" altLang="en-US"/>
              <a:t>IP addresses are assigned dynamically on demand</a:t>
            </a:r>
          </a:p>
          <a:p>
            <a:pPr lvl="1"/>
            <a:r>
              <a:rPr lang="en-US" altLang="en-US"/>
              <a:t>Supports temporary allocation (“leases”) of IP addresses</a:t>
            </a:r>
          </a:p>
          <a:p>
            <a:pPr lvl="1"/>
            <a:r>
              <a:rPr lang="en-US" altLang="en-US"/>
              <a:t>DHCP client can acquire all IP configuration parameters </a:t>
            </a:r>
          </a:p>
          <a:p>
            <a:pPr lvl="1"/>
            <a:r>
              <a:rPr lang="en-US" altLang="en-US"/>
              <a:t>DHCP can interoperate with BOOTP clients.</a:t>
            </a:r>
          </a:p>
          <a:p>
            <a:pPr lvl="2"/>
            <a:endParaRPr lang="en-US" altLang="en-US"/>
          </a:p>
        </p:txBody>
      </p:sp>
    </p:spTree>
    <p:extLst>
      <p:ext uri="{BB962C8B-B14F-4D97-AF65-F5344CB8AC3E}">
        <p14:creationId xmlns:p14="http://schemas.microsoft.com/office/powerpoint/2010/main" val="11181596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Slide Number Placeholder 4"/>
          <p:cNvSpPr>
            <a:spLocks noGrp="1"/>
          </p:cNvSpPr>
          <p:nvPr>
            <p:ph type="sldNum" sz="quarter" idx="12"/>
          </p:nvPr>
        </p:nvSpPr>
        <p:spPr>
          <a:xfrm>
            <a:off x="6858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l"/>
            <a:fld id="{CD76E7B0-5AC9-4BEB-9958-593D46D9F8F4}" type="slidenum">
              <a:rPr lang="en-US" altLang="en-US" sz="1400" smtClean="0"/>
              <a:pPr algn="l"/>
              <a:t>74</a:t>
            </a:fld>
            <a:endParaRPr lang="en-US" altLang="en-US" sz="1400"/>
          </a:p>
        </p:txBody>
      </p:sp>
      <p:sp>
        <p:nvSpPr>
          <p:cNvPr id="21509" name="Rectangle 2"/>
          <p:cNvSpPr>
            <a:spLocks noGrp="1" noChangeArrowheads="1"/>
          </p:cNvSpPr>
          <p:nvPr>
            <p:ph type="title"/>
          </p:nvPr>
        </p:nvSpPr>
        <p:spPr/>
        <p:txBody>
          <a:bodyPr/>
          <a:lstStyle/>
          <a:p>
            <a:r>
              <a:rPr lang="en-US" altLang="en-US"/>
              <a:t>DHCP Interaction (simplified)</a:t>
            </a:r>
          </a:p>
        </p:txBody>
      </p:sp>
      <p:graphicFrame>
        <p:nvGraphicFramePr>
          <p:cNvPr id="21506" name="Object 2"/>
          <p:cNvGraphicFramePr>
            <a:graphicFrameLocks noGrp="1" noChangeAspect="1"/>
          </p:cNvGraphicFramePr>
          <p:nvPr>
            <p:ph sz="half" idx="1"/>
          </p:nvPr>
        </p:nvGraphicFramePr>
        <p:xfrm>
          <a:off x="2000250" y="1563688"/>
          <a:ext cx="5472113" cy="2008187"/>
        </p:xfrm>
        <a:graphic>
          <a:graphicData uri="http://schemas.openxmlformats.org/presentationml/2006/ole">
            <mc:AlternateContent xmlns:mc="http://schemas.openxmlformats.org/markup-compatibility/2006">
              <mc:Choice xmlns:v="urn:schemas-microsoft-com:vml" Requires="v">
                <p:oleObj name="Visio" r:id="rId2" imgW="8829360" imgH="3770640" progId="Visio.Drawing.6">
                  <p:embed/>
                </p:oleObj>
              </mc:Choice>
              <mc:Fallback>
                <p:oleObj name="Visio" r:id="rId2" imgW="8829360" imgH="3770640"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0" y="1563688"/>
                        <a:ext cx="5472113" cy="200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7" name="Object 3"/>
          <p:cNvGraphicFramePr>
            <a:graphicFrameLocks noGrp="1" noChangeAspect="1"/>
          </p:cNvGraphicFramePr>
          <p:nvPr>
            <p:ph sz="half" idx="2"/>
          </p:nvPr>
        </p:nvGraphicFramePr>
        <p:xfrm>
          <a:off x="885825" y="4016375"/>
          <a:ext cx="7386638" cy="2309813"/>
        </p:xfrm>
        <a:graphic>
          <a:graphicData uri="http://schemas.openxmlformats.org/presentationml/2006/ole">
            <mc:AlternateContent xmlns:mc="http://schemas.openxmlformats.org/markup-compatibility/2006">
              <mc:Choice xmlns:v="urn:schemas-microsoft-com:vml" Requires="v">
                <p:oleObj name="Visio" r:id="rId4" imgW="9344787" imgH="4256634" progId="Visio.Drawing.6">
                  <p:embed/>
                </p:oleObj>
              </mc:Choice>
              <mc:Fallback>
                <p:oleObj name="Visio" r:id="rId4" imgW="9344787" imgH="4256634"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5825" y="4016375"/>
                        <a:ext cx="7386638" cy="230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213946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Slide Number Placeholder 3"/>
          <p:cNvSpPr>
            <a:spLocks noGrp="1"/>
          </p:cNvSpPr>
          <p:nvPr>
            <p:ph type="sldNum" sz="quarter" idx="12"/>
          </p:nvPr>
        </p:nvSpPr>
        <p:spPr>
          <a:xfrm>
            <a:off x="6858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l"/>
            <a:fld id="{B90ED5C8-B15E-4541-B9C3-00FCE0BF7B2A}" type="slidenum">
              <a:rPr lang="en-US" altLang="en-US" sz="1400" smtClean="0"/>
              <a:pPr algn="l"/>
              <a:t>75</a:t>
            </a:fld>
            <a:endParaRPr lang="en-US" altLang="en-US" sz="1400"/>
          </a:p>
        </p:txBody>
      </p:sp>
      <p:sp>
        <p:nvSpPr>
          <p:cNvPr id="22532" name="Rectangle 5"/>
          <p:cNvSpPr>
            <a:spLocks noGrp="1" noChangeArrowheads="1"/>
          </p:cNvSpPr>
          <p:nvPr>
            <p:ph type="title"/>
          </p:nvPr>
        </p:nvSpPr>
        <p:spPr/>
        <p:txBody>
          <a:bodyPr/>
          <a:lstStyle/>
          <a:p>
            <a:r>
              <a:rPr lang="en-US" altLang="en-US"/>
              <a:t>BOOTP/DHCP Message Format</a:t>
            </a:r>
          </a:p>
        </p:txBody>
      </p:sp>
      <p:graphicFrame>
        <p:nvGraphicFramePr>
          <p:cNvPr id="22530" name="Object 2"/>
          <p:cNvGraphicFramePr>
            <a:graphicFrameLocks noGrp="1" noChangeAspect="1"/>
          </p:cNvGraphicFramePr>
          <p:nvPr>
            <p:ph idx="1"/>
          </p:nvPr>
        </p:nvGraphicFramePr>
        <p:xfrm>
          <a:off x="520700" y="1200150"/>
          <a:ext cx="8369300" cy="5124450"/>
        </p:xfrm>
        <a:graphic>
          <a:graphicData uri="http://schemas.openxmlformats.org/presentationml/2006/ole">
            <mc:AlternateContent xmlns:mc="http://schemas.openxmlformats.org/markup-compatibility/2006">
              <mc:Choice xmlns:v="urn:schemas-microsoft-com:vml" Requires="v">
                <p:oleObj name="Visio" r:id="rId2" imgW="7780401" imgH="4763414" progId="Visio.Drawing.6">
                  <p:embed/>
                </p:oleObj>
              </mc:Choice>
              <mc:Fallback>
                <p:oleObj name="Visio" r:id="rId2" imgW="7780401" imgH="4763414"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700" y="1200150"/>
                        <a:ext cx="8369300" cy="5124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33" name="Text Box 7"/>
          <p:cNvSpPr txBox="1">
            <a:spLocks noChangeArrowheads="1"/>
          </p:cNvSpPr>
          <p:nvPr/>
        </p:nvSpPr>
        <p:spPr bwMode="auto">
          <a:xfrm>
            <a:off x="1685925" y="6343650"/>
            <a:ext cx="683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US" altLang="en-US"/>
              <a:t>(There are &gt;100 different options)</a:t>
            </a:r>
          </a:p>
        </p:txBody>
      </p:sp>
    </p:spTree>
    <p:extLst>
      <p:ext uri="{BB962C8B-B14F-4D97-AF65-F5344CB8AC3E}">
        <p14:creationId xmlns:p14="http://schemas.microsoft.com/office/powerpoint/2010/main" val="801907633"/>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Number Placeholder 3"/>
          <p:cNvSpPr>
            <a:spLocks noGrp="1"/>
          </p:cNvSpPr>
          <p:nvPr>
            <p:ph type="sldNum" sz="quarter" idx="12"/>
          </p:nvPr>
        </p:nvSpPr>
        <p:spPr>
          <a:xfrm>
            <a:off x="6858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l"/>
            <a:fld id="{7148FB40-A071-4056-A0F9-FACF18127BE2}" type="slidenum">
              <a:rPr lang="en-US" altLang="en-US" sz="1400" smtClean="0"/>
              <a:pPr algn="l"/>
              <a:t>76</a:t>
            </a:fld>
            <a:endParaRPr lang="en-US" altLang="en-US" sz="1400"/>
          </a:p>
        </p:txBody>
      </p:sp>
      <p:sp>
        <p:nvSpPr>
          <p:cNvPr id="120835" name="Rectangle 2"/>
          <p:cNvSpPr>
            <a:spLocks noGrp="1" noChangeArrowheads="1"/>
          </p:cNvSpPr>
          <p:nvPr>
            <p:ph type="title"/>
          </p:nvPr>
        </p:nvSpPr>
        <p:spPr/>
        <p:txBody>
          <a:bodyPr/>
          <a:lstStyle/>
          <a:p>
            <a:r>
              <a:rPr lang="en-US" altLang="en-US"/>
              <a:t>BOOTP/DHCP</a:t>
            </a:r>
          </a:p>
        </p:txBody>
      </p:sp>
      <p:sp>
        <p:nvSpPr>
          <p:cNvPr id="190467" name="Rectangle 3"/>
          <p:cNvSpPr>
            <a:spLocks noGrp="1" noChangeArrowheads="1"/>
          </p:cNvSpPr>
          <p:nvPr>
            <p:ph type="body" idx="1"/>
          </p:nvPr>
        </p:nvSpPr>
        <p:spPr/>
        <p:txBody>
          <a:bodyPr>
            <a:normAutofit lnSpcReduction="10000"/>
          </a:bodyPr>
          <a:lstStyle/>
          <a:p>
            <a:pPr>
              <a:defRPr/>
            </a:pPr>
            <a:r>
              <a:rPr lang="en-US" b="1" dirty="0" err="1"/>
              <a:t>OpCode</a:t>
            </a:r>
            <a:r>
              <a:rPr lang="en-US" dirty="0"/>
              <a:t>: </a:t>
            </a:r>
            <a:r>
              <a:rPr lang="en-US" i="1" dirty="0"/>
              <a:t>1 (Request), 2(Reply)</a:t>
            </a:r>
          </a:p>
          <a:p>
            <a:pPr lvl="3">
              <a:buFontTx/>
              <a:buNone/>
              <a:defRPr/>
            </a:pPr>
            <a:r>
              <a:rPr lang="en-US" i="1" dirty="0"/>
              <a:t> 	Note: DHCP message type is sent in an option</a:t>
            </a:r>
            <a:endParaRPr lang="en-US" dirty="0"/>
          </a:p>
          <a:p>
            <a:pPr>
              <a:defRPr/>
            </a:pPr>
            <a:r>
              <a:rPr lang="en-US" b="1" dirty="0"/>
              <a:t>Hardware Type</a:t>
            </a:r>
            <a:r>
              <a:rPr lang="en-US" dirty="0"/>
              <a:t>: </a:t>
            </a:r>
            <a:r>
              <a:rPr lang="en-US" i="1" dirty="0"/>
              <a:t>1 (for Ethernet)</a:t>
            </a:r>
          </a:p>
          <a:p>
            <a:pPr>
              <a:defRPr/>
            </a:pPr>
            <a:r>
              <a:rPr lang="en-US" b="1" dirty="0"/>
              <a:t>Hardware address length</a:t>
            </a:r>
            <a:r>
              <a:rPr lang="en-US" dirty="0"/>
              <a:t>: </a:t>
            </a:r>
            <a:r>
              <a:rPr lang="en-US" i="1" dirty="0"/>
              <a:t>6 (for Ethernet)</a:t>
            </a:r>
          </a:p>
          <a:p>
            <a:pPr>
              <a:defRPr/>
            </a:pPr>
            <a:r>
              <a:rPr lang="en-US" b="1" dirty="0"/>
              <a:t>Hop count</a:t>
            </a:r>
            <a:r>
              <a:rPr lang="en-US" dirty="0"/>
              <a:t>: </a:t>
            </a:r>
            <a:r>
              <a:rPr lang="en-US" i="1" dirty="0"/>
              <a:t>set to 0 by client</a:t>
            </a:r>
          </a:p>
          <a:p>
            <a:pPr>
              <a:defRPr/>
            </a:pPr>
            <a:r>
              <a:rPr lang="en-US" b="1" dirty="0"/>
              <a:t>Transaction ID</a:t>
            </a:r>
            <a:r>
              <a:rPr lang="en-US" dirty="0"/>
              <a:t>: </a:t>
            </a:r>
            <a:r>
              <a:rPr lang="en-US" i="1" dirty="0"/>
              <a:t>Integer (used to match reply to response)</a:t>
            </a:r>
          </a:p>
          <a:p>
            <a:pPr>
              <a:defRPr/>
            </a:pPr>
            <a:r>
              <a:rPr lang="en-US" b="1" dirty="0"/>
              <a:t>Seconds:</a:t>
            </a:r>
            <a:r>
              <a:rPr lang="en-US" dirty="0"/>
              <a:t> </a:t>
            </a:r>
            <a:r>
              <a:rPr lang="en-US" i="1" dirty="0"/>
              <a:t>number of seconds since the client started to boot</a:t>
            </a:r>
          </a:p>
          <a:p>
            <a:pPr>
              <a:defRPr/>
            </a:pPr>
            <a:r>
              <a:rPr lang="en-US" b="1" dirty="0"/>
              <a:t>Client IP address, Your IP address, server IP address, Gateway IP address, client hardware address,  server host name, boot file name:</a:t>
            </a:r>
            <a:r>
              <a:rPr lang="en-US" dirty="0"/>
              <a:t> </a:t>
            </a:r>
            <a:br>
              <a:rPr lang="en-US" dirty="0"/>
            </a:br>
            <a:r>
              <a:rPr lang="en-US" i="1" dirty="0"/>
              <a:t>client fills in the information that it has, leaves rest blank </a:t>
            </a:r>
          </a:p>
          <a:p>
            <a:pPr>
              <a:defRPr/>
            </a:pPr>
            <a:endParaRPr lang="en-US" dirty="0"/>
          </a:p>
        </p:txBody>
      </p:sp>
    </p:spTree>
    <p:extLst>
      <p:ext uri="{BB962C8B-B14F-4D97-AF65-F5344CB8AC3E}">
        <p14:creationId xmlns:p14="http://schemas.microsoft.com/office/powerpoint/2010/main" val="932811235"/>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4"/>
          <p:cNvSpPr>
            <a:spLocks noGrp="1" noChangeArrowheads="1"/>
          </p:cNvSpPr>
          <p:nvPr>
            <p:ph type="title"/>
          </p:nvPr>
        </p:nvSpPr>
        <p:spPr/>
        <p:txBody>
          <a:bodyPr/>
          <a:lstStyle/>
          <a:p>
            <a:r>
              <a:rPr lang="en-US" altLang="en-US"/>
              <a:t>DHCP Message Type</a:t>
            </a:r>
          </a:p>
        </p:txBody>
      </p:sp>
      <p:graphicFrame>
        <p:nvGraphicFramePr>
          <p:cNvPr id="197679" name="Group 47"/>
          <p:cNvGraphicFramePr>
            <a:graphicFrameLocks noGrp="1"/>
          </p:cNvGraphicFramePr>
          <p:nvPr>
            <p:ph idx="1"/>
          </p:nvPr>
        </p:nvGraphicFramePr>
        <p:xfrm>
          <a:off x="1476375" y="1685925"/>
          <a:ext cx="6667500" cy="4876803"/>
        </p:xfrm>
        <a:graphic>
          <a:graphicData uri="http://schemas.openxmlformats.org/drawingml/2006/table">
            <a:tbl>
              <a:tblPr/>
              <a:tblGrid>
                <a:gridCol w="2250054">
                  <a:extLst>
                    <a:ext uri="{9D8B030D-6E8A-4147-A177-3AD203B41FA5}">
                      <a16:colId xmlns:a16="http://schemas.microsoft.com/office/drawing/2014/main" val="20000"/>
                    </a:ext>
                  </a:extLst>
                </a:gridCol>
                <a:gridCol w="4417446">
                  <a:extLst>
                    <a:ext uri="{9D8B030D-6E8A-4147-A177-3AD203B41FA5}">
                      <a16:colId xmlns:a16="http://schemas.microsoft.com/office/drawing/2014/main" val="20001"/>
                    </a:ext>
                  </a:extLst>
                </a:gridCol>
              </a:tblGrid>
              <a:tr h="5413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tab pos="5661025" algn="l"/>
                        </a:tabLst>
                      </a:pPr>
                      <a:r>
                        <a:rPr kumimoji="0" lang="en-US" sz="2000" b="1" i="0" u="none" strike="noStrike" cap="none" normalizeH="0" baseline="0" dirty="0">
                          <a:ln>
                            <a:noFill/>
                          </a:ln>
                          <a:solidFill>
                            <a:schemeClr val="tx1"/>
                          </a:solidFill>
                          <a:effectLst/>
                          <a:latin typeface="Arial" pitchFamily="34" charset="0"/>
                        </a:rPr>
                        <a:t>Value</a:t>
                      </a:r>
                    </a:p>
                  </a:txBody>
                  <a:tcPr marL="162194" marR="162194"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tab pos="5661025" algn="l"/>
                        </a:tabLst>
                      </a:pPr>
                      <a:r>
                        <a:rPr kumimoji="0" lang="en-US" sz="2000" b="1" i="0" u="none" strike="noStrike" cap="none" normalizeH="0" baseline="0">
                          <a:ln>
                            <a:noFill/>
                          </a:ln>
                          <a:solidFill>
                            <a:schemeClr val="tx1"/>
                          </a:solidFill>
                          <a:effectLst/>
                          <a:latin typeface="Arial" pitchFamily="34" charset="0"/>
                        </a:rPr>
                        <a:t>Message Type</a:t>
                      </a:r>
                    </a:p>
                  </a:txBody>
                  <a:tcPr marL="162194" marR="162194"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29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dirty="0">
                          <a:ln>
                            <a:noFill/>
                          </a:ln>
                          <a:solidFill>
                            <a:schemeClr val="tx1"/>
                          </a:solidFill>
                          <a:effectLst/>
                          <a:latin typeface="Arial" pitchFamily="34" charset="0"/>
                        </a:rPr>
                        <a:t>1</a:t>
                      </a:r>
                    </a:p>
                  </a:txBody>
                  <a:tcPr marL="162194" marR="162194"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DHCPDISCOVER </a:t>
                      </a:r>
                    </a:p>
                  </a:txBody>
                  <a:tcPr marL="162194" marR="162194"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13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dirty="0">
                          <a:ln>
                            <a:noFill/>
                          </a:ln>
                          <a:solidFill>
                            <a:schemeClr val="tx1"/>
                          </a:solidFill>
                          <a:effectLst/>
                          <a:latin typeface="Arial" pitchFamily="34" charset="0"/>
                        </a:rPr>
                        <a:t>2</a:t>
                      </a:r>
                    </a:p>
                  </a:txBody>
                  <a:tcPr marL="162194" marR="162194"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DHCPOFFER </a:t>
                      </a:r>
                    </a:p>
                  </a:txBody>
                  <a:tcPr marL="162194" marR="162194"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13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3</a:t>
                      </a:r>
                    </a:p>
                  </a:txBody>
                  <a:tcPr marL="162194" marR="162194"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DHCPREQUEST </a:t>
                      </a:r>
                    </a:p>
                  </a:txBody>
                  <a:tcPr marL="162194" marR="162194"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29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4</a:t>
                      </a:r>
                    </a:p>
                  </a:txBody>
                  <a:tcPr marL="162194" marR="162194"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DHCPDECLINE </a:t>
                      </a:r>
                    </a:p>
                  </a:txBody>
                  <a:tcPr marL="162194" marR="162194"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13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5</a:t>
                      </a:r>
                    </a:p>
                  </a:txBody>
                  <a:tcPr marL="162194" marR="162194"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DHCPACK </a:t>
                      </a:r>
                    </a:p>
                  </a:txBody>
                  <a:tcPr marL="162194" marR="162194"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13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6</a:t>
                      </a:r>
                    </a:p>
                  </a:txBody>
                  <a:tcPr marL="162194" marR="162194"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DHCPNAK </a:t>
                      </a:r>
                    </a:p>
                  </a:txBody>
                  <a:tcPr marL="162194" marR="162194"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2925">
                <a:tc>
                  <a:txBody>
                    <a:bodyPr/>
                    <a:lstStyle/>
                    <a:p>
                      <a:pPr marL="0" marR="0" lvl="0" indent="0" algn="ctr"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7</a:t>
                      </a:r>
                    </a:p>
                  </a:txBody>
                  <a:tcPr marL="162194" marR="162194"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DHCPRELEASE </a:t>
                      </a:r>
                    </a:p>
                  </a:txBody>
                  <a:tcPr marL="162194" marR="162194"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41338">
                <a:tc>
                  <a:txBody>
                    <a:bodyPr/>
                    <a:lstStyle/>
                    <a:p>
                      <a:pPr marL="0" marR="0" lvl="0" indent="0" algn="ctr"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a:ln>
                            <a:noFill/>
                          </a:ln>
                          <a:solidFill>
                            <a:schemeClr val="tx1"/>
                          </a:solidFill>
                          <a:effectLst/>
                          <a:latin typeface="Arial" pitchFamily="34" charset="0"/>
                        </a:rPr>
                        <a:t>8</a:t>
                      </a:r>
                    </a:p>
                  </a:txBody>
                  <a:tcPr marL="162194" marR="162194"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tab pos="5661025" algn="l"/>
                        </a:tabLst>
                      </a:pPr>
                      <a:r>
                        <a:rPr kumimoji="0" lang="en-US" sz="2000" b="0" i="0" u="none" strike="noStrike" cap="none" normalizeH="0" baseline="0" dirty="0">
                          <a:ln>
                            <a:noFill/>
                          </a:ln>
                          <a:solidFill>
                            <a:schemeClr val="tx1"/>
                          </a:solidFill>
                          <a:effectLst/>
                          <a:latin typeface="Arial" pitchFamily="34" charset="0"/>
                        </a:rPr>
                        <a:t>DHCPINFORM </a:t>
                      </a:r>
                    </a:p>
                  </a:txBody>
                  <a:tcPr marL="162194" marR="162194"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2189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l"/>
            <a:fld id="{BB6CB866-0F9C-41E4-9EB9-4DCA31C49683}" type="slidenum">
              <a:rPr lang="en-US" altLang="en-US" sz="1400" smtClean="0"/>
              <a:pPr algn="l"/>
              <a:t>77</a:t>
            </a:fld>
            <a:endParaRPr lang="en-US" altLang="en-US" sz="1400"/>
          </a:p>
        </p:txBody>
      </p:sp>
    </p:spTree>
    <p:extLst>
      <p:ext uri="{BB962C8B-B14F-4D97-AF65-F5344CB8AC3E}">
        <p14:creationId xmlns:p14="http://schemas.microsoft.com/office/powerpoint/2010/main" val="11334088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Slide Number Placeholder 4"/>
          <p:cNvSpPr>
            <a:spLocks noGrp="1"/>
          </p:cNvSpPr>
          <p:nvPr>
            <p:ph type="sldNum" sz="quarter" idx="12"/>
          </p:nvPr>
        </p:nvSpPr>
        <p:spPr>
          <a:xfrm>
            <a:off x="6858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l"/>
            <a:fld id="{B3D4FE63-3FFE-4991-A0CB-2783F9A61496}" type="slidenum">
              <a:rPr lang="en-US" altLang="en-US" sz="1400" smtClean="0"/>
              <a:pPr algn="l"/>
              <a:t>78</a:t>
            </a:fld>
            <a:endParaRPr lang="en-US" altLang="en-US" sz="1400"/>
          </a:p>
        </p:txBody>
      </p:sp>
      <p:sp>
        <p:nvSpPr>
          <p:cNvPr id="23557" name="Rectangle 2"/>
          <p:cNvSpPr>
            <a:spLocks noGrp="1" noChangeArrowheads="1"/>
          </p:cNvSpPr>
          <p:nvPr>
            <p:ph type="title"/>
          </p:nvPr>
        </p:nvSpPr>
        <p:spPr/>
        <p:txBody>
          <a:bodyPr/>
          <a:lstStyle/>
          <a:p>
            <a:r>
              <a:rPr lang="en-US" altLang="en-US"/>
              <a:t>DHCP Operation</a:t>
            </a:r>
          </a:p>
        </p:txBody>
      </p:sp>
      <p:sp>
        <p:nvSpPr>
          <p:cNvPr id="23558" name="Rectangle 7"/>
          <p:cNvSpPr>
            <a:spLocks noGrp="1" noChangeArrowheads="1"/>
          </p:cNvSpPr>
          <p:nvPr>
            <p:ph type="body" sz="half" idx="1"/>
          </p:nvPr>
        </p:nvSpPr>
        <p:spPr>
          <a:xfrm>
            <a:off x="200025" y="2190750"/>
            <a:ext cx="3038475" cy="352425"/>
          </a:xfrm>
        </p:spPr>
        <p:txBody>
          <a:bodyPr/>
          <a:lstStyle/>
          <a:p>
            <a:pPr>
              <a:lnSpc>
                <a:spcPct val="90000"/>
              </a:lnSpc>
            </a:pPr>
            <a:r>
              <a:rPr lang="en-US" altLang="en-US" sz="1800"/>
              <a:t>DCHP DISCOVER</a:t>
            </a:r>
          </a:p>
        </p:txBody>
      </p:sp>
      <p:graphicFrame>
        <p:nvGraphicFramePr>
          <p:cNvPr id="23554" name="Object 2"/>
          <p:cNvGraphicFramePr>
            <a:graphicFrameLocks noGrp="1" noChangeAspect="1"/>
          </p:cNvGraphicFramePr>
          <p:nvPr>
            <p:ph idx="4294967295"/>
          </p:nvPr>
        </p:nvGraphicFramePr>
        <p:xfrm>
          <a:off x="4268788" y="1419225"/>
          <a:ext cx="4875212" cy="2220913"/>
        </p:xfrm>
        <a:graphic>
          <a:graphicData uri="http://schemas.openxmlformats.org/presentationml/2006/ole">
            <mc:AlternateContent xmlns:mc="http://schemas.openxmlformats.org/markup-compatibility/2006">
              <mc:Choice xmlns:v="urn:schemas-microsoft-com:vml" Requires="v">
                <p:oleObj name="Visio" r:id="rId2" imgW="9344787" imgH="4256634" progId="Visio.Drawing.6">
                  <p:embed/>
                </p:oleObj>
              </mc:Choice>
              <mc:Fallback>
                <p:oleObj name="Visio" r:id="rId2" imgW="9344787" imgH="4256634"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8788" y="1419225"/>
                        <a:ext cx="4875212" cy="2220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5" name="Object 3"/>
          <p:cNvGraphicFramePr>
            <a:graphicFrameLocks noChangeAspect="1"/>
          </p:cNvGraphicFramePr>
          <p:nvPr/>
        </p:nvGraphicFramePr>
        <p:xfrm>
          <a:off x="4129088" y="3905250"/>
          <a:ext cx="4875212" cy="2220913"/>
        </p:xfrm>
        <a:graphic>
          <a:graphicData uri="http://schemas.openxmlformats.org/presentationml/2006/ole">
            <mc:AlternateContent xmlns:mc="http://schemas.openxmlformats.org/markup-compatibility/2006">
              <mc:Choice xmlns:v="urn:schemas-microsoft-com:vml" Requires="v">
                <p:oleObj name="Visio" r:id="rId4" imgW="9344787" imgH="4256634" progId="Visio.Drawing.6">
                  <p:embed/>
                </p:oleObj>
              </mc:Choice>
              <mc:Fallback>
                <p:oleObj name="Visio" r:id="rId4" imgW="9344787" imgH="4256634"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9088" y="3905250"/>
                        <a:ext cx="4875212" cy="22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9" name="Rectangle 9"/>
          <p:cNvSpPr>
            <a:spLocks noChangeArrowheads="1"/>
          </p:cNvSpPr>
          <p:nvPr/>
        </p:nvSpPr>
        <p:spPr bwMode="auto">
          <a:xfrm>
            <a:off x="200025" y="4724400"/>
            <a:ext cx="30384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lstStyle>
            <a:lvl1pPr marL="342900" indent="-342900" eaLnBrk="0" hangingPunct="0">
              <a:tabLst>
                <a:tab pos="5661025" algn="l"/>
              </a:tabLst>
              <a:defRPr sz="2400">
                <a:solidFill>
                  <a:schemeClr val="tx1"/>
                </a:solidFill>
                <a:latin typeface="Times New Roman" pitchFamily="18" charset="0"/>
              </a:defRPr>
            </a:lvl1pPr>
            <a:lvl2pPr marL="742950" indent="-285750" eaLnBrk="0" hangingPunct="0">
              <a:tabLst>
                <a:tab pos="5661025" algn="l"/>
              </a:tabLst>
              <a:defRPr sz="2400">
                <a:solidFill>
                  <a:schemeClr val="tx1"/>
                </a:solidFill>
                <a:latin typeface="Times New Roman" pitchFamily="18" charset="0"/>
              </a:defRPr>
            </a:lvl2pPr>
            <a:lvl3pPr marL="1143000" indent="-228600" eaLnBrk="0" hangingPunct="0">
              <a:tabLst>
                <a:tab pos="5661025" algn="l"/>
              </a:tabLst>
              <a:defRPr sz="2400">
                <a:solidFill>
                  <a:schemeClr val="tx1"/>
                </a:solidFill>
                <a:latin typeface="Times New Roman" pitchFamily="18" charset="0"/>
              </a:defRPr>
            </a:lvl3pPr>
            <a:lvl4pPr marL="1600200" indent="-228600" eaLnBrk="0" hangingPunct="0">
              <a:tabLst>
                <a:tab pos="5661025" algn="l"/>
              </a:tabLst>
              <a:defRPr sz="2400">
                <a:solidFill>
                  <a:schemeClr val="tx1"/>
                </a:solidFill>
                <a:latin typeface="Times New Roman" pitchFamily="18" charset="0"/>
              </a:defRPr>
            </a:lvl4pPr>
            <a:lvl5pPr marL="2057400" indent="-228600" eaLnBrk="0" hangingPunct="0">
              <a:tabLst>
                <a:tab pos="5661025"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5661025"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5661025"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5661025"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5661025" algn="l"/>
              </a:tabLst>
              <a:defRPr sz="2400">
                <a:solidFill>
                  <a:schemeClr val="tx1"/>
                </a:solidFill>
                <a:latin typeface="Times New Roman" pitchFamily="18" charset="0"/>
              </a:defRPr>
            </a:lvl9pPr>
          </a:lstStyle>
          <a:p>
            <a:pPr eaLnBrk="1" hangingPunct="1">
              <a:lnSpc>
                <a:spcPct val="90000"/>
              </a:lnSpc>
              <a:spcBef>
                <a:spcPct val="20000"/>
              </a:spcBef>
            </a:pPr>
            <a:r>
              <a:rPr lang="en-US" altLang="en-US" sz="1800">
                <a:latin typeface="Arial" pitchFamily="34" charset="0"/>
              </a:rPr>
              <a:t>DCHP OFFER</a:t>
            </a:r>
          </a:p>
        </p:txBody>
      </p:sp>
    </p:spTree>
    <p:extLst>
      <p:ext uri="{BB962C8B-B14F-4D97-AF65-F5344CB8AC3E}">
        <p14:creationId xmlns:p14="http://schemas.microsoft.com/office/powerpoint/2010/main" val="14023999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4"/>
          <p:cNvSpPr>
            <a:spLocks noGrp="1"/>
          </p:cNvSpPr>
          <p:nvPr>
            <p:ph type="sldNum" sz="quarter" idx="12"/>
          </p:nvPr>
        </p:nvSpPr>
        <p:spPr>
          <a:xfrm>
            <a:off x="685800" y="624840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l"/>
            <a:fld id="{AAB591A7-DA23-4BEB-8EDB-ED5FE6B02FB1}" type="slidenum">
              <a:rPr lang="en-US" altLang="en-US" sz="1400" smtClean="0"/>
              <a:pPr algn="l"/>
              <a:t>79</a:t>
            </a:fld>
            <a:endParaRPr lang="en-US" altLang="en-US" sz="1400"/>
          </a:p>
        </p:txBody>
      </p:sp>
      <p:sp>
        <p:nvSpPr>
          <p:cNvPr id="25604" name="Rectangle 2"/>
          <p:cNvSpPr>
            <a:spLocks noGrp="1" noChangeArrowheads="1"/>
          </p:cNvSpPr>
          <p:nvPr>
            <p:ph type="title"/>
          </p:nvPr>
        </p:nvSpPr>
        <p:spPr/>
        <p:txBody>
          <a:bodyPr/>
          <a:lstStyle/>
          <a:p>
            <a:r>
              <a:rPr lang="en-US" altLang="en-US"/>
              <a:t>DHCP Operation</a:t>
            </a:r>
          </a:p>
        </p:txBody>
      </p:sp>
      <p:graphicFrame>
        <p:nvGraphicFramePr>
          <p:cNvPr id="25602" name="Object 2"/>
          <p:cNvGraphicFramePr>
            <a:graphicFrameLocks noChangeAspect="1"/>
          </p:cNvGraphicFramePr>
          <p:nvPr/>
        </p:nvGraphicFramePr>
        <p:xfrm>
          <a:off x="4129088" y="1419225"/>
          <a:ext cx="4875212" cy="2220913"/>
        </p:xfrm>
        <a:graphic>
          <a:graphicData uri="http://schemas.openxmlformats.org/presentationml/2006/ole">
            <mc:AlternateContent xmlns:mc="http://schemas.openxmlformats.org/markup-compatibility/2006">
              <mc:Choice xmlns:v="urn:schemas-microsoft-com:vml" Requires="v">
                <p:oleObj name="Visio" r:id="rId2" imgW="9344787" imgH="4256634" progId="Visio.Drawing.6">
                  <p:embed/>
                </p:oleObj>
              </mc:Choice>
              <mc:Fallback>
                <p:oleObj name="Visio" r:id="rId2" imgW="9344787" imgH="4256634" progId="Visio.Drawing.6">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9088" y="1419225"/>
                        <a:ext cx="4875212" cy="22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5" name="Rectangle 4"/>
          <p:cNvSpPr>
            <a:spLocks noChangeArrowheads="1"/>
          </p:cNvSpPr>
          <p:nvPr/>
        </p:nvSpPr>
        <p:spPr bwMode="auto">
          <a:xfrm>
            <a:off x="200025" y="2238375"/>
            <a:ext cx="30384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lstStyle>
            <a:lvl1pPr marL="342900" indent="-342900" eaLnBrk="0" hangingPunct="0">
              <a:tabLst>
                <a:tab pos="5661025" algn="l"/>
              </a:tabLst>
              <a:defRPr sz="2400">
                <a:solidFill>
                  <a:schemeClr val="tx1"/>
                </a:solidFill>
                <a:latin typeface="Times New Roman" pitchFamily="18" charset="0"/>
              </a:defRPr>
            </a:lvl1pPr>
            <a:lvl2pPr marL="742950" indent="-285750" eaLnBrk="0" hangingPunct="0">
              <a:tabLst>
                <a:tab pos="5661025" algn="l"/>
              </a:tabLst>
              <a:defRPr sz="2400">
                <a:solidFill>
                  <a:schemeClr val="tx1"/>
                </a:solidFill>
                <a:latin typeface="Times New Roman" pitchFamily="18" charset="0"/>
              </a:defRPr>
            </a:lvl2pPr>
            <a:lvl3pPr marL="1143000" indent="-228600" eaLnBrk="0" hangingPunct="0">
              <a:tabLst>
                <a:tab pos="5661025" algn="l"/>
              </a:tabLst>
              <a:defRPr sz="2400">
                <a:solidFill>
                  <a:schemeClr val="tx1"/>
                </a:solidFill>
                <a:latin typeface="Times New Roman" pitchFamily="18" charset="0"/>
              </a:defRPr>
            </a:lvl3pPr>
            <a:lvl4pPr marL="1600200" indent="-228600" eaLnBrk="0" hangingPunct="0">
              <a:tabLst>
                <a:tab pos="5661025" algn="l"/>
              </a:tabLst>
              <a:defRPr sz="2400">
                <a:solidFill>
                  <a:schemeClr val="tx1"/>
                </a:solidFill>
                <a:latin typeface="Times New Roman" pitchFamily="18" charset="0"/>
              </a:defRPr>
            </a:lvl4pPr>
            <a:lvl5pPr marL="2057400" indent="-228600" eaLnBrk="0" hangingPunct="0">
              <a:tabLst>
                <a:tab pos="5661025"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5661025"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5661025"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5661025"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5661025" algn="l"/>
              </a:tabLst>
              <a:defRPr sz="2400">
                <a:solidFill>
                  <a:schemeClr val="tx1"/>
                </a:solidFill>
                <a:latin typeface="Times New Roman" pitchFamily="18" charset="0"/>
              </a:defRPr>
            </a:lvl9pPr>
          </a:lstStyle>
          <a:p>
            <a:pPr eaLnBrk="1" hangingPunct="1">
              <a:lnSpc>
                <a:spcPct val="90000"/>
              </a:lnSpc>
              <a:spcBef>
                <a:spcPct val="20000"/>
              </a:spcBef>
            </a:pPr>
            <a:r>
              <a:rPr lang="en-US" altLang="en-US" sz="1800">
                <a:latin typeface="Arial" pitchFamily="34" charset="0"/>
              </a:rPr>
              <a:t>DHCP RELEASE</a:t>
            </a:r>
          </a:p>
        </p:txBody>
      </p:sp>
      <p:sp>
        <p:nvSpPr>
          <p:cNvPr id="25606" name="Rectangle 5"/>
          <p:cNvSpPr>
            <a:spLocks noChangeArrowheads="1"/>
          </p:cNvSpPr>
          <p:nvPr/>
        </p:nvSpPr>
        <p:spPr bwMode="auto">
          <a:xfrm>
            <a:off x="266700" y="3152775"/>
            <a:ext cx="30384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lstStyle>
            <a:lvl1pPr eaLnBrk="0" hangingPunct="0">
              <a:tabLst>
                <a:tab pos="5661025" algn="l"/>
              </a:tabLst>
              <a:defRPr sz="2400">
                <a:solidFill>
                  <a:schemeClr val="tx1"/>
                </a:solidFill>
                <a:latin typeface="Times New Roman" pitchFamily="18" charset="0"/>
              </a:defRPr>
            </a:lvl1pPr>
            <a:lvl2pPr marL="742950" indent="-285750" eaLnBrk="0" hangingPunct="0">
              <a:tabLst>
                <a:tab pos="5661025" algn="l"/>
              </a:tabLst>
              <a:defRPr sz="2400">
                <a:solidFill>
                  <a:schemeClr val="tx1"/>
                </a:solidFill>
                <a:latin typeface="Times New Roman" pitchFamily="18" charset="0"/>
              </a:defRPr>
            </a:lvl2pPr>
            <a:lvl3pPr marL="1143000" indent="-228600" eaLnBrk="0" hangingPunct="0">
              <a:tabLst>
                <a:tab pos="5661025" algn="l"/>
              </a:tabLst>
              <a:defRPr sz="2400">
                <a:solidFill>
                  <a:schemeClr val="tx1"/>
                </a:solidFill>
                <a:latin typeface="Times New Roman" pitchFamily="18" charset="0"/>
              </a:defRPr>
            </a:lvl3pPr>
            <a:lvl4pPr marL="1600200" indent="-228600" eaLnBrk="0" hangingPunct="0">
              <a:tabLst>
                <a:tab pos="5661025" algn="l"/>
              </a:tabLst>
              <a:defRPr sz="2400">
                <a:solidFill>
                  <a:schemeClr val="tx1"/>
                </a:solidFill>
                <a:latin typeface="Times New Roman" pitchFamily="18" charset="0"/>
              </a:defRPr>
            </a:lvl4pPr>
            <a:lvl5pPr marL="2057400" indent="-228600" eaLnBrk="0" hangingPunct="0">
              <a:tabLst>
                <a:tab pos="5661025" algn="l"/>
              </a:tabLst>
              <a:defRPr sz="2400">
                <a:solidFill>
                  <a:schemeClr val="tx1"/>
                </a:solidFill>
                <a:latin typeface="Times New Roman" pitchFamily="18" charset="0"/>
              </a:defRPr>
            </a:lvl5pPr>
            <a:lvl6pPr marL="2514600" indent="-228600" eaLnBrk="0" fontAlgn="base" hangingPunct="0">
              <a:spcBef>
                <a:spcPct val="0"/>
              </a:spcBef>
              <a:spcAft>
                <a:spcPct val="0"/>
              </a:spcAft>
              <a:tabLst>
                <a:tab pos="5661025" algn="l"/>
              </a:tabLst>
              <a:defRPr sz="2400">
                <a:solidFill>
                  <a:schemeClr val="tx1"/>
                </a:solidFill>
                <a:latin typeface="Times New Roman" pitchFamily="18" charset="0"/>
              </a:defRPr>
            </a:lvl6pPr>
            <a:lvl7pPr marL="2971800" indent="-228600" eaLnBrk="0" fontAlgn="base" hangingPunct="0">
              <a:spcBef>
                <a:spcPct val="0"/>
              </a:spcBef>
              <a:spcAft>
                <a:spcPct val="0"/>
              </a:spcAft>
              <a:tabLst>
                <a:tab pos="5661025" algn="l"/>
              </a:tabLst>
              <a:defRPr sz="2400">
                <a:solidFill>
                  <a:schemeClr val="tx1"/>
                </a:solidFill>
                <a:latin typeface="Times New Roman" pitchFamily="18" charset="0"/>
              </a:defRPr>
            </a:lvl7pPr>
            <a:lvl8pPr marL="3429000" indent="-228600" eaLnBrk="0" fontAlgn="base" hangingPunct="0">
              <a:spcBef>
                <a:spcPct val="0"/>
              </a:spcBef>
              <a:spcAft>
                <a:spcPct val="0"/>
              </a:spcAft>
              <a:tabLst>
                <a:tab pos="5661025" algn="l"/>
              </a:tabLst>
              <a:defRPr sz="2400">
                <a:solidFill>
                  <a:schemeClr val="tx1"/>
                </a:solidFill>
                <a:latin typeface="Times New Roman" pitchFamily="18" charset="0"/>
              </a:defRPr>
            </a:lvl8pPr>
            <a:lvl9pPr marL="3886200" indent="-228600" eaLnBrk="0" fontAlgn="base" hangingPunct="0">
              <a:spcBef>
                <a:spcPct val="0"/>
              </a:spcBef>
              <a:spcAft>
                <a:spcPct val="0"/>
              </a:spcAft>
              <a:tabLst>
                <a:tab pos="5661025" algn="l"/>
              </a:tabLst>
              <a:defRPr sz="2400">
                <a:solidFill>
                  <a:schemeClr val="tx1"/>
                </a:solidFill>
                <a:latin typeface="Times New Roman" pitchFamily="18" charset="0"/>
              </a:defRPr>
            </a:lvl9pPr>
          </a:lstStyle>
          <a:p>
            <a:pPr eaLnBrk="1" hangingPunct="1">
              <a:lnSpc>
                <a:spcPct val="90000"/>
              </a:lnSpc>
              <a:spcBef>
                <a:spcPct val="20000"/>
              </a:spcBef>
            </a:pPr>
            <a:r>
              <a:rPr lang="en-US" altLang="en-US" sz="1800">
                <a:solidFill>
                  <a:srgbClr val="0000FF"/>
                </a:solidFill>
                <a:latin typeface="Arial" pitchFamily="34" charset="0"/>
              </a:rPr>
              <a:t>At this time, the DHCP client has released the IP address</a:t>
            </a:r>
          </a:p>
        </p:txBody>
      </p:sp>
    </p:spTree>
    <p:extLst>
      <p:ext uri="{BB962C8B-B14F-4D97-AF65-F5344CB8AC3E}">
        <p14:creationId xmlns:p14="http://schemas.microsoft.com/office/powerpoint/2010/main" val="15813151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60355471"/>
              </p:ext>
            </p:extLst>
          </p:nvPr>
        </p:nvGraphicFramePr>
        <p:xfrm>
          <a:off x="914400" y="1447800"/>
          <a:ext cx="77724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73796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6"/>
          <p:cNvSpPr>
            <a:spLocks noGrp="1" noChangeArrowheads="1"/>
          </p:cNvSpPr>
          <p:nvPr>
            <p:ph type="body" idx="1"/>
          </p:nvPr>
        </p:nvSpPr>
        <p:spPr/>
        <p:txBody>
          <a:bodyPr/>
          <a:lstStyle/>
          <a:p>
            <a:pPr>
              <a:buFontTx/>
              <a:buNone/>
            </a:pPr>
            <a:r>
              <a:rPr lang="en-US" altLang="en-US" sz="2800">
                <a:solidFill>
                  <a:schemeClr val="accent1"/>
                </a:solidFill>
                <a:latin typeface="Arial" pitchFamily="34" charset="0"/>
              </a:rPr>
              <a:t>Basic tasks that fall under this category are:</a:t>
            </a:r>
            <a:endParaRPr lang="en-US" altLang="en-US">
              <a:solidFill>
                <a:schemeClr val="accent1"/>
              </a:solidFill>
              <a:latin typeface="Arial" pitchFamily="34" charset="0"/>
            </a:endParaRPr>
          </a:p>
        </p:txBody>
      </p:sp>
      <p:sp>
        <p:nvSpPr>
          <p:cNvPr id="7173" name="Rectangle 5"/>
          <p:cNvSpPr>
            <a:spLocks noGrp="1" noChangeArrowheads="1"/>
          </p:cNvSpPr>
          <p:nvPr>
            <p:ph type="title"/>
          </p:nvPr>
        </p:nvSpPr>
        <p:spPr>
          <a:xfrm>
            <a:off x="914400" y="152400"/>
            <a:ext cx="7772400" cy="1143000"/>
          </a:xfrm>
          <a:effectLst>
            <a:outerShdw dist="107763" dir="2700000" algn="ctr" rotWithShape="0">
              <a:schemeClr val="bg2"/>
            </a:outerShdw>
          </a:effectLst>
        </p:spPr>
        <p:txBody>
          <a:bodyPr/>
          <a:lstStyle/>
          <a:p>
            <a:r>
              <a:rPr lang="en-US" altLang="en-US">
                <a:latin typeface="Arial" pitchFamily="34" charset="0"/>
              </a:rPr>
              <a:t>What is Network Management?</a:t>
            </a:r>
          </a:p>
        </p:txBody>
      </p:sp>
      <p:grpSp>
        <p:nvGrpSpPr>
          <p:cNvPr id="7186" name="Group 18"/>
          <p:cNvGrpSpPr>
            <a:grpSpLocks/>
          </p:cNvGrpSpPr>
          <p:nvPr/>
        </p:nvGrpSpPr>
        <p:grpSpPr bwMode="auto">
          <a:xfrm>
            <a:off x="914400" y="2178050"/>
            <a:ext cx="6553200" cy="4140201"/>
            <a:chOff x="720" y="1632"/>
            <a:chExt cx="4128" cy="2608"/>
          </a:xfrm>
        </p:grpSpPr>
        <p:grpSp>
          <p:nvGrpSpPr>
            <p:cNvPr id="7181" name="Group 13"/>
            <p:cNvGrpSpPr>
              <a:grpSpLocks/>
            </p:cNvGrpSpPr>
            <p:nvPr/>
          </p:nvGrpSpPr>
          <p:grpSpPr bwMode="auto">
            <a:xfrm>
              <a:off x="720" y="2400"/>
              <a:ext cx="3840" cy="976"/>
              <a:chOff x="864" y="1920"/>
              <a:chExt cx="3840" cy="976"/>
            </a:xfrm>
          </p:grpSpPr>
          <p:sp>
            <p:nvSpPr>
              <p:cNvPr id="7178" name="Text Box 10"/>
              <p:cNvSpPr txBox="1">
                <a:spLocks noChangeArrowheads="1"/>
              </p:cNvSpPr>
              <p:nvPr/>
            </p:nvSpPr>
            <p:spPr bwMode="auto">
              <a:xfrm>
                <a:off x="864" y="1920"/>
                <a:ext cx="2592" cy="523"/>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buFontTx/>
                  <a:buChar char="•"/>
                </a:pPr>
                <a:r>
                  <a:rPr lang="en-US" altLang="en-US" sz="2400" b="1" dirty="0">
                    <a:solidFill>
                      <a:srgbClr val="0070C0"/>
                    </a:solidFill>
                  </a:rPr>
                  <a:t>Fault Management</a:t>
                </a:r>
              </a:p>
              <a:p>
                <a:pPr>
                  <a:buFontTx/>
                  <a:buChar char="•"/>
                </a:pPr>
                <a:endParaRPr lang="en-US" altLang="en-US" sz="2400" dirty="0"/>
              </a:p>
            </p:txBody>
          </p:sp>
          <p:sp>
            <p:nvSpPr>
              <p:cNvPr id="7179" name="Text Box 11"/>
              <p:cNvSpPr txBox="1">
                <a:spLocks noChangeArrowheads="1"/>
              </p:cNvSpPr>
              <p:nvPr/>
            </p:nvSpPr>
            <p:spPr bwMode="auto">
              <a:xfrm>
                <a:off x="1056" y="2256"/>
                <a:ext cx="3648" cy="64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buFontTx/>
                  <a:buChar char="•"/>
                </a:pPr>
                <a:r>
                  <a:rPr lang="en-US" altLang="en-US" sz="2000"/>
                  <a:t>Dealing with problems and emergencies in the network (router stops routing, server loses power, etc.)</a:t>
                </a:r>
              </a:p>
              <a:p>
                <a:pPr>
                  <a:buFontTx/>
                  <a:buChar char="•"/>
                </a:pPr>
                <a:endParaRPr lang="en-US" altLang="en-US" sz="2000"/>
              </a:p>
            </p:txBody>
          </p:sp>
        </p:grpSp>
        <p:grpSp>
          <p:nvGrpSpPr>
            <p:cNvPr id="7182" name="Group 14"/>
            <p:cNvGrpSpPr>
              <a:grpSpLocks/>
            </p:cNvGrpSpPr>
            <p:nvPr/>
          </p:nvGrpSpPr>
          <p:grpSpPr bwMode="auto">
            <a:xfrm>
              <a:off x="720" y="3264"/>
              <a:ext cx="4128" cy="976"/>
              <a:chOff x="864" y="2592"/>
              <a:chExt cx="4128" cy="976"/>
            </a:xfrm>
          </p:grpSpPr>
          <p:sp>
            <p:nvSpPr>
              <p:cNvPr id="7177" name="Text Box 9"/>
              <p:cNvSpPr txBox="1">
                <a:spLocks noChangeArrowheads="1"/>
              </p:cNvSpPr>
              <p:nvPr/>
            </p:nvSpPr>
            <p:spPr bwMode="auto">
              <a:xfrm>
                <a:off x="864" y="2592"/>
                <a:ext cx="4128" cy="29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buFontTx/>
                  <a:buChar char="•"/>
                </a:pPr>
                <a:r>
                  <a:rPr lang="en-US" altLang="en-US" sz="2400" b="1" dirty="0">
                    <a:solidFill>
                      <a:srgbClr val="0070C0"/>
                    </a:solidFill>
                  </a:rPr>
                  <a:t>Performance Management</a:t>
                </a:r>
              </a:p>
            </p:txBody>
          </p:sp>
          <p:sp>
            <p:nvSpPr>
              <p:cNvPr id="7180" name="Text Box 12"/>
              <p:cNvSpPr txBox="1">
                <a:spLocks noChangeArrowheads="1"/>
              </p:cNvSpPr>
              <p:nvPr/>
            </p:nvSpPr>
            <p:spPr bwMode="auto">
              <a:xfrm>
                <a:off x="1104" y="2928"/>
                <a:ext cx="3648" cy="64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buFontTx/>
                  <a:buChar char="•"/>
                </a:pPr>
                <a:r>
                  <a:rPr lang="en-US" altLang="en-US" sz="2000"/>
                  <a:t>How smoothly is the network running? </a:t>
                </a:r>
              </a:p>
              <a:p>
                <a:pPr>
                  <a:buFontTx/>
                  <a:buChar char="•"/>
                </a:pPr>
                <a:r>
                  <a:rPr lang="en-US" altLang="en-US" sz="2000"/>
                  <a:t>Can it handle the workload it currently has?</a:t>
                </a:r>
              </a:p>
              <a:p>
                <a:pPr>
                  <a:buFontTx/>
                  <a:buChar char="•"/>
                </a:pPr>
                <a:endParaRPr lang="en-US" altLang="en-US" sz="2000"/>
              </a:p>
            </p:txBody>
          </p:sp>
        </p:grpSp>
        <p:grpSp>
          <p:nvGrpSpPr>
            <p:cNvPr id="7183" name="Group 15"/>
            <p:cNvGrpSpPr>
              <a:grpSpLocks/>
            </p:cNvGrpSpPr>
            <p:nvPr/>
          </p:nvGrpSpPr>
          <p:grpSpPr bwMode="auto">
            <a:xfrm>
              <a:off x="720" y="1632"/>
              <a:ext cx="3840" cy="782"/>
              <a:chOff x="864" y="1920"/>
              <a:chExt cx="3840" cy="782"/>
            </a:xfrm>
          </p:grpSpPr>
          <p:sp>
            <p:nvSpPr>
              <p:cNvPr id="7184" name="Text Box 16"/>
              <p:cNvSpPr txBox="1">
                <a:spLocks noChangeArrowheads="1"/>
              </p:cNvSpPr>
              <p:nvPr/>
            </p:nvSpPr>
            <p:spPr bwMode="auto">
              <a:xfrm>
                <a:off x="864" y="1920"/>
                <a:ext cx="2592" cy="523"/>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buFontTx/>
                  <a:buChar char="•"/>
                </a:pPr>
                <a:r>
                  <a:rPr lang="en-US" altLang="en-US" sz="2400" b="1" dirty="0">
                    <a:solidFill>
                      <a:srgbClr val="0070C0"/>
                    </a:solidFill>
                  </a:rPr>
                  <a:t>Configuration Management</a:t>
                </a:r>
              </a:p>
              <a:p>
                <a:pPr>
                  <a:buFontTx/>
                  <a:buChar char="•"/>
                </a:pPr>
                <a:endParaRPr lang="en-US" altLang="en-US" sz="2400" dirty="0"/>
              </a:p>
            </p:txBody>
          </p:sp>
          <p:sp>
            <p:nvSpPr>
              <p:cNvPr id="7185" name="Text Box 17"/>
              <p:cNvSpPr txBox="1">
                <a:spLocks noChangeArrowheads="1"/>
              </p:cNvSpPr>
              <p:nvPr/>
            </p:nvSpPr>
            <p:spPr bwMode="auto">
              <a:xfrm>
                <a:off x="1056" y="2256"/>
                <a:ext cx="3648" cy="44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buFontTx/>
                  <a:buChar char="•"/>
                </a:pPr>
                <a:r>
                  <a:rPr lang="en-US" altLang="en-US" sz="2000"/>
                  <a:t>Keeping track of device settings and how they function</a:t>
                </a:r>
              </a:p>
              <a:p>
                <a:pPr>
                  <a:buFontTx/>
                  <a:buChar char="•"/>
                </a:pPr>
                <a:endParaRPr lang="en-US" altLang="en-US" sz="2000"/>
              </a:p>
            </p:txBody>
          </p:sp>
        </p:grpSp>
      </p:grpSp>
    </p:spTree>
    <p:extLst>
      <p:ext uri="{BB962C8B-B14F-4D97-AF65-F5344CB8AC3E}">
        <p14:creationId xmlns:p14="http://schemas.microsoft.com/office/powerpoint/2010/main" val="25850492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52400" y="381000"/>
            <a:ext cx="8839200" cy="1143000"/>
          </a:xfrm>
          <a:effectLst>
            <a:outerShdw dist="107763" dir="2700000" algn="ctr" rotWithShape="0">
              <a:schemeClr val="bg2"/>
            </a:outerShdw>
          </a:effectLst>
        </p:spPr>
        <p:txBody>
          <a:bodyPr>
            <a:normAutofit fontScale="90000"/>
          </a:bodyPr>
          <a:lstStyle/>
          <a:p>
            <a:r>
              <a:rPr lang="en-US" altLang="en-US" dirty="0">
                <a:latin typeface="Arial" pitchFamily="34" charset="0"/>
              </a:rPr>
              <a:t>Functional Areas of Network Management</a:t>
            </a:r>
          </a:p>
        </p:txBody>
      </p:sp>
      <p:sp>
        <p:nvSpPr>
          <p:cNvPr id="33795" name="Rectangle 3"/>
          <p:cNvSpPr>
            <a:spLocks noGrp="1" noChangeArrowheads="1"/>
          </p:cNvSpPr>
          <p:nvPr>
            <p:ph type="body" idx="1"/>
          </p:nvPr>
        </p:nvSpPr>
        <p:spPr/>
        <p:txBody>
          <a:bodyPr/>
          <a:lstStyle/>
          <a:p>
            <a:endParaRPr lang="en-US" altLang="en-US" sz="2400">
              <a:latin typeface="Arial" pitchFamily="34" charset="0"/>
            </a:endParaRPr>
          </a:p>
          <a:p>
            <a:endParaRPr lang="en-US" altLang="en-US">
              <a:latin typeface="Arial" pitchFamily="34" charset="0"/>
            </a:endParaRPr>
          </a:p>
        </p:txBody>
      </p:sp>
      <p:sp>
        <p:nvSpPr>
          <p:cNvPr id="33797" name="Text Box 5"/>
          <p:cNvSpPr txBox="1">
            <a:spLocks noChangeArrowheads="1"/>
          </p:cNvSpPr>
          <p:nvPr/>
        </p:nvSpPr>
        <p:spPr bwMode="auto">
          <a:xfrm>
            <a:off x="304800" y="1905000"/>
            <a:ext cx="899160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t>Configuration Management</a:t>
            </a:r>
            <a:r>
              <a:rPr lang="en-US" altLang="en-US" sz="2000" dirty="0"/>
              <a:t> </a:t>
            </a:r>
            <a:r>
              <a:rPr lang="en-US" altLang="en-US" sz="2000" dirty="0">
                <a:solidFill>
                  <a:schemeClr val="accent1"/>
                </a:solidFill>
              </a:rPr>
              <a:t>- inventory, configuration, provisioning</a:t>
            </a:r>
            <a:endParaRPr lang="en-US" altLang="en-US" sz="2000" dirty="0"/>
          </a:p>
          <a:p>
            <a:pPr>
              <a:spcBef>
                <a:spcPct val="50000"/>
              </a:spcBef>
            </a:pPr>
            <a:r>
              <a:rPr lang="en-US" altLang="en-US" sz="2400" dirty="0"/>
              <a:t>Fault Management</a:t>
            </a:r>
            <a:r>
              <a:rPr lang="en-US" altLang="en-US" sz="2000" dirty="0"/>
              <a:t> </a:t>
            </a:r>
            <a:r>
              <a:rPr lang="en-US" altLang="en-US" sz="2000" dirty="0">
                <a:solidFill>
                  <a:schemeClr val="accent1"/>
                </a:solidFill>
              </a:rPr>
              <a:t>- reactive and proactive network fault management</a:t>
            </a:r>
            <a:endParaRPr lang="en-US" altLang="en-US" sz="2000" dirty="0"/>
          </a:p>
          <a:p>
            <a:pPr>
              <a:spcBef>
                <a:spcPct val="50000"/>
              </a:spcBef>
            </a:pPr>
            <a:r>
              <a:rPr lang="en-US" altLang="en-US" sz="2400" dirty="0"/>
              <a:t>Performance Management</a:t>
            </a:r>
            <a:r>
              <a:rPr lang="en-US" altLang="en-US" sz="2000" dirty="0"/>
              <a:t> </a:t>
            </a:r>
            <a:r>
              <a:rPr lang="en-US" altLang="en-US" sz="2000" dirty="0">
                <a:solidFill>
                  <a:schemeClr val="accent1"/>
                </a:solidFill>
              </a:rPr>
              <a:t>- # of packets dropped, timeouts, collisions, CRC errors</a:t>
            </a:r>
          </a:p>
          <a:p>
            <a:pPr>
              <a:spcBef>
                <a:spcPct val="50000"/>
              </a:spcBef>
            </a:pPr>
            <a:r>
              <a:rPr lang="en-US" altLang="en-US" sz="2400" dirty="0"/>
              <a:t>Security Management</a:t>
            </a:r>
            <a:r>
              <a:rPr lang="en-US" altLang="en-US" sz="2000" dirty="0"/>
              <a:t> </a:t>
            </a:r>
            <a:r>
              <a:rPr lang="en-US" altLang="en-US" sz="2000" dirty="0">
                <a:solidFill>
                  <a:schemeClr val="accent1"/>
                </a:solidFill>
              </a:rPr>
              <a:t>- SNMP doesn’t provide much here </a:t>
            </a:r>
            <a:endParaRPr lang="en-US" altLang="en-US" sz="2000" dirty="0"/>
          </a:p>
          <a:p>
            <a:pPr>
              <a:spcBef>
                <a:spcPct val="50000"/>
              </a:spcBef>
            </a:pPr>
            <a:r>
              <a:rPr lang="en-US" altLang="en-US" sz="2400" dirty="0"/>
              <a:t>Accounting Management</a:t>
            </a:r>
            <a:r>
              <a:rPr lang="en-US" altLang="en-US" sz="2000" dirty="0"/>
              <a:t> </a:t>
            </a:r>
            <a:r>
              <a:rPr lang="en-US" altLang="en-US" sz="2000" dirty="0">
                <a:solidFill>
                  <a:schemeClr val="accent1"/>
                </a:solidFill>
              </a:rPr>
              <a:t>- cost management and chargeback assessment</a:t>
            </a:r>
            <a:endParaRPr lang="en-US" altLang="en-US" sz="2000" dirty="0"/>
          </a:p>
          <a:p>
            <a:pPr>
              <a:spcBef>
                <a:spcPct val="50000"/>
              </a:spcBef>
            </a:pPr>
            <a:r>
              <a:rPr lang="en-US" altLang="en-US" sz="2400" dirty="0"/>
              <a:t>Asset Management</a:t>
            </a:r>
            <a:r>
              <a:rPr lang="en-US" altLang="en-US" sz="2000" dirty="0"/>
              <a:t> </a:t>
            </a:r>
            <a:r>
              <a:rPr lang="en-US" altLang="en-US" sz="2000" dirty="0">
                <a:solidFill>
                  <a:schemeClr val="accent1"/>
                </a:solidFill>
              </a:rPr>
              <a:t>- statistics of equipment, facility, and administration personnel</a:t>
            </a:r>
            <a:endParaRPr lang="en-US" altLang="en-US" sz="2000" dirty="0"/>
          </a:p>
          <a:p>
            <a:pPr>
              <a:spcBef>
                <a:spcPct val="50000"/>
              </a:spcBef>
            </a:pPr>
            <a:r>
              <a:rPr lang="en-US" altLang="en-US" sz="2400" dirty="0"/>
              <a:t>Planning Management</a:t>
            </a:r>
            <a:r>
              <a:rPr lang="en-US" altLang="en-US" sz="2000" dirty="0"/>
              <a:t> </a:t>
            </a:r>
            <a:r>
              <a:rPr lang="en-US" altLang="en-US" sz="2000" dirty="0">
                <a:solidFill>
                  <a:schemeClr val="accent1"/>
                </a:solidFill>
              </a:rPr>
              <a:t>- analysis of trends to help justify a network upgrade or  			bandwidth increase</a:t>
            </a:r>
            <a:endParaRPr lang="en-US" altLang="en-US" sz="2000" dirty="0"/>
          </a:p>
        </p:txBody>
      </p:sp>
    </p:spTree>
    <p:extLst>
      <p:ext uri="{BB962C8B-B14F-4D97-AF65-F5344CB8AC3E}">
        <p14:creationId xmlns:p14="http://schemas.microsoft.com/office/powerpoint/2010/main" val="11668101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effectLst>
            <a:outerShdw dist="107763" dir="2700000" algn="ctr" rotWithShape="0">
              <a:schemeClr val="bg2"/>
            </a:outerShdw>
          </a:effectLst>
        </p:spPr>
        <p:txBody>
          <a:bodyPr/>
          <a:lstStyle/>
          <a:p>
            <a:r>
              <a:rPr lang="en-US" altLang="en-US">
                <a:latin typeface="Arial" pitchFamily="34" charset="0"/>
              </a:rPr>
              <a:t>What is SNMP?</a:t>
            </a:r>
            <a:endParaRPr lang="en-US" altLang="en-US"/>
          </a:p>
        </p:txBody>
      </p:sp>
      <p:sp>
        <p:nvSpPr>
          <p:cNvPr id="10243" name="Rectangle 3"/>
          <p:cNvSpPr>
            <a:spLocks noGrp="1" noChangeArrowheads="1"/>
          </p:cNvSpPr>
          <p:nvPr>
            <p:ph type="body" idx="1"/>
          </p:nvPr>
        </p:nvSpPr>
        <p:spPr>
          <a:xfrm>
            <a:off x="304800" y="1676400"/>
            <a:ext cx="8610600" cy="4267200"/>
          </a:xfrm>
        </p:spPr>
        <p:txBody>
          <a:bodyPr/>
          <a:lstStyle/>
          <a:p>
            <a:r>
              <a:rPr lang="en-US" altLang="en-US" sz="2400" i="1" dirty="0">
                <a:effectLst>
                  <a:outerShdw blurRad="38100" dist="38100" dir="2700000" algn="tl">
                    <a:srgbClr val="000000">
                      <a:alpha val="43137"/>
                    </a:srgbClr>
                  </a:outerShdw>
                </a:effectLst>
                <a:latin typeface="Cambria" panose="02040503050406030204" pitchFamily="18" charset="0"/>
              </a:rPr>
              <a:t>SNMP that allows </a:t>
            </a:r>
            <a:r>
              <a:rPr lang="en-US" altLang="en-US" sz="2400" i="1" dirty="0">
                <a:solidFill>
                  <a:schemeClr val="accent1"/>
                </a:solidFill>
                <a:effectLst>
                  <a:outerShdw blurRad="38100" dist="38100" dir="2700000" algn="tl">
                    <a:srgbClr val="000000">
                      <a:alpha val="43137"/>
                    </a:srgbClr>
                  </a:outerShdw>
                </a:effectLst>
                <a:latin typeface="Cambria" panose="02040503050406030204" pitchFamily="18" charset="0"/>
              </a:rPr>
              <a:t>management of devices on the network </a:t>
            </a:r>
            <a:r>
              <a:rPr lang="en-US" altLang="en-US" sz="2400" i="1" dirty="0">
                <a:effectLst>
                  <a:outerShdw blurRad="38100" dist="38100" dir="2700000" algn="tl">
                    <a:srgbClr val="000000">
                      <a:alpha val="43137"/>
                    </a:srgbClr>
                  </a:outerShdw>
                </a:effectLst>
                <a:latin typeface="Cambria" panose="02040503050406030204" pitchFamily="18" charset="0"/>
              </a:rPr>
              <a:t>like servers, workstations, routers, switches and other managed devices</a:t>
            </a:r>
            <a:r>
              <a:rPr lang="en-US" altLang="en-US" sz="2400" dirty="0">
                <a:effectLst>
                  <a:outerShdw blurRad="38100" dist="38100" dir="2700000" algn="tl">
                    <a:srgbClr val="000000">
                      <a:alpha val="43137"/>
                    </a:srgbClr>
                  </a:outerShdw>
                </a:effectLst>
                <a:latin typeface="Arial" pitchFamily="34" charset="0"/>
              </a:rPr>
              <a:t>.</a:t>
            </a:r>
          </a:p>
          <a:p>
            <a:endParaRPr lang="en-US" altLang="en-US" sz="2000" dirty="0">
              <a:latin typeface="Arial" pitchFamily="34" charset="0"/>
            </a:endParaRPr>
          </a:p>
          <a:p>
            <a:r>
              <a:rPr lang="en-US" altLang="en-US" sz="2000" dirty="0">
                <a:latin typeface="Arial" pitchFamily="34" charset="0"/>
              </a:rPr>
              <a:t>Comprised of </a:t>
            </a:r>
            <a:r>
              <a:rPr lang="en-US" altLang="en-US" sz="2400" b="1" dirty="0">
                <a:solidFill>
                  <a:schemeClr val="accent1"/>
                </a:solidFill>
                <a:latin typeface="Arial" pitchFamily="34" charset="0"/>
              </a:rPr>
              <a:t>agents</a:t>
            </a:r>
            <a:r>
              <a:rPr lang="en-US" altLang="en-US" sz="2000" dirty="0">
                <a:latin typeface="Arial" pitchFamily="34" charset="0"/>
              </a:rPr>
              <a:t> and </a:t>
            </a:r>
            <a:r>
              <a:rPr lang="en-US" altLang="en-US" sz="2400" b="1" dirty="0">
                <a:solidFill>
                  <a:schemeClr val="accent1"/>
                </a:solidFill>
                <a:latin typeface="Arial" pitchFamily="34" charset="0"/>
              </a:rPr>
              <a:t>managers</a:t>
            </a:r>
            <a:endParaRPr lang="en-US" altLang="en-US" sz="2800" b="1" dirty="0">
              <a:latin typeface="Arial" pitchFamily="34" charset="0"/>
            </a:endParaRPr>
          </a:p>
          <a:p>
            <a:pPr marL="0" indent="0">
              <a:buNone/>
            </a:pPr>
            <a:endParaRPr lang="en-US" altLang="en-US" sz="2800" dirty="0">
              <a:latin typeface="Arial" pitchFamily="34" charset="0"/>
            </a:endParaRPr>
          </a:p>
        </p:txBody>
      </p:sp>
      <p:sp>
        <p:nvSpPr>
          <p:cNvPr id="10244" name="Text Box 4"/>
          <p:cNvSpPr txBox="1">
            <a:spLocks noChangeArrowheads="1"/>
          </p:cNvSpPr>
          <p:nvPr/>
        </p:nvSpPr>
        <p:spPr bwMode="auto">
          <a:xfrm>
            <a:off x="1143000" y="3689887"/>
            <a:ext cx="7239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400" b="1" dirty="0">
                <a:solidFill>
                  <a:schemeClr val="tx2"/>
                </a:solidFill>
              </a:rPr>
              <a:t>Agent</a:t>
            </a:r>
            <a:r>
              <a:rPr lang="en-US" altLang="en-US" sz="2000" dirty="0"/>
              <a:t> - process running on each managed node collecting information about the device it is running on.</a:t>
            </a:r>
          </a:p>
        </p:txBody>
      </p:sp>
      <p:sp>
        <p:nvSpPr>
          <p:cNvPr id="10245" name="Text Box 5"/>
          <p:cNvSpPr txBox="1">
            <a:spLocks noChangeArrowheads="1"/>
          </p:cNvSpPr>
          <p:nvPr/>
        </p:nvSpPr>
        <p:spPr bwMode="auto">
          <a:xfrm>
            <a:off x="1165123" y="4572000"/>
            <a:ext cx="7239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400" b="1" dirty="0">
                <a:solidFill>
                  <a:schemeClr val="tx2"/>
                </a:solidFill>
              </a:rPr>
              <a:t>Manager</a:t>
            </a:r>
            <a:r>
              <a:rPr lang="en-US" altLang="en-US" sz="2000" dirty="0"/>
              <a:t> - process running on a management workstation that requests information about devices on the network.</a:t>
            </a:r>
          </a:p>
        </p:txBody>
      </p:sp>
    </p:spTree>
    <p:extLst>
      <p:ext uri="{BB962C8B-B14F-4D97-AF65-F5344CB8AC3E}">
        <p14:creationId xmlns:p14="http://schemas.microsoft.com/office/powerpoint/2010/main" val="5562591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ltLang="en-US"/>
              <a:t>28.</a:t>
            </a:r>
            <a:fld id="{32B5E628-3142-4D90-A756-10ECE61E9D95}" type="slidenum">
              <a:rPr lang="en-US" altLang="en-US"/>
              <a:pPr/>
              <a:t>84</a:t>
            </a:fld>
            <a:endParaRPr lang="en-US" altLang="en-US"/>
          </a:p>
        </p:txBody>
      </p:sp>
      <p:sp>
        <p:nvSpPr>
          <p:cNvPr id="860162" name="Line 2"/>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0163" name="Line 3"/>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0164" name="Text Box 4"/>
          <p:cNvSpPr txBox="1">
            <a:spLocks noChangeArrowheads="1"/>
          </p:cNvSpPr>
          <p:nvPr/>
        </p:nvSpPr>
        <p:spPr bwMode="auto">
          <a:xfrm>
            <a:off x="304800" y="762000"/>
            <a:ext cx="3381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itchFamily="18" charset="0"/>
              </a:rPr>
              <a:t>Figure 28.2  </a:t>
            </a:r>
            <a:r>
              <a:rPr lang="en-US" altLang="en-US" sz="2000" i="1">
                <a:latin typeface="Times New Roman" pitchFamily="18" charset="0"/>
              </a:rPr>
              <a:t>SNMP concept</a:t>
            </a:r>
          </a:p>
        </p:txBody>
      </p:sp>
      <p:sp>
        <p:nvSpPr>
          <p:cNvPr id="860165"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016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4113" y="2286000"/>
            <a:ext cx="6389687"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81265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effectLst>
            <a:outerShdw dist="107763" dir="2700000" algn="ctr" rotWithShape="0">
              <a:schemeClr val="bg2"/>
            </a:outerShdw>
          </a:effectLst>
        </p:spPr>
        <p:txBody>
          <a:bodyPr/>
          <a:lstStyle/>
          <a:p>
            <a:r>
              <a:rPr lang="en-US" altLang="en-US">
                <a:latin typeface="Arial" pitchFamily="34" charset="0"/>
              </a:rPr>
              <a:t>Client Pull &amp; Server Push</a:t>
            </a:r>
          </a:p>
        </p:txBody>
      </p:sp>
      <p:sp>
        <p:nvSpPr>
          <p:cNvPr id="41987" name="Rectangle 3"/>
          <p:cNvSpPr>
            <a:spLocks noGrp="1" noChangeArrowheads="1"/>
          </p:cNvSpPr>
          <p:nvPr>
            <p:ph type="body" idx="1"/>
          </p:nvPr>
        </p:nvSpPr>
        <p:spPr>
          <a:xfrm>
            <a:off x="685800" y="1981200"/>
            <a:ext cx="7772400" cy="685800"/>
          </a:xfrm>
        </p:spPr>
        <p:txBody>
          <a:bodyPr>
            <a:normAutofit/>
          </a:bodyPr>
          <a:lstStyle/>
          <a:p>
            <a:r>
              <a:rPr lang="en-US" altLang="en-US" sz="2800">
                <a:solidFill>
                  <a:schemeClr val="accent1"/>
                </a:solidFill>
                <a:latin typeface="Arial" pitchFamily="34" charset="0"/>
              </a:rPr>
              <a:t>SNMP is a “client pull” model</a:t>
            </a:r>
          </a:p>
        </p:txBody>
      </p:sp>
      <p:sp>
        <p:nvSpPr>
          <p:cNvPr id="41988" name="Rectangle 4"/>
          <p:cNvSpPr>
            <a:spLocks noChangeArrowheads="1"/>
          </p:cNvSpPr>
          <p:nvPr/>
        </p:nvSpPr>
        <p:spPr bwMode="auto">
          <a:xfrm>
            <a:off x="762000" y="4130675"/>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r>
              <a:rPr lang="en-US" altLang="en-US" dirty="0">
                <a:solidFill>
                  <a:schemeClr val="accent1"/>
                </a:solidFill>
                <a:latin typeface="Arial" pitchFamily="34" charset="0"/>
              </a:rPr>
              <a:t>SNMP is a “server push” model</a:t>
            </a:r>
          </a:p>
        </p:txBody>
      </p:sp>
      <p:sp>
        <p:nvSpPr>
          <p:cNvPr id="41989" name="Text Box 5"/>
          <p:cNvSpPr txBox="1">
            <a:spLocks noChangeArrowheads="1"/>
          </p:cNvSpPr>
          <p:nvPr/>
        </p:nvSpPr>
        <p:spPr bwMode="auto">
          <a:xfrm>
            <a:off x="1219200" y="2819400"/>
            <a:ext cx="7391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The management system (client) “pulls” data from the agent (server).</a:t>
            </a:r>
          </a:p>
        </p:txBody>
      </p:sp>
      <p:sp>
        <p:nvSpPr>
          <p:cNvPr id="41990" name="Text Box 6"/>
          <p:cNvSpPr txBox="1">
            <a:spLocks noChangeArrowheads="1"/>
          </p:cNvSpPr>
          <p:nvPr/>
        </p:nvSpPr>
        <p:spPr bwMode="auto">
          <a:xfrm>
            <a:off x="1295400" y="4816475"/>
            <a:ext cx="7391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The agent (server) “pushes” out a trap message to a (client) management system</a:t>
            </a:r>
          </a:p>
        </p:txBody>
      </p:sp>
    </p:spTree>
    <p:extLst>
      <p:ext uri="{BB962C8B-B14F-4D97-AF65-F5344CB8AC3E}">
        <p14:creationId xmlns:p14="http://schemas.microsoft.com/office/powerpoint/2010/main" val="16910169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effectLst>
            <a:outerShdw dist="107763" dir="2700000" algn="ctr" rotWithShape="0">
              <a:schemeClr val="bg2"/>
            </a:outerShdw>
          </a:effectLst>
        </p:spPr>
        <p:txBody>
          <a:bodyPr/>
          <a:lstStyle/>
          <a:p>
            <a:r>
              <a:rPr lang="en-US" altLang="en-US">
                <a:latin typeface="Arial" pitchFamily="34" charset="0"/>
              </a:rPr>
              <a:t>Ports &amp; UDP</a:t>
            </a:r>
          </a:p>
        </p:txBody>
      </p:sp>
      <p:sp>
        <p:nvSpPr>
          <p:cNvPr id="32771" name="Rectangle 3"/>
          <p:cNvSpPr>
            <a:spLocks noGrp="1" noChangeArrowheads="1"/>
          </p:cNvSpPr>
          <p:nvPr>
            <p:ph type="body" idx="1"/>
          </p:nvPr>
        </p:nvSpPr>
        <p:spPr/>
        <p:txBody>
          <a:bodyPr/>
          <a:lstStyle/>
          <a:p>
            <a:endParaRPr lang="en-US" altLang="en-US" sz="2400">
              <a:latin typeface="Arial" pitchFamily="34" charset="0"/>
            </a:endParaRPr>
          </a:p>
          <a:p>
            <a:endParaRPr lang="en-US" altLang="en-US">
              <a:latin typeface="Arial" pitchFamily="34" charset="0"/>
            </a:endParaRPr>
          </a:p>
        </p:txBody>
      </p:sp>
      <p:sp>
        <p:nvSpPr>
          <p:cNvPr id="32772" name="Text Box 4"/>
          <p:cNvSpPr txBox="1">
            <a:spLocks noChangeArrowheads="1"/>
          </p:cNvSpPr>
          <p:nvPr/>
        </p:nvSpPr>
        <p:spPr bwMode="auto">
          <a:xfrm>
            <a:off x="533400" y="2057400"/>
            <a:ext cx="8077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400" dirty="0"/>
              <a:t>SNMP uses User Datagram Protocol (UDP)</a:t>
            </a:r>
          </a:p>
        </p:txBody>
      </p:sp>
      <p:sp>
        <p:nvSpPr>
          <p:cNvPr id="32776" name="Rectangle 8"/>
          <p:cNvSpPr>
            <a:spLocks noChangeArrowheads="1"/>
          </p:cNvSpPr>
          <p:nvPr/>
        </p:nvSpPr>
        <p:spPr bwMode="auto">
          <a:xfrm>
            <a:off x="838200" y="21336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endParaRPr lang="en-US" altLang="en-US" sz="2400">
              <a:latin typeface="Arial" pitchFamily="34" charset="0"/>
            </a:endParaRPr>
          </a:p>
          <a:p>
            <a:endParaRPr lang="en-US" altLang="en-US">
              <a:latin typeface="Arial" pitchFamily="34" charset="0"/>
            </a:endParaRPr>
          </a:p>
        </p:txBody>
      </p:sp>
      <p:sp>
        <p:nvSpPr>
          <p:cNvPr id="32777" name="Text Box 9"/>
          <p:cNvSpPr txBox="1">
            <a:spLocks noChangeArrowheads="1"/>
          </p:cNvSpPr>
          <p:nvPr/>
        </p:nvSpPr>
        <p:spPr bwMode="auto">
          <a:xfrm>
            <a:off x="838200" y="2882722"/>
            <a:ext cx="5105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400" b="1" dirty="0">
                <a:solidFill>
                  <a:schemeClr val="accent1"/>
                </a:solidFill>
              </a:rPr>
              <a:t>UDP Port 161</a:t>
            </a:r>
            <a:r>
              <a:rPr lang="en-US" altLang="en-US" sz="2400" dirty="0"/>
              <a:t> - SNMP Messages</a:t>
            </a:r>
          </a:p>
          <a:p>
            <a:pPr>
              <a:spcBef>
                <a:spcPct val="50000"/>
              </a:spcBef>
              <a:buFontTx/>
              <a:buChar char="•"/>
            </a:pPr>
            <a:r>
              <a:rPr lang="en-US" altLang="en-US" sz="2400" b="1" dirty="0">
                <a:solidFill>
                  <a:schemeClr val="accent1"/>
                </a:solidFill>
              </a:rPr>
              <a:t>UDP Port 162</a:t>
            </a:r>
            <a:r>
              <a:rPr lang="en-US" altLang="en-US" sz="2400" dirty="0"/>
              <a:t> - SNMP Trap Messages</a:t>
            </a:r>
          </a:p>
        </p:txBody>
      </p:sp>
      <p:sp>
        <p:nvSpPr>
          <p:cNvPr id="32787" name="Text Box 19"/>
          <p:cNvSpPr txBox="1">
            <a:spLocks noChangeArrowheads="1"/>
          </p:cNvSpPr>
          <p:nvPr/>
        </p:nvSpPr>
        <p:spPr bwMode="auto">
          <a:xfrm>
            <a:off x="7620000" y="350520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1200" b="1">
                <a:solidFill>
                  <a:schemeClr val="bg2"/>
                </a:solidFill>
              </a:rPr>
              <a:t>CRC</a:t>
            </a:r>
            <a:endParaRPr lang="en-US" altLang="en-US" sz="1200" b="1"/>
          </a:p>
        </p:txBody>
      </p:sp>
    </p:spTree>
    <p:extLst>
      <p:ext uri="{BB962C8B-B14F-4D97-AF65-F5344CB8AC3E}">
        <p14:creationId xmlns:p14="http://schemas.microsoft.com/office/powerpoint/2010/main" val="16653398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p:txBody>
          <a:bodyPr/>
          <a:lstStyle/>
          <a:p>
            <a:pPr>
              <a:buFontTx/>
              <a:buNone/>
            </a:pPr>
            <a:r>
              <a:rPr lang="en-US" altLang="en-US" sz="2400">
                <a:solidFill>
                  <a:schemeClr val="accent1"/>
                </a:solidFill>
                <a:latin typeface="Arial" pitchFamily="34" charset="0"/>
              </a:rPr>
              <a:t>SNMP network management is based on three parts:</a:t>
            </a:r>
          </a:p>
        </p:txBody>
      </p:sp>
      <p:sp>
        <p:nvSpPr>
          <p:cNvPr id="15363" name="Rectangle 3"/>
          <p:cNvSpPr>
            <a:spLocks noGrp="1" noChangeArrowheads="1"/>
          </p:cNvSpPr>
          <p:nvPr>
            <p:ph type="title"/>
          </p:nvPr>
        </p:nvSpPr>
        <p:spPr>
          <a:effectLst>
            <a:outerShdw dist="107763" dir="2700000" algn="ctr" rotWithShape="0">
              <a:schemeClr val="bg2"/>
            </a:outerShdw>
          </a:effectLst>
        </p:spPr>
        <p:txBody>
          <a:bodyPr/>
          <a:lstStyle/>
          <a:p>
            <a:r>
              <a:rPr lang="en-US" altLang="en-US">
                <a:latin typeface="Arial" pitchFamily="34" charset="0"/>
              </a:rPr>
              <a:t>The Three Parts of SNMP</a:t>
            </a:r>
          </a:p>
        </p:txBody>
      </p:sp>
      <p:sp>
        <p:nvSpPr>
          <p:cNvPr id="15366" name="Text Box 6"/>
          <p:cNvSpPr txBox="1">
            <a:spLocks noChangeArrowheads="1"/>
          </p:cNvSpPr>
          <p:nvPr/>
        </p:nvSpPr>
        <p:spPr bwMode="auto">
          <a:xfrm>
            <a:off x="1143000" y="3962400"/>
            <a:ext cx="6629400" cy="46166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buFontTx/>
              <a:buChar char="•"/>
            </a:pPr>
            <a:r>
              <a:rPr lang="en-US" altLang="en-US" sz="2400" dirty="0">
                <a:solidFill>
                  <a:srgbClr val="0070C0"/>
                </a:solidFill>
              </a:rPr>
              <a:t>Structure of Management Information (SMI)</a:t>
            </a:r>
          </a:p>
        </p:txBody>
      </p:sp>
      <p:sp>
        <p:nvSpPr>
          <p:cNvPr id="15367" name="Text Box 7"/>
          <p:cNvSpPr txBox="1">
            <a:spLocks noChangeArrowheads="1"/>
          </p:cNvSpPr>
          <p:nvPr/>
        </p:nvSpPr>
        <p:spPr bwMode="auto">
          <a:xfrm>
            <a:off x="1447800" y="4495800"/>
            <a:ext cx="6781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Char char="•"/>
            </a:pPr>
            <a:r>
              <a:rPr lang="en-US" altLang="en-US" b="1" dirty="0"/>
              <a:t>Rules specifying the format </a:t>
            </a:r>
            <a:r>
              <a:rPr lang="en-US" altLang="en-US" dirty="0"/>
              <a:t>used to define objects managed on the network that the SNMP protocol accesses</a:t>
            </a:r>
          </a:p>
        </p:txBody>
      </p:sp>
      <p:sp>
        <p:nvSpPr>
          <p:cNvPr id="15369" name="Text Box 9"/>
          <p:cNvSpPr txBox="1">
            <a:spLocks noChangeArrowheads="1"/>
          </p:cNvSpPr>
          <p:nvPr/>
        </p:nvSpPr>
        <p:spPr bwMode="auto">
          <a:xfrm>
            <a:off x="1143000" y="5133975"/>
            <a:ext cx="6553200" cy="46166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buFontTx/>
              <a:buChar char="•"/>
            </a:pPr>
            <a:r>
              <a:rPr lang="en-US" altLang="en-US" sz="2400" dirty="0">
                <a:solidFill>
                  <a:srgbClr val="0070C0"/>
                </a:solidFill>
              </a:rPr>
              <a:t>Management Information Base (MIB)</a:t>
            </a:r>
          </a:p>
        </p:txBody>
      </p:sp>
      <p:sp>
        <p:nvSpPr>
          <p:cNvPr id="15370" name="Text Box 10"/>
          <p:cNvSpPr txBox="1">
            <a:spLocks noChangeArrowheads="1"/>
          </p:cNvSpPr>
          <p:nvPr/>
        </p:nvSpPr>
        <p:spPr bwMode="auto">
          <a:xfrm>
            <a:off x="1524000" y="5638800"/>
            <a:ext cx="6248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Char char="•"/>
            </a:pPr>
            <a:r>
              <a:rPr lang="en-US" altLang="en-US" dirty="0"/>
              <a:t>List of objects and how they are accessed</a:t>
            </a:r>
          </a:p>
        </p:txBody>
      </p:sp>
      <p:sp>
        <p:nvSpPr>
          <p:cNvPr id="15372" name="Text Box 12"/>
          <p:cNvSpPr txBox="1">
            <a:spLocks noChangeArrowheads="1"/>
          </p:cNvSpPr>
          <p:nvPr/>
        </p:nvSpPr>
        <p:spPr bwMode="auto">
          <a:xfrm>
            <a:off x="1143000" y="2590800"/>
            <a:ext cx="4114800" cy="738664"/>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buFontTx/>
              <a:buChar char="•"/>
            </a:pPr>
            <a:r>
              <a:rPr lang="en-US" altLang="en-US" sz="2400" dirty="0">
                <a:solidFill>
                  <a:srgbClr val="0070C0"/>
                </a:solidFill>
              </a:rPr>
              <a:t>SNMP Protocol</a:t>
            </a:r>
          </a:p>
          <a:p>
            <a:pPr>
              <a:buFontTx/>
              <a:buChar char="•"/>
            </a:pPr>
            <a:endParaRPr lang="en-US" altLang="en-US" dirty="0"/>
          </a:p>
        </p:txBody>
      </p:sp>
      <p:sp>
        <p:nvSpPr>
          <p:cNvPr id="15373" name="Text Box 13"/>
          <p:cNvSpPr txBox="1">
            <a:spLocks noChangeArrowheads="1"/>
          </p:cNvSpPr>
          <p:nvPr/>
        </p:nvSpPr>
        <p:spPr bwMode="auto">
          <a:xfrm>
            <a:off x="1143000" y="3121025"/>
            <a:ext cx="78486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Char char="•"/>
            </a:pPr>
            <a:r>
              <a:rPr lang="en-US" altLang="en-US" b="1" dirty="0"/>
              <a:t>Defines format of messages exchanged by management systems and agents.</a:t>
            </a:r>
          </a:p>
          <a:p>
            <a:pPr>
              <a:buFontTx/>
              <a:buChar char="•"/>
            </a:pPr>
            <a:r>
              <a:rPr lang="en-US" altLang="en-US" dirty="0"/>
              <a:t>Specifies the Get, </a:t>
            </a:r>
            <a:r>
              <a:rPr lang="en-US" altLang="en-US" dirty="0" err="1"/>
              <a:t>GetNext</a:t>
            </a:r>
            <a:r>
              <a:rPr lang="en-US" altLang="en-US" dirty="0"/>
              <a:t>, Set, and Trap operations</a:t>
            </a:r>
          </a:p>
          <a:p>
            <a:pPr>
              <a:buFontTx/>
              <a:buChar char="•"/>
            </a:pPr>
            <a:endParaRPr lang="en-US" altLang="en-US" dirty="0"/>
          </a:p>
        </p:txBody>
      </p:sp>
    </p:spTree>
    <p:extLst>
      <p:ext uri="{BB962C8B-B14F-4D97-AF65-F5344CB8AC3E}">
        <p14:creationId xmlns:p14="http://schemas.microsoft.com/office/powerpoint/2010/main" val="30207504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1"/>
          <p:cNvSpPr>
            <a:spLocks noGrp="1"/>
          </p:cNvSpPr>
          <p:nvPr>
            <p:ph type="sldNum" sz="quarter" idx="10"/>
          </p:nvPr>
        </p:nvSpPr>
        <p:spPr/>
        <p:txBody>
          <a:bodyPr/>
          <a:lstStyle/>
          <a:p>
            <a:r>
              <a:rPr lang="en-US" altLang="en-US"/>
              <a:t>28.</a:t>
            </a:r>
            <a:fld id="{4E991524-A284-4B84-B6A7-1547E304B959}" type="slidenum">
              <a:rPr lang="en-US" altLang="en-US"/>
              <a:pPr/>
              <a:t>88</a:t>
            </a:fld>
            <a:endParaRPr lang="en-US" altLang="en-US"/>
          </a:p>
        </p:txBody>
      </p:sp>
      <p:sp>
        <p:nvSpPr>
          <p:cNvPr id="861186" name="Line 2"/>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1187" name="Line 3"/>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1188" name="Text Box 4"/>
          <p:cNvSpPr txBox="1">
            <a:spLocks noChangeArrowheads="1"/>
          </p:cNvSpPr>
          <p:nvPr/>
        </p:nvSpPr>
        <p:spPr bwMode="auto">
          <a:xfrm>
            <a:off x="304800" y="762000"/>
            <a:ext cx="64459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chemeClr val="folHlink"/>
                </a:solidFill>
                <a:latin typeface="Times New Roman" pitchFamily="18" charset="0"/>
              </a:rPr>
              <a:t>Figure </a:t>
            </a:r>
            <a:r>
              <a:rPr lang="en-US" altLang="en-US" sz="2000" i="1" dirty="0">
                <a:latin typeface="Times New Roman" pitchFamily="18" charset="0"/>
              </a:rPr>
              <a:t>Components of network management on the Internet</a:t>
            </a:r>
          </a:p>
        </p:txBody>
      </p:sp>
      <p:sp>
        <p:nvSpPr>
          <p:cNvPr id="861189" name="Line 5"/>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119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575" y="2019300"/>
            <a:ext cx="7307263" cy="281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097026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altLang="en-US"/>
              <a:t>TCP/IP Protocol Suite</a:t>
            </a:r>
          </a:p>
        </p:txBody>
      </p:sp>
      <p:sp>
        <p:nvSpPr>
          <p:cNvPr id="12" name="Slide Number Placeholder 2"/>
          <p:cNvSpPr>
            <a:spLocks noGrp="1"/>
          </p:cNvSpPr>
          <p:nvPr>
            <p:ph type="sldNum" sz="quarter" idx="11"/>
          </p:nvPr>
        </p:nvSpPr>
        <p:spPr/>
        <p:txBody>
          <a:bodyPr/>
          <a:lstStyle/>
          <a:p>
            <a:fld id="{02C6DF2C-F1D6-4BAD-B635-32528F0C6DC3}" type="slidenum">
              <a:rPr lang="en-US" altLang="en-US"/>
              <a:pPr/>
              <a:t>89</a:t>
            </a:fld>
            <a:endParaRPr lang="en-US" altLang="en-US"/>
          </a:p>
        </p:txBody>
      </p:sp>
      <p:sp>
        <p:nvSpPr>
          <p:cNvPr id="585730" name="Text Box 2"/>
          <p:cNvSpPr txBox="1">
            <a:spLocks noChangeArrowheads="1"/>
          </p:cNvSpPr>
          <p:nvPr/>
        </p:nvSpPr>
        <p:spPr bwMode="auto">
          <a:xfrm>
            <a:off x="990600" y="90488"/>
            <a:ext cx="77724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solidFill>
                  <a:srgbClr val="0000FF"/>
                </a:solidFill>
                <a:latin typeface="Times New Roman" pitchFamily="18" charset="0"/>
              </a:rPr>
              <a:t>Figure </a:t>
            </a:r>
            <a:r>
              <a:rPr lang="en-US" altLang="en-US" i="1" dirty="0">
                <a:latin typeface="Times New Roman" pitchFamily="18" charset="0"/>
              </a:rPr>
              <a:t>Comparing computer programming and network management</a:t>
            </a:r>
          </a:p>
        </p:txBody>
      </p:sp>
      <p:sp>
        <p:nvSpPr>
          <p:cNvPr id="585731"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3"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6"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sp>
        <p:nvSpPr>
          <p:cNvPr id="58573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b="0"/>
          </a:p>
        </p:txBody>
      </p:sp>
      <p:pic>
        <p:nvPicPr>
          <p:cNvPr id="58573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524000"/>
            <a:ext cx="6416675" cy="3744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3089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effectLst>
            <a:outerShdw dist="107763" dir="2700000" algn="ctr" rotWithShape="0">
              <a:schemeClr val="bg2"/>
            </a:outerShdw>
          </a:effectLst>
        </p:spPr>
        <p:txBody>
          <a:bodyPr/>
          <a:lstStyle/>
          <a:p>
            <a:r>
              <a:rPr lang="en-US" altLang="en-US">
                <a:latin typeface="Arial" pitchFamily="34" charset="0"/>
              </a:rPr>
              <a:t>Four Basic Operations</a:t>
            </a:r>
          </a:p>
        </p:txBody>
      </p:sp>
      <p:sp>
        <p:nvSpPr>
          <p:cNvPr id="29699" name="Rectangle 3"/>
          <p:cNvSpPr>
            <a:spLocks noGrp="1" noChangeArrowheads="1"/>
          </p:cNvSpPr>
          <p:nvPr>
            <p:ph type="body" idx="1"/>
          </p:nvPr>
        </p:nvSpPr>
        <p:spPr/>
        <p:txBody>
          <a:bodyPr/>
          <a:lstStyle/>
          <a:p>
            <a:endParaRPr lang="en-US" altLang="en-US" sz="2400">
              <a:latin typeface="Arial" pitchFamily="34" charset="0"/>
            </a:endParaRPr>
          </a:p>
          <a:p>
            <a:endParaRPr lang="en-US" altLang="en-US">
              <a:latin typeface="Arial" pitchFamily="34" charset="0"/>
            </a:endParaRPr>
          </a:p>
        </p:txBody>
      </p:sp>
      <p:sp>
        <p:nvSpPr>
          <p:cNvPr id="29701" name="Text Box 5"/>
          <p:cNvSpPr txBox="1">
            <a:spLocks noChangeArrowheads="1"/>
          </p:cNvSpPr>
          <p:nvPr/>
        </p:nvSpPr>
        <p:spPr bwMode="auto">
          <a:xfrm>
            <a:off x="838200" y="1905000"/>
            <a:ext cx="7620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400" b="1" dirty="0">
                <a:solidFill>
                  <a:schemeClr val="accent1"/>
                </a:solidFill>
              </a:rPr>
              <a:t>Get</a:t>
            </a:r>
            <a:endParaRPr lang="en-US" altLang="en-US" sz="2400" dirty="0">
              <a:solidFill>
                <a:schemeClr val="accent1"/>
              </a:solidFill>
            </a:endParaRPr>
          </a:p>
        </p:txBody>
      </p:sp>
      <p:sp>
        <p:nvSpPr>
          <p:cNvPr id="29702" name="Text Box 6"/>
          <p:cNvSpPr txBox="1">
            <a:spLocks noChangeArrowheads="1"/>
          </p:cNvSpPr>
          <p:nvPr/>
        </p:nvSpPr>
        <p:spPr bwMode="auto">
          <a:xfrm>
            <a:off x="838200" y="3124200"/>
            <a:ext cx="7620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400" b="1" dirty="0" err="1">
                <a:solidFill>
                  <a:schemeClr val="accent1"/>
                </a:solidFill>
              </a:rPr>
              <a:t>GetNext</a:t>
            </a:r>
            <a:endParaRPr lang="en-US" altLang="en-US" sz="2400" dirty="0">
              <a:solidFill>
                <a:schemeClr val="accent1"/>
              </a:solidFill>
            </a:endParaRPr>
          </a:p>
        </p:txBody>
      </p:sp>
      <p:sp>
        <p:nvSpPr>
          <p:cNvPr id="29703" name="Text Box 7"/>
          <p:cNvSpPr txBox="1">
            <a:spLocks noChangeArrowheads="1"/>
          </p:cNvSpPr>
          <p:nvPr/>
        </p:nvSpPr>
        <p:spPr bwMode="auto">
          <a:xfrm>
            <a:off x="838200" y="4343400"/>
            <a:ext cx="7620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400" b="1">
                <a:solidFill>
                  <a:schemeClr val="accent1"/>
                </a:solidFill>
              </a:rPr>
              <a:t>Set</a:t>
            </a:r>
            <a:endParaRPr lang="en-US" altLang="en-US" sz="2400">
              <a:solidFill>
                <a:schemeClr val="accent1"/>
              </a:solidFill>
            </a:endParaRPr>
          </a:p>
        </p:txBody>
      </p:sp>
      <p:sp>
        <p:nvSpPr>
          <p:cNvPr id="29704" name="Text Box 8"/>
          <p:cNvSpPr txBox="1">
            <a:spLocks noChangeArrowheads="1"/>
          </p:cNvSpPr>
          <p:nvPr/>
        </p:nvSpPr>
        <p:spPr bwMode="auto">
          <a:xfrm>
            <a:off x="838200" y="5334000"/>
            <a:ext cx="7620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400" b="1" dirty="0">
                <a:solidFill>
                  <a:schemeClr val="accent1"/>
                </a:solidFill>
              </a:rPr>
              <a:t>Trap</a:t>
            </a:r>
            <a:endParaRPr lang="en-US" altLang="en-US" sz="2400" dirty="0">
              <a:solidFill>
                <a:schemeClr val="accent1"/>
              </a:solidFill>
            </a:endParaRPr>
          </a:p>
        </p:txBody>
      </p:sp>
      <p:sp>
        <p:nvSpPr>
          <p:cNvPr id="29705" name="Text Box 9"/>
          <p:cNvSpPr txBox="1">
            <a:spLocks noChangeArrowheads="1"/>
          </p:cNvSpPr>
          <p:nvPr/>
        </p:nvSpPr>
        <p:spPr bwMode="auto">
          <a:xfrm>
            <a:off x="1143000" y="2286000"/>
            <a:ext cx="7620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t>Retrieves the value of a MIB variable stored on the agent machine</a:t>
            </a:r>
          </a:p>
          <a:p>
            <a:pPr>
              <a:spcBef>
                <a:spcPct val="50000"/>
              </a:spcBef>
            </a:pPr>
            <a:r>
              <a:rPr lang="en-US" altLang="en-US" sz="1600" b="1" dirty="0"/>
              <a:t>(integer, string, or address of another MIB variable)</a:t>
            </a:r>
            <a:endParaRPr lang="en-US" altLang="en-US" sz="2000" dirty="0"/>
          </a:p>
        </p:txBody>
      </p:sp>
      <p:sp>
        <p:nvSpPr>
          <p:cNvPr id="29706" name="Text Box 10"/>
          <p:cNvSpPr txBox="1">
            <a:spLocks noChangeArrowheads="1"/>
          </p:cNvSpPr>
          <p:nvPr/>
        </p:nvSpPr>
        <p:spPr bwMode="auto">
          <a:xfrm>
            <a:off x="1219200" y="3581400"/>
            <a:ext cx="7620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a:t>Retrieves the next value of the next lexical MIB variable</a:t>
            </a:r>
            <a:endParaRPr lang="en-US" altLang="en-US"/>
          </a:p>
        </p:txBody>
      </p:sp>
      <p:sp>
        <p:nvSpPr>
          <p:cNvPr id="29707" name="Text Box 11"/>
          <p:cNvSpPr txBox="1">
            <a:spLocks noChangeArrowheads="1"/>
          </p:cNvSpPr>
          <p:nvPr/>
        </p:nvSpPr>
        <p:spPr bwMode="auto">
          <a:xfrm>
            <a:off x="1295400" y="4800600"/>
            <a:ext cx="7620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dirty="0"/>
              <a:t>Changes the value of a MIB variable</a:t>
            </a:r>
            <a:endParaRPr lang="en-US" altLang="en-US" dirty="0"/>
          </a:p>
        </p:txBody>
      </p:sp>
      <p:sp>
        <p:nvSpPr>
          <p:cNvPr id="29708" name="Text Box 12"/>
          <p:cNvSpPr txBox="1">
            <a:spLocks noChangeArrowheads="1"/>
          </p:cNvSpPr>
          <p:nvPr/>
        </p:nvSpPr>
        <p:spPr bwMode="auto">
          <a:xfrm>
            <a:off x="1371600" y="5867400"/>
            <a:ext cx="7620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t>typically a notification of something unexpected, like an error</a:t>
            </a:r>
            <a:endParaRPr lang="en-US" altLang="en-US" sz="2400" dirty="0"/>
          </a:p>
        </p:txBody>
      </p:sp>
    </p:spTree>
    <p:extLst>
      <p:ext uri="{BB962C8B-B14F-4D97-AF65-F5344CB8AC3E}">
        <p14:creationId xmlns:p14="http://schemas.microsoft.com/office/powerpoint/2010/main" val="2512599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effectLst>
            <a:outerShdw dist="107763" dir="2700000" algn="ctr" rotWithShape="0">
              <a:schemeClr val="bg2"/>
            </a:outerShdw>
          </a:effectLst>
        </p:spPr>
        <p:txBody>
          <a:bodyPr/>
          <a:lstStyle/>
          <a:p>
            <a:r>
              <a:rPr lang="en-US" altLang="en-US">
                <a:latin typeface="Arial" pitchFamily="34" charset="0"/>
              </a:rPr>
              <a:t>Languages of SNMP</a:t>
            </a:r>
          </a:p>
        </p:txBody>
      </p:sp>
      <p:sp>
        <p:nvSpPr>
          <p:cNvPr id="30723" name="Rectangle 3"/>
          <p:cNvSpPr>
            <a:spLocks noGrp="1" noChangeArrowheads="1"/>
          </p:cNvSpPr>
          <p:nvPr>
            <p:ph type="body" idx="1"/>
          </p:nvPr>
        </p:nvSpPr>
        <p:spPr>
          <a:xfrm>
            <a:off x="914400" y="1447800"/>
            <a:ext cx="7772400" cy="5181600"/>
          </a:xfrm>
        </p:spPr>
        <p:txBody>
          <a:bodyPr>
            <a:normAutofit/>
          </a:bodyPr>
          <a:lstStyle/>
          <a:p>
            <a:endParaRPr lang="en-US" altLang="en-US" sz="3200">
              <a:latin typeface="Arial" pitchFamily="34" charset="0"/>
            </a:endParaRPr>
          </a:p>
          <a:p>
            <a:endParaRPr lang="en-US" altLang="en-US" sz="3200">
              <a:latin typeface="Arial" pitchFamily="34" charset="0"/>
            </a:endParaRPr>
          </a:p>
        </p:txBody>
      </p:sp>
      <p:sp>
        <p:nvSpPr>
          <p:cNvPr id="30724" name="Text Box 4"/>
          <p:cNvSpPr txBox="1">
            <a:spLocks noChangeArrowheads="1"/>
          </p:cNvSpPr>
          <p:nvPr/>
        </p:nvSpPr>
        <p:spPr bwMode="auto">
          <a:xfrm>
            <a:off x="1143000" y="1905000"/>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a:solidFill>
                  <a:schemeClr val="accent1"/>
                </a:solidFill>
              </a:rPr>
              <a:t>Structure of Management Information (SMI)</a:t>
            </a:r>
          </a:p>
        </p:txBody>
      </p:sp>
      <p:sp>
        <p:nvSpPr>
          <p:cNvPr id="30725" name="Text Box 5"/>
          <p:cNvSpPr txBox="1">
            <a:spLocks noChangeArrowheads="1"/>
          </p:cNvSpPr>
          <p:nvPr/>
        </p:nvSpPr>
        <p:spPr bwMode="auto">
          <a:xfrm>
            <a:off x="1143000" y="3276600"/>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a:solidFill>
                  <a:schemeClr val="accent1"/>
                </a:solidFill>
              </a:rPr>
              <a:t>Abstract Syntax Notation One (ASN.1)</a:t>
            </a:r>
          </a:p>
        </p:txBody>
      </p:sp>
      <p:sp>
        <p:nvSpPr>
          <p:cNvPr id="30726" name="Text Box 6"/>
          <p:cNvSpPr txBox="1">
            <a:spLocks noChangeArrowheads="1"/>
          </p:cNvSpPr>
          <p:nvPr/>
        </p:nvSpPr>
        <p:spPr bwMode="auto">
          <a:xfrm>
            <a:off x="1143000" y="4768850"/>
            <a:ext cx="701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dirty="0">
                <a:solidFill>
                  <a:schemeClr val="accent1"/>
                </a:solidFill>
              </a:rPr>
              <a:t>Basic Encoding Rules (BER)</a:t>
            </a:r>
          </a:p>
        </p:txBody>
      </p:sp>
      <p:sp>
        <p:nvSpPr>
          <p:cNvPr id="30727" name="Text Box 7"/>
          <p:cNvSpPr txBox="1">
            <a:spLocks noChangeArrowheads="1"/>
          </p:cNvSpPr>
          <p:nvPr/>
        </p:nvSpPr>
        <p:spPr bwMode="auto">
          <a:xfrm>
            <a:off x="1676400" y="2438400"/>
            <a:ext cx="6705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specifies the format used for defining managed objects that are accessed via the SNMP protocol</a:t>
            </a:r>
            <a:endParaRPr lang="en-US" altLang="en-US"/>
          </a:p>
        </p:txBody>
      </p:sp>
      <p:sp>
        <p:nvSpPr>
          <p:cNvPr id="30728" name="Text Box 8"/>
          <p:cNvSpPr txBox="1">
            <a:spLocks noChangeArrowheads="1"/>
          </p:cNvSpPr>
          <p:nvPr/>
        </p:nvSpPr>
        <p:spPr bwMode="auto">
          <a:xfrm>
            <a:off x="1752600" y="3810000"/>
            <a:ext cx="67056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used to define  the format of SNMP messages and managed objects (MIB modules) using an unambiguous data description format</a:t>
            </a:r>
            <a:endParaRPr lang="en-US" altLang="en-US"/>
          </a:p>
        </p:txBody>
      </p:sp>
      <p:sp>
        <p:nvSpPr>
          <p:cNvPr id="30729" name="Text Box 9"/>
          <p:cNvSpPr txBox="1">
            <a:spLocks noChangeArrowheads="1"/>
          </p:cNvSpPr>
          <p:nvPr/>
        </p:nvSpPr>
        <p:spPr bwMode="auto">
          <a:xfrm>
            <a:off x="1828800" y="5410200"/>
            <a:ext cx="6705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used to encode the SNMP messages into a format suitable for transmission across a network</a:t>
            </a:r>
            <a:endParaRPr lang="en-US" altLang="en-US"/>
          </a:p>
        </p:txBody>
      </p:sp>
    </p:spTree>
    <p:extLst>
      <p:ext uri="{BB962C8B-B14F-4D97-AF65-F5344CB8AC3E}">
        <p14:creationId xmlns:p14="http://schemas.microsoft.com/office/powerpoint/2010/main" val="9135296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Text Box 5"/>
          <p:cNvSpPr txBox="1">
            <a:spLocks noChangeArrowheads="1"/>
          </p:cNvSpPr>
          <p:nvPr/>
        </p:nvSpPr>
        <p:spPr bwMode="auto">
          <a:xfrm>
            <a:off x="533400" y="1485900"/>
            <a:ext cx="8153400" cy="474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2000">
                <a:solidFill>
                  <a:schemeClr val="folHlink"/>
                </a:solidFill>
              </a:rPr>
              <a:t>INTEGER </a:t>
            </a:r>
            <a:r>
              <a:rPr lang="en-US" altLang="en-US" sz="2000"/>
              <a:t>-- signed 32-bit integer</a:t>
            </a:r>
          </a:p>
          <a:p>
            <a:pPr>
              <a:spcBef>
                <a:spcPct val="50000"/>
              </a:spcBef>
              <a:buFontTx/>
              <a:buChar char="•"/>
            </a:pPr>
            <a:r>
              <a:rPr lang="en-US" altLang="en-US" sz="2000">
                <a:solidFill>
                  <a:schemeClr val="folHlink"/>
                </a:solidFill>
              </a:rPr>
              <a:t>OCTET STRING</a:t>
            </a:r>
          </a:p>
          <a:p>
            <a:pPr>
              <a:spcBef>
                <a:spcPct val="50000"/>
              </a:spcBef>
              <a:buFontTx/>
              <a:buChar char="•"/>
            </a:pPr>
            <a:r>
              <a:rPr lang="en-US" altLang="en-US" sz="2000">
                <a:solidFill>
                  <a:schemeClr val="folHlink"/>
                </a:solidFill>
              </a:rPr>
              <a:t>OBJECT IDENTIFIER (OID)</a:t>
            </a:r>
          </a:p>
          <a:p>
            <a:pPr>
              <a:spcBef>
                <a:spcPct val="50000"/>
              </a:spcBef>
              <a:buFontTx/>
              <a:buChar char="•"/>
            </a:pPr>
            <a:r>
              <a:rPr lang="en-US" altLang="en-US" sz="2000">
                <a:solidFill>
                  <a:schemeClr val="folHlink"/>
                </a:solidFill>
              </a:rPr>
              <a:t>NULL</a:t>
            </a:r>
            <a:r>
              <a:rPr lang="en-US" altLang="en-US" sz="2000">
                <a:solidFill>
                  <a:schemeClr val="accent1"/>
                </a:solidFill>
              </a:rPr>
              <a:t> </a:t>
            </a:r>
            <a:r>
              <a:rPr lang="en-US" altLang="en-US" sz="2000"/>
              <a:t>-- not actually data type, but data value</a:t>
            </a:r>
            <a:endParaRPr lang="en-US" altLang="en-US" sz="2000">
              <a:solidFill>
                <a:schemeClr val="accent1"/>
              </a:solidFill>
            </a:endParaRPr>
          </a:p>
          <a:p>
            <a:pPr>
              <a:spcBef>
                <a:spcPct val="50000"/>
              </a:spcBef>
              <a:buFontTx/>
              <a:buChar char="•"/>
            </a:pPr>
            <a:r>
              <a:rPr lang="en-US" altLang="en-US" sz="2000">
                <a:solidFill>
                  <a:schemeClr val="accent1"/>
                </a:solidFill>
              </a:rPr>
              <a:t>IpAddress </a:t>
            </a:r>
            <a:r>
              <a:rPr lang="en-US" altLang="en-US" sz="2000"/>
              <a:t>-- OCTET STRING of size 4, in network byte order (B.E.)</a:t>
            </a:r>
          </a:p>
          <a:p>
            <a:pPr>
              <a:spcBef>
                <a:spcPct val="50000"/>
              </a:spcBef>
              <a:buFontTx/>
              <a:buChar char="•"/>
            </a:pPr>
            <a:r>
              <a:rPr lang="en-US" altLang="en-US" sz="2000">
                <a:solidFill>
                  <a:schemeClr val="accent1"/>
                </a:solidFill>
              </a:rPr>
              <a:t>Counter </a:t>
            </a:r>
            <a:r>
              <a:rPr lang="en-US" altLang="en-US" sz="2000"/>
              <a:t>-- unsigned 32-bit integer (rolls over)</a:t>
            </a:r>
            <a:endParaRPr lang="en-US" altLang="en-US" sz="2000">
              <a:solidFill>
                <a:schemeClr val="accent1"/>
              </a:solidFill>
            </a:endParaRPr>
          </a:p>
          <a:p>
            <a:pPr>
              <a:spcBef>
                <a:spcPct val="50000"/>
              </a:spcBef>
              <a:buFontTx/>
              <a:buChar char="•"/>
            </a:pPr>
            <a:r>
              <a:rPr lang="en-US" altLang="en-US" sz="2000">
                <a:solidFill>
                  <a:schemeClr val="accent1"/>
                </a:solidFill>
              </a:rPr>
              <a:t>Gauge </a:t>
            </a:r>
            <a:r>
              <a:rPr lang="en-US" altLang="en-US" sz="2000"/>
              <a:t>-- unsigned 32-bit integer (will top out and stay there)</a:t>
            </a:r>
            <a:endParaRPr lang="en-US" altLang="en-US" sz="2000">
              <a:solidFill>
                <a:schemeClr val="accent1"/>
              </a:solidFill>
            </a:endParaRPr>
          </a:p>
          <a:p>
            <a:pPr>
              <a:spcBef>
                <a:spcPct val="50000"/>
              </a:spcBef>
              <a:buFontTx/>
              <a:buChar char="•"/>
            </a:pPr>
            <a:r>
              <a:rPr lang="en-US" altLang="en-US" sz="2000">
                <a:solidFill>
                  <a:schemeClr val="accent1"/>
                </a:solidFill>
              </a:rPr>
              <a:t>TimeTicks </a:t>
            </a:r>
            <a:r>
              <a:rPr lang="en-US" altLang="en-US" sz="2000"/>
              <a:t>-- unsigned 32-bit integer (rolls over after 497 days)</a:t>
            </a:r>
            <a:endParaRPr lang="en-US" altLang="en-US" sz="2000">
              <a:solidFill>
                <a:schemeClr val="accent1"/>
              </a:solidFill>
            </a:endParaRPr>
          </a:p>
          <a:p>
            <a:pPr>
              <a:spcBef>
                <a:spcPct val="50000"/>
              </a:spcBef>
              <a:buFontTx/>
              <a:buChar char="•"/>
            </a:pPr>
            <a:r>
              <a:rPr lang="en-US" altLang="en-US" sz="2000">
                <a:solidFill>
                  <a:schemeClr val="accent1"/>
                </a:solidFill>
              </a:rPr>
              <a:t>Opaque </a:t>
            </a:r>
            <a:r>
              <a:rPr lang="en-US" altLang="en-US" sz="2000"/>
              <a:t>-- used to create new data types not in SNMPv1</a:t>
            </a:r>
          </a:p>
          <a:p>
            <a:pPr>
              <a:spcBef>
                <a:spcPct val="50000"/>
              </a:spcBef>
              <a:buFontTx/>
              <a:buChar char="•"/>
            </a:pPr>
            <a:r>
              <a:rPr lang="en-US" altLang="en-US" sz="1800">
                <a:solidFill>
                  <a:schemeClr val="tx2"/>
                </a:solidFill>
              </a:rPr>
              <a:t>DateAndTime, DisplayString, MacAddress, PhysAddress, TimeInterval, TimeStamp, TruthValue, VariablePointer </a:t>
            </a:r>
            <a:r>
              <a:rPr lang="en-US" altLang="en-US" sz="1800"/>
              <a:t>-- textual conventions used as types</a:t>
            </a:r>
            <a:endParaRPr lang="en-US" altLang="en-US" sz="2000">
              <a:solidFill>
                <a:schemeClr val="tx2"/>
              </a:solidFill>
            </a:endParaRPr>
          </a:p>
        </p:txBody>
      </p:sp>
      <p:sp>
        <p:nvSpPr>
          <p:cNvPr id="45058" name="Rectangle 2"/>
          <p:cNvSpPr>
            <a:spLocks noGrp="1" noChangeArrowheads="1"/>
          </p:cNvSpPr>
          <p:nvPr>
            <p:ph type="title"/>
          </p:nvPr>
        </p:nvSpPr>
        <p:spPr>
          <a:xfrm>
            <a:off x="685800" y="152400"/>
            <a:ext cx="7772400" cy="1143000"/>
          </a:xfrm>
          <a:effectLst>
            <a:outerShdw dist="107763" dir="2700000" algn="ctr" rotWithShape="0">
              <a:schemeClr val="bg2"/>
            </a:outerShdw>
          </a:effectLst>
        </p:spPr>
        <p:txBody>
          <a:bodyPr/>
          <a:lstStyle/>
          <a:p>
            <a:r>
              <a:rPr lang="en-US" altLang="en-US">
                <a:latin typeface="Arial" pitchFamily="34" charset="0"/>
              </a:rPr>
              <a:t>SNMP Data Types</a:t>
            </a:r>
          </a:p>
        </p:txBody>
      </p:sp>
      <p:sp>
        <p:nvSpPr>
          <p:cNvPr id="45059" name="Rectangle 3"/>
          <p:cNvSpPr>
            <a:spLocks noGrp="1" noChangeArrowheads="1"/>
          </p:cNvSpPr>
          <p:nvPr>
            <p:ph type="body" idx="1"/>
          </p:nvPr>
        </p:nvSpPr>
        <p:spPr/>
        <p:txBody>
          <a:bodyPr/>
          <a:lstStyle/>
          <a:p>
            <a:endParaRPr lang="en-US" altLang="en-US" sz="2400">
              <a:latin typeface="Arial" pitchFamily="34" charset="0"/>
            </a:endParaRPr>
          </a:p>
          <a:p>
            <a:endParaRPr lang="en-US" altLang="en-US">
              <a:latin typeface="Arial" pitchFamily="34" charset="0"/>
            </a:endParaRPr>
          </a:p>
        </p:txBody>
      </p:sp>
    </p:spTree>
    <p:extLst>
      <p:ext uri="{BB962C8B-B14F-4D97-AF65-F5344CB8AC3E}">
        <p14:creationId xmlns:p14="http://schemas.microsoft.com/office/powerpoint/2010/main" val="167282721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685800" y="457200"/>
            <a:ext cx="7772400" cy="1143000"/>
          </a:xfrm>
          <a:effectLst>
            <a:outerShdw dist="107763" dir="2700000" algn="ctr" rotWithShape="0">
              <a:schemeClr val="bg2"/>
            </a:outerShdw>
          </a:effectLst>
        </p:spPr>
        <p:txBody>
          <a:bodyPr/>
          <a:lstStyle/>
          <a:p>
            <a:r>
              <a:rPr lang="en-US" altLang="en-US">
                <a:latin typeface="Arial" pitchFamily="34" charset="0"/>
              </a:rPr>
              <a:t>Basic Message Format</a:t>
            </a:r>
          </a:p>
        </p:txBody>
      </p:sp>
      <p:sp>
        <p:nvSpPr>
          <p:cNvPr id="59395" name="Rectangle 3"/>
          <p:cNvSpPr>
            <a:spLocks noGrp="1" noChangeArrowheads="1"/>
          </p:cNvSpPr>
          <p:nvPr>
            <p:ph type="body" idx="1"/>
          </p:nvPr>
        </p:nvSpPr>
        <p:spPr/>
        <p:txBody>
          <a:bodyPr/>
          <a:lstStyle/>
          <a:p>
            <a:endParaRPr lang="en-US" altLang="en-US" sz="2400">
              <a:latin typeface="Arial" pitchFamily="34" charset="0"/>
            </a:endParaRPr>
          </a:p>
          <a:p>
            <a:endParaRPr lang="en-US" altLang="en-US">
              <a:latin typeface="Arial" pitchFamily="34" charset="0"/>
            </a:endParaRPr>
          </a:p>
        </p:txBody>
      </p:sp>
      <p:sp>
        <p:nvSpPr>
          <p:cNvPr id="59396" name="Rectangle 4"/>
          <p:cNvSpPr>
            <a:spLocks noChangeArrowheads="1"/>
          </p:cNvSpPr>
          <p:nvPr/>
        </p:nvSpPr>
        <p:spPr bwMode="auto">
          <a:xfrm>
            <a:off x="2743200" y="2209800"/>
            <a:ext cx="3200400" cy="45720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397" name="Rectangle 5"/>
          <p:cNvSpPr>
            <a:spLocks noChangeArrowheads="1"/>
          </p:cNvSpPr>
          <p:nvPr/>
        </p:nvSpPr>
        <p:spPr bwMode="auto">
          <a:xfrm>
            <a:off x="2743200" y="2667000"/>
            <a:ext cx="3200400" cy="45720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398" name="Rectangle 6"/>
          <p:cNvSpPr>
            <a:spLocks noChangeArrowheads="1"/>
          </p:cNvSpPr>
          <p:nvPr/>
        </p:nvSpPr>
        <p:spPr bwMode="auto">
          <a:xfrm>
            <a:off x="2743200" y="3124200"/>
            <a:ext cx="3200400" cy="45720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399" name="Rectangle 7"/>
          <p:cNvSpPr>
            <a:spLocks noChangeArrowheads="1"/>
          </p:cNvSpPr>
          <p:nvPr/>
        </p:nvSpPr>
        <p:spPr bwMode="auto">
          <a:xfrm>
            <a:off x="2743200" y="3581400"/>
            <a:ext cx="3200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0" name="Rectangle 8"/>
          <p:cNvSpPr>
            <a:spLocks noChangeArrowheads="1"/>
          </p:cNvSpPr>
          <p:nvPr/>
        </p:nvSpPr>
        <p:spPr bwMode="auto">
          <a:xfrm>
            <a:off x="2743200" y="4495800"/>
            <a:ext cx="3200400" cy="19050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1" name="Text Box 9"/>
          <p:cNvSpPr txBox="1">
            <a:spLocks noChangeArrowheads="1"/>
          </p:cNvSpPr>
          <p:nvPr/>
        </p:nvSpPr>
        <p:spPr bwMode="auto">
          <a:xfrm>
            <a:off x="3124200" y="22098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bg2"/>
                </a:solidFill>
              </a:rPr>
              <a:t>Message Length</a:t>
            </a:r>
          </a:p>
        </p:txBody>
      </p:sp>
      <p:sp>
        <p:nvSpPr>
          <p:cNvPr id="59402" name="Text Box 10"/>
          <p:cNvSpPr txBox="1">
            <a:spLocks noChangeArrowheads="1"/>
          </p:cNvSpPr>
          <p:nvPr/>
        </p:nvSpPr>
        <p:spPr bwMode="auto">
          <a:xfrm>
            <a:off x="3124200" y="26670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bg2"/>
                </a:solidFill>
              </a:rPr>
              <a:t>Message Version</a:t>
            </a:r>
          </a:p>
        </p:txBody>
      </p:sp>
      <p:sp>
        <p:nvSpPr>
          <p:cNvPr id="59403" name="Text Box 11"/>
          <p:cNvSpPr txBox="1">
            <a:spLocks noChangeArrowheads="1"/>
          </p:cNvSpPr>
          <p:nvPr/>
        </p:nvSpPr>
        <p:spPr bwMode="auto">
          <a:xfrm>
            <a:off x="3124200" y="31242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bg2"/>
                </a:solidFill>
              </a:rPr>
              <a:t>Community String</a:t>
            </a:r>
          </a:p>
        </p:txBody>
      </p:sp>
      <p:sp>
        <p:nvSpPr>
          <p:cNvPr id="59404" name="Text Box 12"/>
          <p:cNvSpPr txBox="1">
            <a:spLocks noChangeArrowheads="1"/>
          </p:cNvSpPr>
          <p:nvPr/>
        </p:nvSpPr>
        <p:spPr bwMode="auto">
          <a:xfrm>
            <a:off x="3352800" y="38100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bg2"/>
                </a:solidFill>
              </a:rPr>
              <a:t>PDU Header</a:t>
            </a:r>
          </a:p>
        </p:txBody>
      </p:sp>
      <p:sp>
        <p:nvSpPr>
          <p:cNvPr id="59405" name="Text Box 13"/>
          <p:cNvSpPr txBox="1">
            <a:spLocks noChangeArrowheads="1"/>
          </p:cNvSpPr>
          <p:nvPr/>
        </p:nvSpPr>
        <p:spPr bwMode="auto">
          <a:xfrm>
            <a:off x="3505200" y="5181600"/>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chemeClr val="bg2"/>
                </a:solidFill>
              </a:rPr>
              <a:t>PDU Body</a:t>
            </a:r>
          </a:p>
        </p:txBody>
      </p:sp>
      <p:sp>
        <p:nvSpPr>
          <p:cNvPr id="59406" name="Line 14"/>
          <p:cNvSpPr>
            <a:spLocks noChangeShapeType="1"/>
          </p:cNvSpPr>
          <p:nvPr/>
        </p:nvSpPr>
        <p:spPr bwMode="auto">
          <a:xfrm>
            <a:off x="5943600" y="22098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7" name="Line 15"/>
          <p:cNvSpPr>
            <a:spLocks noChangeShapeType="1"/>
          </p:cNvSpPr>
          <p:nvPr/>
        </p:nvSpPr>
        <p:spPr bwMode="auto">
          <a:xfrm flipV="1">
            <a:off x="5943600" y="2895600"/>
            <a:ext cx="457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08" name="Text Box 16"/>
          <p:cNvSpPr txBox="1">
            <a:spLocks noChangeArrowheads="1"/>
          </p:cNvSpPr>
          <p:nvPr/>
        </p:nvSpPr>
        <p:spPr bwMode="auto">
          <a:xfrm>
            <a:off x="6400800" y="2667000"/>
            <a:ext cx="2667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Message Preamble</a:t>
            </a:r>
          </a:p>
        </p:txBody>
      </p:sp>
      <p:sp>
        <p:nvSpPr>
          <p:cNvPr id="59409" name="Line 17"/>
          <p:cNvSpPr>
            <a:spLocks noChangeShapeType="1"/>
          </p:cNvSpPr>
          <p:nvPr/>
        </p:nvSpPr>
        <p:spPr bwMode="auto">
          <a:xfrm>
            <a:off x="5943600" y="3581400"/>
            <a:ext cx="45720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0" name="Line 18"/>
          <p:cNvSpPr>
            <a:spLocks noChangeShapeType="1"/>
          </p:cNvSpPr>
          <p:nvPr/>
        </p:nvSpPr>
        <p:spPr bwMode="auto">
          <a:xfrm flipV="1">
            <a:off x="5943600" y="5029200"/>
            <a:ext cx="457200" cy="1371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9411" name="Text Box 19"/>
          <p:cNvSpPr txBox="1">
            <a:spLocks noChangeArrowheads="1"/>
          </p:cNvSpPr>
          <p:nvPr/>
        </p:nvSpPr>
        <p:spPr bwMode="auto">
          <a:xfrm>
            <a:off x="6477000" y="4724400"/>
            <a:ext cx="2286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SNMP Protocol Data Unit</a:t>
            </a:r>
          </a:p>
        </p:txBody>
      </p:sp>
    </p:spTree>
    <p:extLst>
      <p:ext uri="{BB962C8B-B14F-4D97-AF65-F5344CB8AC3E}">
        <p14:creationId xmlns:p14="http://schemas.microsoft.com/office/powerpoint/2010/main" val="21453442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81000" y="76200"/>
            <a:ext cx="8382000" cy="1143000"/>
          </a:xfrm>
          <a:effectLst>
            <a:outerShdw dist="107763" dir="2700000" algn="ctr" rotWithShape="0">
              <a:schemeClr val="bg2"/>
            </a:outerShdw>
          </a:effectLst>
        </p:spPr>
        <p:txBody>
          <a:bodyPr/>
          <a:lstStyle/>
          <a:p>
            <a:r>
              <a:rPr lang="en-US" altLang="en-US">
                <a:latin typeface="Arial" pitchFamily="34" charset="0"/>
              </a:rPr>
              <a:t>Commercial SNMP Applications</a:t>
            </a:r>
          </a:p>
        </p:txBody>
      </p:sp>
      <p:sp>
        <p:nvSpPr>
          <p:cNvPr id="25605" name="Text Box 5"/>
          <p:cNvSpPr txBox="1">
            <a:spLocks noChangeArrowheads="1"/>
          </p:cNvSpPr>
          <p:nvPr/>
        </p:nvSpPr>
        <p:spPr bwMode="auto">
          <a:xfrm>
            <a:off x="228600" y="1127125"/>
            <a:ext cx="876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chemeClr val="accent1"/>
                </a:solidFill>
              </a:rPr>
              <a:t>Here are some of the various SNMP Management products available today:</a:t>
            </a:r>
          </a:p>
        </p:txBody>
      </p:sp>
      <p:sp>
        <p:nvSpPr>
          <p:cNvPr id="25607" name="Text Box 7"/>
          <p:cNvSpPr txBox="1">
            <a:spLocks noChangeArrowheads="1"/>
          </p:cNvSpPr>
          <p:nvPr/>
        </p:nvSpPr>
        <p:spPr bwMode="auto">
          <a:xfrm>
            <a:off x="533400" y="1600200"/>
            <a:ext cx="8458200" cy="509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sz="1400" b="1"/>
              <a:t>http://www.hp.com/go/openview/			HP OpenView</a:t>
            </a:r>
          </a:p>
          <a:p>
            <a:pPr>
              <a:spcBef>
                <a:spcPct val="50000"/>
              </a:spcBef>
              <a:buFontTx/>
              <a:buChar char="•"/>
            </a:pPr>
            <a:r>
              <a:rPr lang="en-US" altLang="en-US" sz="1400" b="1"/>
              <a:t>http://www.tivoli.com/				IBM NetView</a:t>
            </a:r>
          </a:p>
          <a:p>
            <a:pPr>
              <a:spcBef>
                <a:spcPct val="50000"/>
              </a:spcBef>
              <a:buFontTx/>
              <a:buChar char="•"/>
            </a:pPr>
            <a:r>
              <a:rPr lang="en-US" altLang="en-US" sz="1400" b="1"/>
              <a:t>http://www.novell.com/products/managewise/ 		Novell ManageWise</a:t>
            </a:r>
          </a:p>
          <a:p>
            <a:pPr>
              <a:spcBef>
                <a:spcPct val="50000"/>
              </a:spcBef>
              <a:buFontTx/>
              <a:buChar char="•"/>
            </a:pPr>
            <a:r>
              <a:rPr lang="en-US" altLang="en-US" sz="1400" b="1"/>
              <a:t>http://www.sun.com/solstice/				Sun MicroSystems Solstice</a:t>
            </a:r>
          </a:p>
          <a:p>
            <a:pPr>
              <a:spcBef>
                <a:spcPct val="50000"/>
              </a:spcBef>
              <a:buFontTx/>
              <a:buChar char="•"/>
            </a:pPr>
            <a:r>
              <a:rPr lang="en-US" altLang="en-US" sz="1400" b="1"/>
              <a:t>http://www.microsoft.com/smsmgmt/			Microsoft SMS Server</a:t>
            </a:r>
          </a:p>
          <a:p>
            <a:pPr>
              <a:spcBef>
                <a:spcPct val="50000"/>
              </a:spcBef>
              <a:buFontTx/>
              <a:buChar char="•"/>
            </a:pPr>
            <a:r>
              <a:rPr lang="en-US" altLang="en-US" sz="1400" b="1"/>
              <a:t>http://www.compaq.com/products/servers/management/	Compaq Insight Manger</a:t>
            </a:r>
          </a:p>
          <a:p>
            <a:pPr>
              <a:spcBef>
                <a:spcPct val="50000"/>
              </a:spcBef>
              <a:buFontTx/>
              <a:buChar char="•"/>
            </a:pPr>
            <a:r>
              <a:rPr lang="en-US" altLang="en-US" sz="1400" b="1"/>
              <a:t>http://www.redpt.com/				SnmpQL - ODBC Compliant</a:t>
            </a:r>
          </a:p>
          <a:p>
            <a:pPr>
              <a:spcBef>
                <a:spcPct val="50000"/>
              </a:spcBef>
              <a:buFontTx/>
              <a:buChar char="•"/>
            </a:pPr>
            <a:r>
              <a:rPr lang="en-US" altLang="en-US" sz="1400" b="1"/>
              <a:t>http://www.empiretech.com/				Empire Technologies</a:t>
            </a:r>
          </a:p>
          <a:p>
            <a:pPr>
              <a:spcBef>
                <a:spcPct val="50000"/>
              </a:spcBef>
              <a:buFontTx/>
              <a:buChar char="•"/>
            </a:pPr>
            <a:r>
              <a:rPr lang="en-US" altLang="en-US" sz="1400" b="1"/>
              <a:t>ftp://ftp.cinco.com/users/cinco/demo/			Cinco Networks NetXray</a:t>
            </a:r>
          </a:p>
          <a:p>
            <a:pPr>
              <a:spcBef>
                <a:spcPct val="50000"/>
              </a:spcBef>
              <a:buFontTx/>
              <a:buChar char="•"/>
            </a:pPr>
            <a:r>
              <a:rPr lang="en-US" altLang="en-US" sz="1400" b="1"/>
              <a:t>http://www.netinst.com/html/snmp.html			SNMP Collector (Win9X/NT)</a:t>
            </a:r>
          </a:p>
          <a:p>
            <a:pPr>
              <a:spcBef>
                <a:spcPct val="50000"/>
              </a:spcBef>
              <a:buFontTx/>
              <a:buChar char="•"/>
            </a:pPr>
            <a:r>
              <a:rPr lang="en-US" altLang="en-US" sz="1400" b="1"/>
              <a:t>http://www.netinst.com/html/Observer.html		Observer</a:t>
            </a:r>
          </a:p>
          <a:p>
            <a:pPr>
              <a:spcBef>
                <a:spcPct val="50000"/>
              </a:spcBef>
              <a:buFontTx/>
              <a:buChar char="•"/>
            </a:pPr>
            <a:r>
              <a:rPr lang="en-US" altLang="en-US" sz="1400" b="1"/>
              <a:t>http://www.gordian.com/products_technologies/snmp.html 	Gordian’s SNMP Agent</a:t>
            </a:r>
          </a:p>
          <a:p>
            <a:pPr>
              <a:spcBef>
                <a:spcPct val="50000"/>
              </a:spcBef>
              <a:buFontTx/>
              <a:buChar char="•"/>
            </a:pPr>
            <a:r>
              <a:rPr lang="en-US" altLang="en-US" sz="1400" b="1"/>
              <a:t>http://www.castlerock.com/				Castle Rock Computing</a:t>
            </a:r>
          </a:p>
          <a:p>
            <a:pPr>
              <a:spcBef>
                <a:spcPct val="50000"/>
              </a:spcBef>
              <a:buFontTx/>
              <a:buChar char="•"/>
            </a:pPr>
            <a:r>
              <a:rPr lang="en-US" altLang="en-US" sz="1400" b="1"/>
              <a:t>http://www.adventnet.com/				Advent Network Management</a:t>
            </a:r>
          </a:p>
          <a:p>
            <a:pPr>
              <a:spcBef>
                <a:spcPct val="50000"/>
              </a:spcBef>
              <a:buFontTx/>
              <a:buChar char="•"/>
            </a:pPr>
            <a:r>
              <a:rPr lang="en-US" altLang="en-US" sz="1400" b="1"/>
              <a:t>http://www.smplsft.com/				SimpleAgent, SimpleTester</a:t>
            </a:r>
          </a:p>
          <a:p>
            <a:pPr>
              <a:spcBef>
                <a:spcPct val="50000"/>
              </a:spcBef>
              <a:buFontTx/>
              <a:buChar char="•"/>
            </a:pPr>
            <a:endParaRPr lang="en-US" altLang="en-US" sz="1400" b="1">
              <a:latin typeface="Times New Roman" pitchFamily="18" charset="0"/>
            </a:endParaRPr>
          </a:p>
        </p:txBody>
      </p:sp>
    </p:spTree>
    <p:extLst>
      <p:ext uri="{BB962C8B-B14F-4D97-AF65-F5344CB8AC3E}">
        <p14:creationId xmlns:p14="http://schemas.microsoft.com/office/powerpoint/2010/main" val="129834351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References</a:t>
            </a:r>
          </a:p>
        </p:txBody>
      </p:sp>
      <p:sp>
        <p:nvSpPr>
          <p:cNvPr id="6" name="Content Placeholder 5"/>
          <p:cNvSpPr>
            <a:spLocks noGrp="1"/>
          </p:cNvSpPr>
          <p:nvPr>
            <p:ph sz="quarter" idx="1"/>
          </p:nvPr>
        </p:nvSpPr>
        <p:spPr/>
        <p:txBody>
          <a:bodyPr/>
          <a:lstStyle/>
          <a:p>
            <a:r>
              <a:rPr lang="en-US" i="1" dirty="0">
                <a:hlinkClick r:id="rId2"/>
              </a:rPr>
              <a:t>http://highered.mheducation.com/sites/0072460601/student_view0/</a:t>
            </a:r>
            <a:endParaRPr lang="en-US" i="1" dirty="0"/>
          </a:p>
          <a:p>
            <a:r>
              <a:rPr lang="en-US" i="1" dirty="0">
                <a:hlinkClick r:id="rId3"/>
              </a:rPr>
              <a:t>www.wtcs.org/snmp4tpc/files/reference/francois/snmp.ppt</a:t>
            </a:r>
            <a:endParaRPr lang="en-US" i="1" dirty="0"/>
          </a:p>
          <a:p>
            <a:r>
              <a:rPr lang="en-US" i="1" dirty="0"/>
              <a:t>ece626web.groups.et.byu.net/Lectures/ch26.ppt</a:t>
            </a:r>
            <a:endParaRPr lang="en-US" dirty="0"/>
          </a:p>
          <a:p>
            <a:r>
              <a:rPr lang="en-US" dirty="0"/>
              <a:t>https://www.slideshare.net/MaiyurHossain/http-48129051</a:t>
            </a:r>
          </a:p>
        </p:txBody>
      </p:sp>
    </p:spTree>
    <p:extLst>
      <p:ext uri="{BB962C8B-B14F-4D97-AF65-F5344CB8AC3E}">
        <p14:creationId xmlns:p14="http://schemas.microsoft.com/office/powerpoint/2010/main" val="38717231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843</TotalTime>
  <Words>5326</Words>
  <Application>Microsoft Office PowerPoint</Application>
  <PresentationFormat>On-screen Show (4:3)</PresentationFormat>
  <Paragraphs>788</Paragraphs>
  <Slides>95</Slides>
  <Notes>16</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3</vt:i4>
      </vt:variant>
      <vt:variant>
        <vt:lpstr>Slide Titles</vt:lpstr>
      </vt:variant>
      <vt:variant>
        <vt:i4>95</vt:i4>
      </vt:variant>
    </vt:vector>
  </HeadingPairs>
  <TitlesOfParts>
    <vt:vector size="114" baseType="lpstr">
      <vt:lpstr>Arial</vt:lpstr>
      <vt:lpstr>Arial Black</vt:lpstr>
      <vt:lpstr>Calibri</vt:lpstr>
      <vt:lpstr>Cambria</vt:lpstr>
      <vt:lpstr>Comic Sans MS</vt:lpstr>
      <vt:lpstr>Comic Sans MS (Body)</vt:lpstr>
      <vt:lpstr>Courier New</vt:lpstr>
      <vt:lpstr>Franklin Gothic Book</vt:lpstr>
      <vt:lpstr>Lucida Bright</vt:lpstr>
      <vt:lpstr>Perpetua</vt:lpstr>
      <vt:lpstr>Times New Roman</vt:lpstr>
      <vt:lpstr>Wingdings</vt:lpstr>
      <vt:lpstr>Wingdings 2</vt:lpstr>
      <vt:lpstr>ZapfDingbats</vt:lpstr>
      <vt:lpstr>Equity</vt:lpstr>
      <vt:lpstr>Default Design</vt:lpstr>
      <vt:lpstr>Clip</vt:lpstr>
      <vt:lpstr>MS Org Chart</vt:lpstr>
      <vt:lpstr>Visio</vt:lpstr>
      <vt:lpstr>Computer Networks(2015 Pattern) Unit VI – Application Layer </vt:lpstr>
      <vt:lpstr>Outline</vt:lpstr>
      <vt:lpstr>Web and HTTP</vt:lpstr>
      <vt:lpstr>HTTP overview</vt:lpstr>
      <vt:lpstr>HTTP overview (continued)</vt:lpstr>
      <vt:lpstr>HTTP connections</vt:lpstr>
      <vt:lpstr>Nonpersistent HTTP</vt:lpstr>
      <vt:lpstr>Nonpersistent HTTP (cont.)</vt:lpstr>
      <vt:lpstr>Non-Persistent HTTP: Response time</vt:lpstr>
      <vt:lpstr>HTTP Message Formats </vt:lpstr>
      <vt:lpstr>HTTP request message</vt:lpstr>
      <vt:lpstr>HTTP request message Example</vt:lpstr>
      <vt:lpstr>Uploading form input</vt:lpstr>
      <vt:lpstr>HTTP Methods</vt:lpstr>
      <vt:lpstr>HTTP response message</vt:lpstr>
      <vt:lpstr>HTTP response message example</vt:lpstr>
      <vt:lpstr>HTTP Version differences</vt:lpstr>
      <vt:lpstr>Web caches (proxy server)</vt:lpstr>
      <vt:lpstr>Outline</vt:lpstr>
      <vt:lpstr>FTP (File Transfer Protocol)</vt:lpstr>
      <vt:lpstr>FTP model/connection</vt:lpstr>
      <vt:lpstr>FTP: the file transfer protocol</vt:lpstr>
      <vt:lpstr>FTP: separate control, data connections</vt:lpstr>
      <vt:lpstr>FTP transmission modes</vt:lpstr>
      <vt:lpstr>FTP commands, responses</vt:lpstr>
      <vt:lpstr>Comparison between HTTP and FTP</vt:lpstr>
      <vt:lpstr>Question Time!</vt:lpstr>
      <vt:lpstr>Outline</vt:lpstr>
      <vt:lpstr>What is SMTP?</vt:lpstr>
      <vt:lpstr>SMTP</vt:lpstr>
      <vt:lpstr>PowerPoint Presentation</vt:lpstr>
      <vt:lpstr>PowerPoint Presentation</vt:lpstr>
      <vt:lpstr>What is Mail?</vt:lpstr>
      <vt:lpstr>PowerPoint Presentation</vt:lpstr>
      <vt:lpstr>PowerPoint Presentation</vt:lpstr>
      <vt:lpstr>PowerPoint Presentation</vt:lpstr>
      <vt:lpstr>Status Codes</vt:lpstr>
      <vt:lpstr>Extensions to SMTP</vt:lpstr>
      <vt:lpstr>MIME and Base64 Encoding</vt:lpstr>
      <vt:lpstr>MIME and Base64 Encoding</vt:lpstr>
      <vt:lpstr>PowerPoint Presentation</vt:lpstr>
      <vt:lpstr>PowerPoint Presentation</vt:lpstr>
      <vt:lpstr>POP3</vt:lpstr>
      <vt:lpstr>IMAP</vt:lpstr>
      <vt:lpstr>POP3 vs. IMAP</vt:lpstr>
      <vt:lpstr>Outline</vt:lpstr>
      <vt:lpstr>DNS (Domain Name System)Basic</vt:lpstr>
      <vt:lpstr> DNS: Domain Name System Basic:  </vt:lpstr>
      <vt:lpstr>DNS : DNS services  </vt:lpstr>
      <vt:lpstr>DNS components</vt:lpstr>
      <vt:lpstr>The Name Space</vt:lpstr>
      <vt:lpstr>DNS Name Space (Top level Domain)</vt:lpstr>
      <vt:lpstr>DNS Name servers</vt:lpstr>
      <vt:lpstr>DNS Name Resolver</vt:lpstr>
      <vt:lpstr>DNS Resolver (Types of Servers)</vt:lpstr>
      <vt:lpstr>DNS Resolver ways</vt:lpstr>
      <vt:lpstr>DNS name Iterative   resolution example</vt:lpstr>
      <vt:lpstr>DNS name Recursive resolution example</vt:lpstr>
      <vt:lpstr>Resource Records</vt:lpstr>
      <vt:lpstr>Parts Resource Records</vt:lpstr>
      <vt:lpstr>Outline</vt:lpstr>
      <vt:lpstr>TELNET vs. telnet</vt:lpstr>
      <vt:lpstr>TELNET Protocol</vt:lpstr>
      <vt:lpstr>PowerPoint Presentation</vt:lpstr>
      <vt:lpstr>PowerPoint Presentation</vt:lpstr>
      <vt:lpstr>PowerPoint Presentation</vt:lpstr>
      <vt:lpstr>Network Virtual Terminal </vt:lpstr>
      <vt:lpstr>Network Virtual Terminal</vt:lpstr>
      <vt:lpstr>TELNET Command Structure</vt:lpstr>
      <vt:lpstr>TELNET Basic Commands</vt:lpstr>
      <vt:lpstr>Outline</vt:lpstr>
      <vt:lpstr>Need of Dynamic Assignment of IP addresses</vt:lpstr>
      <vt:lpstr>DHCP</vt:lpstr>
      <vt:lpstr>DHCP Interaction (simplified)</vt:lpstr>
      <vt:lpstr>BOOTP/DHCP Message Format</vt:lpstr>
      <vt:lpstr>BOOTP/DHCP</vt:lpstr>
      <vt:lpstr>DHCP Message Type</vt:lpstr>
      <vt:lpstr>DHCP Operation</vt:lpstr>
      <vt:lpstr>DHCP Operation</vt:lpstr>
      <vt:lpstr>Outline</vt:lpstr>
      <vt:lpstr>What is Network Management?</vt:lpstr>
      <vt:lpstr>Functional Areas of Network Management</vt:lpstr>
      <vt:lpstr>What is SNMP?</vt:lpstr>
      <vt:lpstr>PowerPoint Presentation</vt:lpstr>
      <vt:lpstr>Client Pull &amp; Server Push</vt:lpstr>
      <vt:lpstr>Ports &amp; UDP</vt:lpstr>
      <vt:lpstr>The Three Parts of SNMP</vt:lpstr>
      <vt:lpstr>PowerPoint Presentation</vt:lpstr>
      <vt:lpstr>PowerPoint Presentation</vt:lpstr>
      <vt:lpstr>Four Basic Operations</vt:lpstr>
      <vt:lpstr>Languages of SNMP</vt:lpstr>
      <vt:lpstr>SNMP Data Types</vt:lpstr>
      <vt:lpstr>Basic Message Format</vt:lpstr>
      <vt:lpstr>Commercial SNMP Applications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Networks(2015 Pattern) Unit V - Physical Layer</dc:title>
  <dc:creator>Administrator</dc:creator>
  <cp:lastModifiedBy>Lenovo</cp:lastModifiedBy>
  <cp:revision>84</cp:revision>
  <dcterms:created xsi:type="dcterms:W3CDTF">2006-08-16T00:00:00Z</dcterms:created>
  <dcterms:modified xsi:type="dcterms:W3CDTF">2025-04-16T08:35:41Z</dcterms:modified>
</cp:coreProperties>
</file>